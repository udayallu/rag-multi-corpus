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5" Type="http://schemas.openxmlformats.org/officeDocument/2006/relationships/viewProps" Target="viewProps.xml" /><Relationship Id="rId1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7" Type="http://schemas.openxmlformats.org/officeDocument/2006/relationships/tableStyles" Target="tableStyles.xml" /><Relationship Id="rId1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Advice for Pregnant Women While in a Car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Traveling by car is common during pregnancy, but it’s important to prioritize safety and comfort for both mother and baby. Here’s a quick guide with essential advice: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1. Always Wear Your Seat Belt Properly</a:t>
            </a:r>
          </a:p>
          <a:p>
            <a:pPr lvl="0"/>
            <a:r>
              <a:rPr b="1"/>
              <a:t>Three-Point Seat Belt</a:t>
            </a:r>
            <a:r>
              <a:rPr/>
              <a:t>: Use both lap and shoulder belts.</a:t>
            </a:r>
          </a:p>
          <a:p>
            <a:pPr lvl="0"/>
            <a:r>
              <a:rPr b="1"/>
              <a:t>Lap Belt</a:t>
            </a:r>
            <a:r>
              <a:rPr/>
              <a:t>: Position it </a:t>
            </a:r>
            <a:r>
              <a:rPr b="1"/>
              <a:t>under the belly</a:t>
            </a:r>
            <a:r>
              <a:rPr/>
              <a:t>, low on the hips, and across the upper thighs. It should never go across your stomach.</a:t>
            </a:r>
          </a:p>
          <a:p>
            <a:pPr lvl="0"/>
            <a:r>
              <a:rPr b="1"/>
              <a:t>Shoulder Belt</a:t>
            </a:r>
            <a:r>
              <a:rPr/>
              <a:t>: Place it </a:t>
            </a:r>
            <a:r>
              <a:rPr b="1"/>
              <a:t>between the breasts</a:t>
            </a:r>
            <a:r>
              <a:rPr/>
              <a:t> and to the side of your belly.</a:t>
            </a:r>
          </a:p>
          <a:p>
            <a:pPr lvl="0"/>
            <a:r>
              <a:rPr b="1"/>
              <a:t>Never Place Belt Behind Back or Under Arm</a:t>
            </a:r>
            <a:r>
              <a:rPr/>
              <a:t>: This reduces its effectiveness and can be dangerous.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2. Adjust Your Seat for Maximum Comfort and Safety</a:t>
            </a:r>
          </a:p>
          <a:p>
            <a:pPr lvl="0"/>
            <a:r>
              <a:rPr b="1"/>
              <a:t>Sit Upright</a:t>
            </a:r>
            <a:r>
              <a:rPr/>
              <a:t>: Maintain a good posture—back straight, shoulders relaxed.</a:t>
            </a:r>
          </a:p>
          <a:p>
            <a:pPr lvl="0"/>
            <a:r>
              <a:rPr b="1"/>
              <a:t>Distance from Steering Wheel/Airbag</a:t>
            </a:r>
            <a:r>
              <a:rPr/>
              <a:t>: Adjust the seat so you’re as far from the dashboard/steering wheel as possible, but still able to drive comfortably.</a:t>
            </a:r>
          </a:p>
          <a:p>
            <a:pPr lvl="0"/>
            <a:r>
              <a:rPr b="1"/>
              <a:t>Tilt Steering Wheel Upwards</a:t>
            </a:r>
            <a:r>
              <a:rPr/>
              <a:t>: If possible, angle the steering wheel towards your chest, not your belly.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3. Take Frequent Breaks for Long Journeys</a:t>
            </a:r>
          </a:p>
          <a:p>
            <a:pPr lvl="0"/>
            <a:r>
              <a:rPr b="1"/>
              <a:t>Every 60-90 Minutes</a:t>
            </a:r>
            <a:r>
              <a:rPr/>
              <a:t>: Stop and get out to stretch legs and walk a little. This improves circulation and reduces risk of blood clots.</a:t>
            </a:r>
          </a:p>
          <a:p>
            <a:pPr lvl="0"/>
            <a:r>
              <a:rPr b="1"/>
              <a:t>Hydrate and Snack</a:t>
            </a:r>
            <a:r>
              <a:rPr/>
              <a:t>: Drink plenty of water and eat light snacks to avoid dehydration and low blood sugar.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4. Manage Nausea and Discomfort</a:t>
            </a:r>
          </a:p>
          <a:p>
            <a:pPr lvl="0"/>
            <a:r>
              <a:rPr b="1"/>
              <a:t>Travel During Cooler Hours</a:t>
            </a:r>
            <a:r>
              <a:rPr/>
              <a:t>: Early morning or evening can help avoid heat and traffic.</a:t>
            </a:r>
          </a:p>
          <a:p>
            <a:pPr lvl="0"/>
            <a:r>
              <a:rPr b="1"/>
              <a:t>Fresh Air</a:t>
            </a:r>
            <a:r>
              <a:rPr/>
              <a:t>: Crack a window or use air conditioning for ventilation.</a:t>
            </a:r>
          </a:p>
          <a:p>
            <a:pPr lvl="0"/>
            <a:r>
              <a:rPr b="1"/>
              <a:t>Motion Sickness</a:t>
            </a:r>
            <a:r>
              <a:rPr/>
              <a:t>: Bring ginger candies, anti-nausea wristbands, or other remedies advised by your doctor.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5. Know When Not to Drive</a:t>
            </a:r>
          </a:p>
          <a:p>
            <a:pPr lvl="0"/>
            <a:r>
              <a:rPr b="1"/>
              <a:t>Heavy Contractions or Pain</a:t>
            </a:r>
            <a:r>
              <a:rPr/>
              <a:t>: Do not drive if you are experiencing labor signs, severe pain, or feeling unwell.</a:t>
            </a:r>
          </a:p>
          <a:p>
            <a:pPr lvl="0"/>
            <a:r>
              <a:rPr b="1"/>
              <a:t>Medical Complications</a:t>
            </a:r>
            <a:r>
              <a:rPr/>
              <a:t>: If advised by your doctor to avoid travel (preterm labor risk, high blood pressure, etc.), strictly follow their guidance.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6. Emergency Preparedness</a:t>
            </a:r>
          </a:p>
          <a:p>
            <a:pPr lvl="0"/>
            <a:r>
              <a:rPr b="1"/>
              <a:t>Phone Charged</a:t>
            </a:r>
            <a:r>
              <a:rPr/>
              <a:t>: Keep your phone fully charged and within reach.</a:t>
            </a:r>
          </a:p>
          <a:p>
            <a:pPr lvl="0"/>
            <a:r>
              <a:rPr b="1"/>
              <a:t>Emergency Numbers</a:t>
            </a:r>
            <a:r>
              <a:rPr/>
              <a:t>: Have emergency contact and hospital numbers saved.</a:t>
            </a:r>
          </a:p>
          <a:p>
            <a:pPr lvl="0"/>
            <a:r>
              <a:rPr b="1"/>
              <a:t>Medical Records</a:t>
            </a:r>
            <a:r>
              <a:rPr/>
              <a:t>: Carry a copy of your pregnancy-related medical records, especially for long trips.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7. Airbags</a:t>
            </a:r>
          </a:p>
          <a:p>
            <a:pPr lvl="0"/>
            <a:r>
              <a:rPr b="1"/>
              <a:t>Do Not Deactivate</a:t>
            </a:r>
            <a:r>
              <a:rPr/>
              <a:t>: Airbags are important for safety; keep them on.</a:t>
            </a:r>
          </a:p>
          <a:p>
            <a:pPr lvl="0"/>
            <a:r>
              <a:rPr b="1"/>
              <a:t>Proper Positioning</a:t>
            </a:r>
            <a:r>
              <a:rPr/>
              <a:t>: Keep as much distance between you and the airbag as possible while still able to drive safely.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8. Avoid Risky Driving Conditions</a:t>
            </a:r>
          </a:p>
          <a:p>
            <a:pPr lvl="0"/>
            <a:r>
              <a:rPr b="1"/>
              <a:t>Heavy Traffic or Long Night Drives</a:t>
            </a:r>
            <a:r>
              <a:rPr/>
              <a:t>: Try to avoid driving under stressful or poorly lit conditions.</a:t>
            </a:r>
          </a:p>
          <a:p>
            <a:pPr lvl="0"/>
            <a:r>
              <a:rPr b="1"/>
              <a:t>Weather Hazards</a:t>
            </a:r>
            <a:r>
              <a:rPr/>
              <a:t>: Postpone travel in heavy rain, storms, or fog whenever possible.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9. Get Immediate Medical Attention If:</a:t>
            </a:r>
          </a:p>
          <a:p>
            <a:pPr lvl="0"/>
            <a:r>
              <a:rPr/>
              <a:t>You are in a car accident, no matter how minor.</a:t>
            </a:r>
          </a:p>
          <a:p>
            <a:pPr lvl="0"/>
            <a:r>
              <a:rPr/>
              <a:t>You notice any vaginal bleeding, contractions, loss of fluid, or abnormal pain after travel.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Stay Safe – Your comfort and your baby’s safety come first! If in doubt, consult your physician before traveling.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For any issues with your car’s safety features or to arrange custom seatbelt accessories, contact your local Aventro Motors Service Center.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2025-07-30T08:17:58Z</dcterms:created>
  <dcterms:modified xsi:type="dcterms:W3CDTF">2025-07-30T08:17:58Z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