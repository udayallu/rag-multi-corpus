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Start Your Aventro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Starting your Aventro car is a simple process, but exact procedures may vary slightly depending on the model, fuel type, and technology (conventional, electric, or hybrid). Below is a general step-by-step guide for Aventro Petrol, Diesel, Hybrid, and Electric cars.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 All Aventro Models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Ensure Safety First</a:t>
            </a:r>
          </a:p>
          <a:p>
            <a:pPr lvl="0"/>
            <a:r>
              <a:rPr/>
              <a:t>Sit in the driver’s seat and fasten your seatbelt.</a:t>
            </a:r>
          </a:p>
          <a:p>
            <a:pPr lvl="0"/>
            <a:r>
              <a:rPr/>
              <a:t>Ensure the gear lever is in ‘P’ (Park, for automatic) or ‘N’ (Neutral, for manual).</a:t>
            </a:r>
          </a:p>
          <a:p>
            <a:pPr lvl="0"/>
            <a:r>
              <a:rPr/>
              <a:t>Press the brake pedal (and the clutch for manual transmission).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A. Petrol &amp; Diesel Models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With Standard Key Ignition</a:t>
            </a:r>
          </a:p>
          <a:p>
            <a:pPr lvl="0" indent="-342900" marL="342900">
              <a:buAutoNum type="arabicPeriod"/>
            </a:pPr>
            <a:r>
              <a:rPr b="1"/>
              <a:t>Insert the Key:</a:t>
            </a:r>
          </a:p>
          <a:p>
            <a:pPr lvl="1"/>
            <a:r>
              <a:rPr/>
              <a:t>Insert the car key into the ignition slot (usually on the right of the steering column).</a:t>
            </a:r>
          </a:p>
          <a:p>
            <a:pPr lvl="0" indent="-342900" marL="342900">
              <a:buAutoNum type="arabicPeriod"/>
            </a:pPr>
            <a:r>
              <a:rPr b="1"/>
              <a:t>Turn the Key:</a:t>
            </a:r>
          </a:p>
          <a:p>
            <a:pPr lvl="1"/>
            <a:r>
              <a:rPr/>
              <a:t>Turn the key clockwise to the “ON” position (dashboard lights turn on).</a:t>
            </a:r>
          </a:p>
          <a:p>
            <a:pPr lvl="1"/>
            <a:r>
              <a:rPr/>
              <a:t>Continue turning to the “START” position. Release when the engine starts.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With Push-Button Start</a:t>
            </a:r>
          </a:p>
          <a:p>
            <a:pPr lvl="0" indent="-342900" marL="342900">
              <a:buAutoNum type="arabicPeriod"/>
            </a:pPr>
            <a:r>
              <a:rPr b="1"/>
              <a:t>Ensure Key Fob is Inside the Car:</a:t>
            </a:r>
          </a:p>
          <a:p>
            <a:pPr lvl="1"/>
            <a:r>
              <a:rPr/>
              <a:t>The key fob should be in your pocket or bag within the vehicle.</a:t>
            </a:r>
          </a:p>
          <a:p>
            <a:pPr lvl="0" indent="-342900" marL="342900">
              <a:buAutoNum type="arabicPeriod"/>
            </a:pPr>
            <a:r>
              <a:rPr b="1"/>
              <a:t>Press the Start/Stop Button:</a:t>
            </a:r>
          </a:p>
          <a:p>
            <a:pPr lvl="1"/>
            <a:r>
              <a:rPr/>
              <a:t>Press and hold the brake pedal.</a:t>
            </a:r>
          </a:p>
          <a:p>
            <a:pPr lvl="1"/>
            <a:r>
              <a:rPr/>
              <a:t>Press the “Start/Stop” button. The engine will start.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B. Electric Models</a:t>
            </a:r>
          </a:p>
          <a:p>
            <a:pPr lvl="0" indent="-342900" marL="342900">
              <a:buAutoNum type="arabicPeriod"/>
            </a:pPr>
            <a:r>
              <a:rPr b="1"/>
              <a:t>Key Fob Present</a:t>
            </a:r>
          </a:p>
          <a:p>
            <a:pPr lvl="1"/>
            <a:r>
              <a:rPr/>
              <a:t>Ensure the key fob is inside the vehicle.</a:t>
            </a:r>
          </a:p>
          <a:p>
            <a:pPr lvl="0" indent="-342900" marL="342900">
              <a:buAutoNum type="arabicPeriod"/>
            </a:pPr>
            <a:r>
              <a:rPr b="1"/>
              <a:t>Press Brake Pedal</a:t>
            </a:r>
          </a:p>
          <a:p>
            <a:pPr lvl="1"/>
            <a:r>
              <a:rPr/>
              <a:t>Firmly press and hold the brake pedal.</a:t>
            </a:r>
          </a:p>
          <a:p>
            <a:pPr lvl="0" indent="-342900" marL="342900">
              <a:buAutoNum type="arabicPeriod"/>
            </a:pPr>
            <a:r>
              <a:rPr b="1"/>
              <a:t>Press Start Button</a:t>
            </a:r>
          </a:p>
          <a:p>
            <a:pPr lvl="1"/>
            <a:r>
              <a:rPr/>
              <a:t>Press the “Start/Stop” button. Indicator lights and systems will activate.</a:t>
            </a:r>
          </a:p>
          <a:p>
            <a:pPr lvl="0" indent="-342900" marL="342900">
              <a:buAutoNum type="arabicPeriod"/>
            </a:pPr>
            <a:r>
              <a:rPr b="1"/>
              <a:t>Ready Indicator</a:t>
            </a:r>
          </a:p>
          <a:p>
            <a:pPr lvl="1"/>
            <a:r>
              <a:rPr/>
              <a:t>Wait for the ‘READY’ signal/light on the dashboard. The car is now ready to drive silently.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C. Hybrid Models</a:t>
            </a:r>
          </a:p>
          <a:p>
            <a:pPr lvl="0" indent="-342900" marL="342900">
              <a:buAutoNum type="arabicPeriod"/>
            </a:pPr>
            <a:r>
              <a:rPr b="1"/>
              <a:t>Key Fob Present</a:t>
            </a:r>
          </a:p>
          <a:p>
            <a:pPr lvl="1"/>
            <a:r>
              <a:rPr/>
              <a:t>Make sure the key fob is with you, inside the car.</a:t>
            </a:r>
          </a:p>
          <a:p>
            <a:pPr lvl="0" indent="-342900" marL="342900">
              <a:buAutoNum type="arabicPeriod"/>
            </a:pPr>
            <a:r>
              <a:rPr b="1"/>
              <a:t>Press Brake Pedal</a:t>
            </a:r>
          </a:p>
          <a:p>
            <a:pPr lvl="1"/>
            <a:r>
              <a:rPr/>
              <a:t>Press and hold the brake pedal.</a:t>
            </a:r>
          </a:p>
          <a:p>
            <a:pPr lvl="0" indent="-342900" marL="342900">
              <a:buAutoNum type="arabicPeriod"/>
            </a:pPr>
            <a:r>
              <a:rPr b="1"/>
              <a:t>Press Start Button</a:t>
            </a:r>
          </a:p>
          <a:p>
            <a:pPr lvl="1"/>
            <a:r>
              <a:rPr/>
              <a:t>Press the “Start/Stop” button.</a:t>
            </a:r>
          </a:p>
          <a:p>
            <a:pPr lvl="1"/>
            <a:r>
              <a:rPr/>
              <a:t>The car may start silently in EV mode or with a slight engine sound in engine mode. Watch for ‘READY’ signal on the dashboard.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Tips</a:t>
            </a:r>
          </a:p>
          <a:p>
            <a:pPr lvl="0"/>
            <a:r>
              <a:rPr/>
              <a:t>For all models, ensure all warning lights turn off after starting.</a:t>
            </a:r>
            <a:br/>
          </a:p>
          <a:p>
            <a:pPr lvl="0"/>
            <a:r>
              <a:rPr/>
              <a:t>Do not press the accelerator while starting.</a:t>
            </a:r>
            <a:br/>
          </a:p>
          <a:p>
            <a:pPr lvl="0"/>
            <a:r>
              <a:rPr/>
              <a:t>For electric/hybrid, if ‘READY’ does not appear, try restarting.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If you’re unsure or the car doesn’t start, refer to your Aventro user manual or contact the nearest Aventro Service Center.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2025-07-30T08:17:46Z</dcterms:created>
  <dcterms:modified xsi:type="dcterms:W3CDTF">2025-07-30T08:17:46Z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