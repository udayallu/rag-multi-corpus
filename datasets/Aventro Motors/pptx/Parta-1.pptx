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1" Type="http://schemas.openxmlformats.org/officeDocument/2006/relationships/viewProps" Target="viewProps.xml" /><Relationship Id="rId1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3" Type="http://schemas.openxmlformats.org/officeDocument/2006/relationships/tableStyles" Target="tableStyles.xml" /><Relationship Id="rId1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Aventro Motors Pvt. Ltd. 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Genuine Spare Parts – Details &amp; Price (Industry Standard Estimates)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 Engine Assembly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Description:</a:t>
            </a:r>
            <a:r>
              <a:rPr/>
              <a:t> The core mechanical component that converts fuel into mechanical power for propulsion.</a:t>
            </a:r>
          </a:p>
          <a:p>
            <a:pPr lvl="0"/>
            <a:r>
              <a:rPr b="1"/>
              <a:t>Applicable Models:</a:t>
            </a:r>
            <a:r>
              <a:rPr/>
              <a:t> All Petrol, Diesel, and Hybrid variants</a:t>
            </a:r>
          </a:p>
          <a:p>
            <a:pPr lvl="0"/>
            <a:r>
              <a:rPr b="1"/>
              <a:t>Industry Standard Price:</a:t>
            </a:r>
            <a:r>
              <a:rPr/>
              <a:t> ₹1,20,000 – ₹2,50,000 (varies by engine capacity and technology)</a:t>
            </a:r>
          </a:p>
          <a:p>
            <a:pPr lvl="0"/>
            <a:r>
              <a:rPr b="1"/>
              <a:t>Warranty:</a:t>
            </a:r>
            <a:r>
              <a:rPr/>
              <a:t> 2 years or 50,000 km (whichever earlier)</a:t>
            </a:r>
          </a:p>
          <a:p>
            <a:pPr lvl="0"/>
            <a:r>
              <a:rPr b="1"/>
              <a:t>Note:</a:t>
            </a:r>
            <a:r>
              <a:rPr/>
              <a:t> For Electric variants, Engine Assembly is replaced by Battery Pack/Motor assembly.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 Battery Pack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Description:</a:t>
            </a:r>
            <a:r>
              <a:rPr/>
              <a:t> High-capacity rechargeable battery powering Electric and Hybrid models.</a:t>
            </a:r>
          </a:p>
          <a:p>
            <a:pPr lvl="0"/>
            <a:r>
              <a:rPr b="1"/>
              <a:t>Applicable Models:</a:t>
            </a:r>
            <a:r>
              <a:rPr/>
              <a:t> Electric &amp; Hybrid variants</a:t>
            </a:r>
          </a:p>
          <a:p>
            <a:pPr lvl="0"/>
            <a:r>
              <a:rPr b="1"/>
              <a:t>Industry Standard Price:</a:t>
            </a:r>
          </a:p>
          <a:p>
            <a:pPr lvl="1"/>
            <a:r>
              <a:rPr/>
              <a:t>Electric: ₹2,00,000 – ₹4,50,000 (depending on kWh rating)</a:t>
            </a:r>
            <a:br/>
          </a:p>
          <a:p>
            <a:pPr lvl="1"/>
            <a:r>
              <a:rPr/>
              <a:t>Hybrid: ₹60,000 – ₹1,50,000</a:t>
            </a:r>
            <a:br/>
          </a:p>
          <a:p>
            <a:pPr lvl="0"/>
            <a:r>
              <a:rPr b="1"/>
              <a:t>Warranty:</a:t>
            </a:r>
            <a:r>
              <a:rPr/>
              <a:t> 8 years or 1,60,000 km (whichever earlier)</a:t>
            </a:r>
          </a:p>
          <a:p>
            <a:pPr lvl="0"/>
            <a:r>
              <a:rPr b="1"/>
              <a:t>Note:</a:t>
            </a:r>
            <a:r>
              <a:rPr/>
              <a:t> Prices depend on size (kWh), chemistry, and import duties.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 Transmission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Description:</a:t>
            </a:r>
            <a:r>
              <a:rPr/>
              <a:t> Transmits engine/motor power to wheels, manages speed and torque.</a:t>
            </a:r>
          </a:p>
          <a:p>
            <a:pPr lvl="0"/>
            <a:r>
              <a:rPr b="1"/>
              <a:t>Applicable Models:</a:t>
            </a:r>
            <a:r>
              <a:rPr/>
              <a:t> All variants (specific tech for Automatic, Manual, or e-Drive)</a:t>
            </a:r>
          </a:p>
          <a:p>
            <a:pPr lvl="0"/>
            <a:r>
              <a:rPr b="1"/>
              <a:t>Industry Standard Price:</a:t>
            </a:r>
          </a:p>
          <a:p>
            <a:pPr lvl="1"/>
            <a:r>
              <a:rPr/>
              <a:t>Manual: ₹65,000 – ₹1,20,000</a:t>
            </a:r>
            <a:br/>
          </a:p>
          <a:p>
            <a:pPr lvl="1"/>
            <a:r>
              <a:rPr/>
              <a:t>Automatic (AT/CVT/DCT): ₹1,10,000 – ₹2,00,000</a:t>
            </a:r>
            <a:br/>
          </a:p>
          <a:p>
            <a:pPr lvl="0"/>
            <a:r>
              <a:rPr b="1"/>
              <a:t>Warranty:</a:t>
            </a:r>
            <a:r>
              <a:rPr/>
              <a:t> 2 years or 40,000 km (whichever earlier)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 Brake Pads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Description:</a:t>
            </a:r>
            <a:r>
              <a:rPr/>
              <a:t> Key component for vehicle stopping, includes front and rear sets.</a:t>
            </a:r>
          </a:p>
          <a:p>
            <a:pPr lvl="0"/>
            <a:r>
              <a:rPr b="1"/>
              <a:t>Applicable Models:</a:t>
            </a:r>
            <a:r>
              <a:rPr/>
              <a:t> All, with some EVs using regenerative braking for longevity</a:t>
            </a:r>
          </a:p>
          <a:p>
            <a:pPr lvl="0"/>
            <a:r>
              <a:rPr b="1"/>
              <a:t>Industry Standard Price:</a:t>
            </a:r>
          </a:p>
          <a:p>
            <a:pPr lvl="1"/>
            <a:r>
              <a:rPr/>
              <a:t>Front Set: ₹3,000 – ₹6,000</a:t>
            </a:r>
            <a:br/>
          </a:p>
          <a:p>
            <a:pPr lvl="1"/>
            <a:r>
              <a:rPr/>
              <a:t>Rear Set: ₹2,500 – ₹5,000</a:t>
            </a:r>
            <a:br/>
          </a:p>
          <a:p>
            <a:pPr lvl="0"/>
            <a:r>
              <a:rPr b="1"/>
              <a:t>Warranty:</a:t>
            </a:r>
            <a:r>
              <a:rPr/>
              <a:t> 1 year or 20,000 km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 Suspension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Description:</a:t>
            </a:r>
            <a:r>
              <a:rPr/>
              <a:t> System of springs, dampers, and linkages for ride comfort and handling.</a:t>
            </a:r>
          </a:p>
          <a:p>
            <a:pPr lvl="0"/>
            <a:r>
              <a:rPr b="1"/>
              <a:t>Applicable Models:</a:t>
            </a:r>
            <a:r>
              <a:rPr/>
              <a:t> All models and variants</a:t>
            </a:r>
          </a:p>
          <a:p>
            <a:pPr lvl="0"/>
            <a:r>
              <a:rPr b="1"/>
              <a:t>Industry Standard Price:</a:t>
            </a:r>
            <a:r>
              <a:rPr/>
              <a:t> ₹18,000 – ₹45,000 (per axle, including shock absorbers &amp; bushings)</a:t>
            </a:r>
          </a:p>
          <a:p>
            <a:pPr lvl="0"/>
            <a:r>
              <a:rPr b="1"/>
              <a:t>Warranty:</a:t>
            </a:r>
            <a:r>
              <a:rPr/>
              <a:t> 1 year or 25,000 km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Prices are indicative, ex-showroom, exclude labor, taxes, and may vary by region/model.</a:t>
            </a:r>
          </a:p>
          <a:p>
            <a:pPr lvl="0"/>
            <a:r>
              <a:rPr b="1"/>
              <a:t>For authorized fitment and exact part match, contact nearest Aventro Service Center or email info@aventromotors.com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2025-07-30T08:16:24Z</dcterms:created>
  <dcterms:modified xsi:type="dcterms:W3CDTF">2025-07-30T08:16:24Z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