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aventromotors.com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Spark Hatchback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official specifications page for the </a:t>
            </a:r>
            <a:r>
              <a:rPr b="1"/>
              <a:t>Aventro Spark</a:t>
            </a:r>
            <a:r>
              <a:rPr/>
              <a:t>, a stylish, compact, and efficient hatchback brought to you by Aventro Motors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Spark Hatchback</a:t>
            </a:r>
            <a:r>
              <a:rPr/>
              <a:t> is designed for city comfort, agility, and fuel efficiency, all while being packed with modern features. Whether you opt for the practical Base, feature-rich X, or the technologically advanced ZX variant, you get reliability—a true value for your family.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Specifications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Options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 / Diesel / Electric / Hybrid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5-Speed Manual / Automated Manual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Tank Capacity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 Litres (IC engine variants)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Boot Space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280 Litres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 Variants Section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Airbags, ABS, EBD (all trims)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Dimensions (LxWxH)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3810 x 1680 x 1515 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Alloy (X &amp; ZX) / Steel (Base)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(Highlights)</a:t>
            </a:r>
          </a:p>
          <a:p>
            <a:pPr lvl="0"/>
            <a:r>
              <a:rPr/>
              <a:t>LED Headlamps and Tail Lamps (ZX only)</a:t>
            </a:r>
          </a:p>
          <a:p>
            <a:pPr lvl="0"/>
            <a:r>
              <a:rPr/>
              <a:t>Premium Fabric or Leather Seats (ZX)</a:t>
            </a:r>
          </a:p>
          <a:p>
            <a:pPr lvl="0"/>
            <a:r>
              <a:rPr/>
              <a:t>Push Button Start (X &amp; ZX)</a:t>
            </a:r>
          </a:p>
          <a:p>
            <a:pPr lvl="0"/>
            <a:r>
              <a:rPr/>
              <a:t>Rear Parking Sensors (All trims)</a:t>
            </a:r>
          </a:p>
          <a:p>
            <a:pPr lvl="0"/>
            <a:r>
              <a:rPr/>
              <a:t>Cruise Control (X &amp; ZX)</a:t>
            </a:r>
          </a:p>
          <a:p>
            <a:pPr lvl="0"/>
            <a:r>
              <a:rPr/>
              <a:t>Automatic Climate Control (X &amp; ZX)</a:t>
            </a:r>
          </a:p>
          <a:p>
            <a:pPr lvl="0"/>
            <a:r>
              <a:rPr/>
              <a:t>11-inch Infotainment Touchscreen (X &amp; ZX)</a:t>
            </a:r>
          </a:p>
          <a:p>
            <a:pPr lvl="0"/>
            <a:r>
              <a:rPr/>
              <a:t>Harman Audio System (ZX only)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Variants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(Lakh, Ex-Showroom)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Infotainment, Manual AC, Dual Airbags, Central Locking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Automatic Climate, Alloy Wheels, Reverse Parking Camera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Harman System, 360° Camera, ADAS Level 2, Leather Seats, LED Lights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Infotainment, Manual AC, Dual Airbags, Central Locking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Automatic Climate, Alloy Wheels, Reverse Parking Camera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Harman System, 360° Camera, ADAS Level 2, Leather Seats, LED Lights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Infotainment, E-ABS, Regenerative Brakes, Dual Airbags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Automatic Climate, Alloy Wheels, Fast Charging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Harman System, 360° Camera, ADAS Level 2, Leather Seats, Fast Charging, LED Lights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Infotainment, Dual Airbags, Central Locking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Automatic Climate, Alloy Wheels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Harman System, 360° Camera, ADAS Level 2, Leather Seats, LED Lights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Special Variant Features</a:t>
            </a:r>
          </a:p>
          <a:p>
            <a:pPr lvl="0"/>
            <a:r>
              <a:rPr b="1"/>
              <a:t>X Variant</a:t>
            </a:r>
            <a:r>
              <a:rPr/>
              <a:t>:</a:t>
            </a:r>
          </a:p>
          <a:p>
            <a:pPr lvl="1"/>
            <a:r>
              <a:rPr/>
              <a:t>11-inch touchscreen infotainment system</a:t>
            </a:r>
          </a:p>
          <a:p>
            <a:pPr lvl="1"/>
            <a:r>
              <a:rPr/>
              <a:t>ADAS Level 1 driver assists (auto emergency braking, rear collision warning)</a:t>
            </a:r>
          </a:p>
          <a:p>
            <a:pPr lvl="1"/>
            <a:r>
              <a:rPr/>
              <a:t>Automatic Climate control</a:t>
            </a:r>
          </a:p>
          <a:p>
            <a:pPr lvl="1"/>
            <a:r>
              <a:rPr/>
              <a:t>Alloy Wheels</a:t>
            </a:r>
          </a:p>
          <a:p>
            <a:pPr lvl="0"/>
            <a:r>
              <a:rPr b="1"/>
              <a:t>ZX Variant</a:t>
            </a:r>
            <a:r>
              <a:rPr/>
              <a:t>:</a:t>
            </a:r>
          </a:p>
          <a:p>
            <a:pPr lvl="1"/>
            <a:r>
              <a:rPr/>
              <a:t>11-inch touchscreen with Harman sound system</a:t>
            </a:r>
          </a:p>
          <a:p>
            <a:pPr lvl="1"/>
            <a:r>
              <a:rPr/>
              <a:t>360° Surround View Camera</a:t>
            </a:r>
          </a:p>
          <a:p>
            <a:pPr lvl="1"/>
            <a:r>
              <a:rPr/>
              <a:t>ADAS Level 2 (includes lane keep assist, adaptive cruise control)</a:t>
            </a:r>
          </a:p>
          <a:p>
            <a:pPr lvl="1"/>
            <a:r>
              <a:rPr/>
              <a:t>Leather seats</a:t>
            </a:r>
          </a:p>
          <a:p>
            <a:pPr lvl="1"/>
            <a:r>
              <a:rPr/>
              <a:t>Premium LED lighting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Spark?</a:t>
            </a:r>
          </a:p>
          <a:p>
            <a:pPr lvl="0"/>
            <a:r>
              <a:rPr/>
              <a:t>Class-leading safety and infotainment</a:t>
            </a:r>
          </a:p>
          <a:p>
            <a:pPr lvl="0"/>
            <a:r>
              <a:rPr/>
              <a:t>Multiple powertrains to suit every need</a:t>
            </a:r>
          </a:p>
          <a:p>
            <a:pPr lvl="0"/>
            <a:r>
              <a:rPr/>
              <a:t>Lowest cost of ownership in its segment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</a:t>
            </a:r>
          </a:p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Contact: +91 124 1234567</a:t>
            </a:r>
            <a:br/>
            <a:r>
              <a:rPr/>
              <a:t>Email: info@aventromotors.com</a:t>
            </a:r>
            <a:br/>
            <a:r>
              <a:rPr/>
              <a:t>Website: </a:t>
            </a:r>
            <a:r>
              <a:rPr>
                <a:hlinkClick r:id="rId2"/>
              </a:rPr>
              <a:t>www.aventromotors.com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Experience the Spark. Drive innovation, comfort, and safety.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2025-07-30T08:16:16Z</dcterms:created>
  <dcterms:modified xsi:type="dcterms:W3CDTF">2025-07-30T08:16:16Z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