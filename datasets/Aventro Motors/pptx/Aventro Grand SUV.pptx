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3" Type="http://schemas.openxmlformats.org/officeDocument/2006/relationships/viewProps" Target="viewProps.xml" /><Relationship Id="rId12" Type="http://schemas.openxmlformats.org/officeDocument/2006/relationships/presProps" Target="presProps.xml" /><Relationship Id="rId1" Type="http://schemas.openxmlformats.org/officeDocument/2006/relationships/slideMaster" Target="slideMasters/slideMaster1.xml" /><Relationship Id="rId15" Type="http://schemas.openxmlformats.org/officeDocument/2006/relationships/tableStyles" Target="tableStyles.xml" /><Relationship Id="rId1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mailto:info@aventromotors.com"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Aventro Grand SUV</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Manufacturer: Aventro Motors Pvt. Ltd.</a:t>
            </a:r>
          </a:p>
          <a:p>
            <a:pPr lvl="0" indent="0" marL="0">
              <a:buNone/>
            </a:pPr>
            <a:r>
              <a:rPr b="1"/>
              <a:t>Head Office:</a:t>
            </a:r>
            <a:br/>
            <a:r>
              <a:rPr/>
              <a:t>Aventro Tower, Sector 18, Gurgaon, Haryana - 122018, India</a:t>
            </a:r>
            <a:br/>
            <a:r>
              <a:rPr b="1"/>
              <a:t>Contact:</a:t>
            </a:r>
            <a:r>
              <a:rPr/>
              <a:t> +91 124 1234567</a:t>
            </a:r>
            <a:br/>
            <a:r>
              <a:rPr b="1"/>
              <a:t>Email:</a:t>
            </a:r>
            <a:r>
              <a:rPr/>
              <a:t> info@aventromotors.com</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Quick Overview</a:t>
            </a:r>
          </a:p>
        </p:txBody>
      </p:sp>
      <p:sp>
        <p:nvSpPr>
          <p:cNvPr id="3" name="Content Placeholder 2"/>
          <p:cNvSpPr>
            <a:spLocks noGrp="1"/>
          </p:cNvSpPr>
          <p:nvPr>
            <p:ph idx="1"/>
          </p:nvPr>
        </p:nvSpPr>
        <p:spPr/>
        <p:txBody>
          <a:bodyPr/>
          <a:lstStyle/>
          <a:p>
            <a:pPr lvl="0" indent="0" marL="0">
              <a:buNone/>
            </a:pPr>
            <a:r>
              <a:rPr/>
              <a:t>The </a:t>
            </a:r>
            <a:r>
              <a:rPr b="1"/>
              <a:t>Aventro Grand SUV</a:t>
            </a:r>
            <a:r>
              <a:rPr/>
              <a:t> is the flagship, full-size SUV offering from Aventro Motors, combining power, technology, and sophistication. Available in Petrol, Diesel, Electric, and Hybrid, the Grand SUV is designed for families and enthusiasts who seek space, comfort, safety, and the latest automotive features.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Variants &amp; Prices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638300"/>
                <a:gridCol w="1638300"/>
                <a:gridCol w="1638300"/>
                <a:gridCol w="1638300"/>
                <a:gridCol w="1638300"/>
              </a:tblGrid>
              <a:tr h="0">
                <a:tc>
                  <a:txBody>
                    <a:bodyPr/>
                    <a:lstStyle/>
                    <a:p>
                      <a:pPr lvl="0" indent="0" marL="0">
                        <a:buNone/>
                      </a:pPr>
                      <a:r>
                        <a:rPr/>
                        <a:t>Variant</a:t>
                      </a:r>
                    </a:p>
                  </a:txBody>
                  <a:tcPr/>
                </a:tc>
                <a:tc>
                  <a:txBody>
                    <a:bodyPr/>
                    <a:lstStyle/>
                    <a:p>
                      <a:pPr lvl="0" indent="0" marL="0">
                        <a:buNone/>
                      </a:pPr>
                      <a:r>
                        <a:rPr/>
                        <a:t>Engine Type</a:t>
                      </a:r>
                    </a:p>
                  </a:txBody>
                  <a:tcPr/>
                </a:tc>
                <a:tc>
                  <a:txBody>
                    <a:bodyPr/>
                    <a:lstStyle/>
                    <a:p>
                      <a:pPr lvl="0" indent="0" marL="0">
                        <a:buNone/>
                      </a:pPr>
                      <a:r>
                        <a:rPr/>
                        <a:t>Trim</a:t>
                      </a:r>
                    </a:p>
                  </a:txBody>
                  <a:tcPr/>
                </a:tc>
                <a:tc>
                  <a:txBody>
                    <a:bodyPr/>
                    <a:lstStyle/>
                    <a:p>
                      <a:pPr lvl="0" indent="0" marL="0">
                        <a:buNone/>
                      </a:pPr>
                      <a:r>
                        <a:rPr/>
                        <a:t>Price (Lakh INR)</a:t>
                      </a:r>
                    </a:p>
                  </a:txBody>
                  <a:tcPr/>
                </a:tc>
                <a:tc>
                  <a:txBody>
                    <a:bodyPr/>
                    <a:lstStyle/>
                    <a:p>
                      <a:pPr lvl="0" indent="0" marL="0">
                        <a:buNone/>
                      </a:pPr>
                      <a:r>
                        <a:rPr/>
                        <a:t>Key Features</a:t>
                      </a:r>
                    </a:p>
                  </a:txBody>
                  <a:tcPr/>
                </a:tc>
              </a:tr>
              <a:tr h="0">
                <a:tc>
                  <a:txBody>
                    <a:bodyPr/>
                    <a:lstStyle/>
                    <a:p>
                      <a:pPr lvl="0" indent="0" marL="0">
                        <a:buNone/>
                      </a:pPr>
                      <a:r>
                        <a:rPr b="1"/>
                        <a:t>Grand SUV Petrol</a:t>
                      </a:r>
                    </a:p>
                  </a:txBody>
                </a:tc>
                <a:tc>
                  <a:txBody>
                    <a:bodyPr/>
                    <a:lstStyle/>
                    <a:p>
                      <a:pPr lvl="0" indent="0" marL="0">
                        <a:buNone/>
                      </a:pPr>
                      <a:r>
                        <a:rPr/>
                        <a:t>Petrol</a:t>
                      </a:r>
                    </a:p>
                  </a:txBody>
                </a:tc>
                <a:tc>
                  <a:txBody>
                    <a:bodyPr/>
                    <a:lstStyle/>
                    <a:p>
                      <a:pPr lvl="0" indent="0" marL="0">
                        <a:buNone/>
                      </a:pPr>
                      <a:r>
                        <a:rPr/>
                        <a:t>Base</a:t>
                      </a:r>
                    </a:p>
                  </a:txBody>
                </a:tc>
                <a:tc>
                  <a:txBody>
                    <a:bodyPr/>
                    <a:lstStyle/>
                    <a:p>
                      <a:pPr lvl="0" indent="0" marL="0">
                        <a:buNone/>
                      </a:pPr>
                      <a:r>
                        <a:rPr/>
                        <a:t>16.5</a:t>
                      </a:r>
                    </a:p>
                  </a:txBody>
                </a:tc>
                <a:tc>
                  <a:txBody>
                    <a:bodyPr/>
                    <a:lstStyle/>
                    <a:p>
                      <a:pPr lvl="0" indent="0" marL="0">
                        <a:buNone/>
                      </a:pPr>
                      <a:r>
                        <a:rPr/>
                        <a:t>2.0L Turbo, Standard Features</a:t>
                      </a:r>
                    </a:p>
                  </a:txBody>
                </a:tc>
              </a:tr>
              <a:tr h="0">
                <a:tc>
                  <a:txBody>
                    <a:bodyPr/>
                    <a:lstStyle/>
                    <a:p>
                      <a:endParaRPr/>
                    </a:p>
                  </a:txBody>
                </a:tc>
                <a:tc>
                  <a:txBody>
                    <a:bodyPr/>
                    <a:lstStyle/>
                    <a:p>
                      <a:endParaRPr/>
                    </a:p>
                  </a:txBody>
                </a:tc>
                <a:tc>
                  <a:txBody>
                    <a:bodyPr/>
                    <a:lstStyle/>
                    <a:p>
                      <a:pPr lvl="0" indent="0" marL="0">
                        <a:buNone/>
                      </a:pPr>
                      <a:r>
                        <a:rPr/>
                        <a:t>X</a:t>
                      </a:r>
                    </a:p>
                  </a:txBody>
                </a:tc>
                <a:tc>
                  <a:txBody>
                    <a:bodyPr/>
                    <a:lstStyle/>
                    <a:p>
                      <a:pPr lvl="0" indent="0" marL="0">
                        <a:buNone/>
                      </a:pPr>
                      <a:r>
                        <a:rPr/>
                        <a:t>17.0</a:t>
                      </a:r>
                    </a:p>
                  </a:txBody>
                </a:tc>
                <a:tc>
                  <a:txBody>
                    <a:bodyPr/>
                    <a:lstStyle/>
                    <a:p>
                      <a:pPr lvl="0" indent="0" marL="0">
                        <a:buNone/>
                      </a:pPr>
                      <a:r>
                        <a:rPr/>
                        <a:t>11” Infotainment, ADAS Level 1</a:t>
                      </a:r>
                    </a:p>
                  </a:txBody>
                </a:tc>
              </a:tr>
              <a:tr h="0">
                <a:tc>
                  <a:txBody>
                    <a:bodyPr/>
                    <a:lstStyle/>
                    <a:p>
                      <a:endParaRPr/>
                    </a:p>
                  </a:txBody>
                </a:tc>
                <a:tc>
                  <a:txBody>
                    <a:bodyPr/>
                    <a:lstStyle/>
                    <a:p>
                      <a:endParaRPr/>
                    </a:p>
                  </a:txBody>
                </a:tc>
                <a:tc>
                  <a:txBody>
                    <a:bodyPr/>
                    <a:lstStyle/>
                    <a:p>
                      <a:pPr lvl="0" indent="0" marL="0">
                        <a:buNone/>
                      </a:pPr>
                      <a:r>
                        <a:rPr/>
                        <a:t>ZX</a:t>
                      </a:r>
                    </a:p>
                  </a:txBody>
                </a:tc>
                <a:tc>
                  <a:txBody>
                    <a:bodyPr/>
                    <a:lstStyle/>
                    <a:p>
                      <a:pPr lvl="0" indent="0" marL="0">
                        <a:buNone/>
                      </a:pPr>
                      <a:r>
                        <a:rPr/>
                        <a:t>17.5</a:t>
                      </a:r>
                    </a:p>
                  </a:txBody>
                </a:tc>
                <a:tc>
                  <a:txBody>
                    <a:bodyPr/>
                    <a:lstStyle/>
                    <a:p>
                      <a:pPr lvl="0" indent="0" marL="0">
                        <a:buNone/>
                      </a:pPr>
                      <a:r>
                        <a:rPr/>
                        <a:t>360 Camera, Harman 11” System, ADAS L2, Leather Seats</a:t>
                      </a:r>
                    </a:p>
                  </a:txBody>
                </a:tc>
              </a:tr>
              <a:tr h="0">
                <a:tc>
                  <a:txBody>
                    <a:bodyPr/>
                    <a:lstStyle/>
                    <a:p>
                      <a:pPr lvl="0" indent="0" marL="0">
                        <a:buNone/>
                      </a:pPr>
                      <a:r>
                        <a:rPr b="1"/>
                        <a:t>Grand SUV Diesel</a:t>
                      </a:r>
                    </a:p>
                  </a:txBody>
                </a:tc>
                <a:tc>
                  <a:txBody>
                    <a:bodyPr/>
                    <a:lstStyle/>
                    <a:p>
                      <a:pPr lvl="0" indent="0" marL="0">
                        <a:buNone/>
                      </a:pPr>
                      <a:r>
                        <a:rPr/>
                        <a:t>Diesel</a:t>
                      </a:r>
                    </a:p>
                  </a:txBody>
                </a:tc>
                <a:tc>
                  <a:txBody>
                    <a:bodyPr/>
                    <a:lstStyle/>
                    <a:p>
                      <a:pPr lvl="0" indent="0" marL="0">
                        <a:buNone/>
                      </a:pPr>
                      <a:r>
                        <a:rPr/>
                        <a:t>Base</a:t>
                      </a:r>
                    </a:p>
                  </a:txBody>
                </a:tc>
                <a:tc>
                  <a:txBody>
                    <a:bodyPr/>
                    <a:lstStyle/>
                    <a:p>
                      <a:pPr lvl="0" indent="0" marL="0">
                        <a:buNone/>
                      </a:pPr>
                      <a:r>
                        <a:rPr/>
                        <a:t>22.0</a:t>
                      </a:r>
                    </a:p>
                  </a:txBody>
                </a:tc>
                <a:tc>
                  <a:txBody>
                    <a:bodyPr/>
                    <a:lstStyle/>
                    <a:p>
                      <a:pPr lvl="0" indent="0" marL="0">
                        <a:buNone/>
                      </a:pPr>
                      <a:r>
                        <a:rPr/>
                        <a:t>2.2L Turbo Diesel, Standard Features</a:t>
                      </a:r>
                    </a:p>
                  </a:txBody>
                </a:tc>
              </a:tr>
              <a:tr h="0">
                <a:tc>
                  <a:txBody>
                    <a:bodyPr/>
                    <a:lstStyle/>
                    <a:p>
                      <a:endParaRPr/>
                    </a:p>
                  </a:txBody>
                </a:tc>
                <a:tc>
                  <a:txBody>
                    <a:bodyPr/>
                    <a:lstStyle/>
                    <a:p>
                      <a:endParaRPr/>
                    </a:p>
                  </a:txBody>
                </a:tc>
                <a:tc>
                  <a:txBody>
                    <a:bodyPr/>
                    <a:lstStyle/>
                    <a:p>
                      <a:pPr lvl="0" indent="0" marL="0">
                        <a:buNone/>
                      </a:pPr>
                      <a:r>
                        <a:rPr/>
                        <a:t>X</a:t>
                      </a:r>
                    </a:p>
                  </a:txBody>
                </a:tc>
                <a:tc>
                  <a:txBody>
                    <a:bodyPr/>
                    <a:lstStyle/>
                    <a:p>
                      <a:pPr lvl="0" indent="0" marL="0">
                        <a:buNone/>
                      </a:pPr>
                      <a:r>
                        <a:rPr/>
                        <a:t>22.5</a:t>
                      </a:r>
                    </a:p>
                  </a:txBody>
                </a:tc>
                <a:tc>
                  <a:txBody>
                    <a:bodyPr/>
                    <a:lstStyle/>
                    <a:p>
                      <a:pPr lvl="0" indent="0" marL="0">
                        <a:buNone/>
                      </a:pPr>
                      <a:r>
                        <a:rPr/>
                        <a:t>11” Infotainment, ADAS Level 1</a:t>
                      </a:r>
                    </a:p>
                  </a:txBody>
                </a:tc>
              </a:tr>
              <a:tr h="0">
                <a:tc>
                  <a:txBody>
                    <a:bodyPr/>
                    <a:lstStyle/>
                    <a:p>
                      <a:endParaRPr/>
                    </a:p>
                  </a:txBody>
                </a:tc>
                <a:tc>
                  <a:txBody>
                    <a:bodyPr/>
                    <a:lstStyle/>
                    <a:p>
                      <a:endParaRPr/>
                    </a:p>
                  </a:txBody>
                </a:tc>
                <a:tc>
                  <a:txBody>
                    <a:bodyPr/>
                    <a:lstStyle/>
                    <a:p>
                      <a:pPr lvl="0" indent="0" marL="0">
                        <a:buNone/>
                      </a:pPr>
                      <a:r>
                        <a:rPr/>
                        <a:t>ZX</a:t>
                      </a:r>
                    </a:p>
                  </a:txBody>
                </a:tc>
                <a:tc>
                  <a:txBody>
                    <a:bodyPr/>
                    <a:lstStyle/>
                    <a:p>
                      <a:pPr lvl="0" indent="0" marL="0">
                        <a:buNone/>
                      </a:pPr>
                      <a:r>
                        <a:rPr/>
                        <a:t>23.0</a:t>
                      </a:r>
                    </a:p>
                  </a:txBody>
                </a:tc>
                <a:tc>
                  <a:txBody>
                    <a:bodyPr/>
                    <a:lstStyle/>
                    <a:p>
                      <a:pPr lvl="0" indent="0" marL="0">
                        <a:buNone/>
                      </a:pPr>
                      <a:r>
                        <a:rPr/>
                        <a:t>360 Camera, Harman 11” System, ADAS L2, Leather Seats</a:t>
                      </a:r>
                    </a:p>
                  </a:txBody>
                </a:tc>
              </a:tr>
              <a:tr h="0">
                <a:tc>
                  <a:txBody>
                    <a:bodyPr/>
                    <a:lstStyle/>
                    <a:p>
                      <a:pPr lvl="0" indent="0" marL="0">
                        <a:buNone/>
                      </a:pPr>
                      <a:r>
                        <a:rPr b="1"/>
                        <a:t>Grand SUV Electric</a:t>
                      </a:r>
                    </a:p>
                  </a:txBody>
                </a:tc>
                <a:tc>
                  <a:txBody>
                    <a:bodyPr/>
                    <a:lstStyle/>
                    <a:p>
                      <a:pPr lvl="0" indent="0" marL="0">
                        <a:buNone/>
                      </a:pPr>
                      <a:r>
                        <a:rPr/>
                        <a:t>Electric</a:t>
                      </a:r>
                    </a:p>
                  </a:txBody>
                </a:tc>
                <a:tc>
                  <a:txBody>
                    <a:bodyPr/>
                    <a:lstStyle/>
                    <a:p>
                      <a:pPr lvl="0" indent="0" marL="0">
                        <a:buNone/>
                      </a:pPr>
                      <a:r>
                        <a:rPr/>
                        <a:t>Base</a:t>
                      </a:r>
                    </a:p>
                  </a:txBody>
                </a:tc>
                <a:tc>
                  <a:txBody>
                    <a:bodyPr/>
                    <a:lstStyle/>
                    <a:p>
                      <a:pPr lvl="0" indent="0" marL="0">
                        <a:buNone/>
                      </a:pPr>
                      <a:r>
                        <a:rPr/>
                        <a:t>23.5</a:t>
                      </a:r>
                    </a:p>
                  </a:txBody>
                </a:tc>
                <a:tc>
                  <a:txBody>
                    <a:bodyPr/>
                    <a:lstStyle/>
                    <a:p>
                      <a:pPr lvl="0" indent="0" marL="0">
                        <a:buNone/>
                      </a:pPr>
                      <a:r>
                        <a:rPr/>
                        <a:t>85 kWh Battery, Standard EV features</a:t>
                      </a:r>
                    </a:p>
                  </a:txBody>
                </a:tc>
              </a:tr>
              <a:tr h="0">
                <a:tc>
                  <a:txBody>
                    <a:bodyPr/>
                    <a:lstStyle/>
                    <a:p>
                      <a:endParaRPr/>
                    </a:p>
                  </a:txBody>
                </a:tc>
                <a:tc>
                  <a:txBody>
                    <a:bodyPr/>
                    <a:lstStyle/>
                    <a:p>
                      <a:endParaRPr/>
                    </a:p>
                  </a:txBody>
                </a:tc>
                <a:tc>
                  <a:txBody>
                    <a:bodyPr/>
                    <a:lstStyle/>
                    <a:p>
                      <a:pPr lvl="0" indent="0" marL="0">
                        <a:buNone/>
                      </a:pPr>
                      <a:r>
                        <a:rPr/>
                        <a:t>X</a:t>
                      </a:r>
                    </a:p>
                  </a:txBody>
                </a:tc>
                <a:tc>
                  <a:txBody>
                    <a:bodyPr/>
                    <a:lstStyle/>
                    <a:p>
                      <a:pPr lvl="0" indent="0" marL="0">
                        <a:buNone/>
                      </a:pPr>
                      <a:r>
                        <a:rPr/>
                        <a:t>24.0</a:t>
                      </a:r>
                    </a:p>
                  </a:txBody>
                </a:tc>
                <a:tc>
                  <a:txBody>
                    <a:bodyPr/>
                    <a:lstStyle/>
                    <a:p>
                      <a:pPr lvl="0" indent="0" marL="0">
                        <a:buNone/>
                      </a:pPr>
                      <a:r>
                        <a:rPr/>
                        <a:t>11” Infotainment, ADAS Level 1</a:t>
                      </a:r>
                    </a:p>
                  </a:txBody>
                </a:tc>
              </a:tr>
              <a:tr h="0">
                <a:tc>
                  <a:txBody>
                    <a:bodyPr/>
                    <a:lstStyle/>
                    <a:p>
                      <a:endParaRPr/>
                    </a:p>
                  </a:txBody>
                </a:tc>
                <a:tc>
                  <a:txBody>
                    <a:bodyPr/>
                    <a:lstStyle/>
                    <a:p>
                      <a:endParaRPr/>
                    </a:p>
                  </a:txBody>
                </a:tc>
                <a:tc>
                  <a:txBody>
                    <a:bodyPr/>
                    <a:lstStyle/>
                    <a:p>
                      <a:pPr lvl="0" indent="0" marL="0">
                        <a:buNone/>
                      </a:pPr>
                      <a:r>
                        <a:rPr/>
                        <a:t>ZX</a:t>
                      </a:r>
                    </a:p>
                  </a:txBody>
                </a:tc>
                <a:tc>
                  <a:txBody>
                    <a:bodyPr/>
                    <a:lstStyle/>
                    <a:p>
                      <a:pPr lvl="0" indent="0" marL="0">
                        <a:buNone/>
                      </a:pPr>
                      <a:r>
                        <a:rPr i="1"/>
                        <a:t>Coming Soon</a:t>
                      </a:r>
                    </a:p>
                  </a:txBody>
                </a:tc>
                <a:tc>
                  <a:txBody>
                    <a:bodyPr/>
                    <a:lstStyle/>
                    <a:p>
                      <a:pPr lvl="0" indent="0" marL="0">
                        <a:buNone/>
                      </a:pPr>
                      <a:r>
                        <a:rPr/>
                        <a:t>360 Camera, Harman 11” System, ADAS L2, Leather Seats</a:t>
                      </a:r>
                    </a:p>
                  </a:txBody>
                </a:tc>
              </a:tr>
              <a:tr h="0">
                <a:tc>
                  <a:txBody>
                    <a:bodyPr/>
                    <a:lstStyle/>
                    <a:p>
                      <a:pPr lvl="0" indent="0" marL="0">
                        <a:buNone/>
                      </a:pPr>
                      <a:r>
                        <a:rPr b="1"/>
                        <a:t>Grand SUV Hybrid</a:t>
                      </a:r>
                    </a:p>
                  </a:txBody>
                </a:tc>
                <a:tc>
                  <a:txBody>
                    <a:bodyPr/>
                    <a:lstStyle/>
                    <a:p>
                      <a:pPr lvl="0" indent="0" marL="0">
                        <a:buNone/>
                      </a:pPr>
                      <a:r>
                        <a:rPr/>
                        <a:t>Hybrid</a:t>
                      </a:r>
                    </a:p>
                  </a:txBody>
                </a:tc>
                <a:tc>
                  <a:txBody>
                    <a:bodyPr/>
                    <a:lstStyle/>
                    <a:p>
                      <a:pPr lvl="0" indent="0" marL="0">
                        <a:buNone/>
                      </a:pPr>
                      <a:r>
                        <a:rPr/>
                        <a:t>Base</a:t>
                      </a:r>
                    </a:p>
                  </a:txBody>
                </a:tc>
                <a:tc>
                  <a:txBody>
                    <a:bodyPr/>
                    <a:lstStyle/>
                    <a:p>
                      <a:pPr lvl="0" indent="0" marL="0">
                        <a:buNone/>
                      </a:pPr>
                      <a:r>
                        <a:rPr i="1"/>
                        <a:t>TBA</a:t>
                      </a:r>
                    </a:p>
                  </a:txBody>
                </a:tc>
                <a:tc>
                  <a:txBody>
                    <a:bodyPr/>
                    <a:lstStyle/>
                    <a:p>
                      <a:pPr lvl="0" indent="0" marL="0">
                        <a:buNone/>
                      </a:pPr>
                      <a:r>
                        <a:rPr/>
                        <a:t>Hybrid Powertrain, Standard Features</a:t>
                      </a:r>
                    </a:p>
                  </a:txBody>
                </a:tc>
              </a:tr>
              <a:tr h="0">
                <a:tc>
                  <a:txBody>
                    <a:bodyPr/>
                    <a:lstStyle/>
                    <a:p>
                      <a:endParaRPr/>
                    </a:p>
                  </a:txBody>
                </a:tc>
                <a:tc>
                  <a:txBody>
                    <a:bodyPr/>
                    <a:lstStyle/>
                    <a:p>
                      <a:endParaRPr/>
                    </a:p>
                  </a:txBody>
                </a:tc>
                <a:tc>
                  <a:txBody>
                    <a:bodyPr/>
                    <a:lstStyle/>
                    <a:p>
                      <a:pPr lvl="0" indent="0" marL="0">
                        <a:buNone/>
                      </a:pPr>
                      <a:r>
                        <a:rPr/>
                        <a:t>X</a:t>
                      </a:r>
                    </a:p>
                  </a:txBody>
                </a:tc>
                <a:tc>
                  <a:txBody>
                    <a:bodyPr/>
                    <a:lstStyle/>
                    <a:p>
                      <a:pPr lvl="0" indent="0" marL="0">
                        <a:buNone/>
                      </a:pPr>
                      <a:r>
                        <a:rPr i="1"/>
                        <a:t>TBA</a:t>
                      </a:r>
                    </a:p>
                  </a:txBody>
                </a:tc>
                <a:tc>
                  <a:txBody>
                    <a:bodyPr/>
                    <a:lstStyle/>
                    <a:p>
                      <a:pPr lvl="0" indent="0" marL="0">
                        <a:buNone/>
                      </a:pPr>
                      <a:r>
                        <a:rPr/>
                        <a:t>11” Infotainment, ADAS Level 1</a:t>
                      </a:r>
                    </a:p>
                  </a:txBody>
                </a:tc>
              </a:tr>
              <a:tr h="0">
                <a:tc>
                  <a:txBody>
                    <a:bodyPr/>
                    <a:lstStyle/>
                    <a:p>
                      <a:endParaRPr/>
                    </a:p>
                  </a:txBody>
                </a:tc>
                <a:tc>
                  <a:txBody>
                    <a:bodyPr/>
                    <a:lstStyle/>
                    <a:p>
                      <a:endParaRPr/>
                    </a:p>
                  </a:txBody>
                </a:tc>
                <a:tc>
                  <a:txBody>
                    <a:bodyPr/>
                    <a:lstStyle/>
                    <a:p>
                      <a:pPr lvl="0" indent="0" marL="0">
                        <a:buNone/>
                      </a:pPr>
                      <a:r>
                        <a:rPr/>
                        <a:t>ZX</a:t>
                      </a:r>
                    </a:p>
                  </a:txBody>
                </a:tc>
                <a:tc>
                  <a:txBody>
                    <a:bodyPr/>
                    <a:lstStyle/>
                    <a:p>
                      <a:pPr lvl="0" indent="0" marL="0">
                        <a:buNone/>
                      </a:pPr>
                      <a:r>
                        <a:rPr i="1"/>
                        <a:t>TBA</a:t>
                      </a:r>
                    </a:p>
                  </a:txBody>
                </a:tc>
                <a:tc>
                  <a:txBody>
                    <a:bodyPr/>
                    <a:lstStyle/>
                    <a:p>
                      <a:pPr lvl="0" indent="0" marL="0">
                        <a:buNone/>
                      </a:pPr>
                      <a:r>
                        <a:rPr/>
                        <a:t>360 Camera, Harman 11” System, ADAS L2, Leather Seats</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Core Specifications</a:t>
            </a:r>
          </a:p>
        </p:txBody>
      </p:sp>
      <p:sp>
        <p:nvSpPr>
          <p:cNvPr id="3" name="Content Placeholder 2"/>
          <p:cNvSpPr>
            <a:spLocks noGrp="1"/>
          </p:cNvSpPr>
          <p:nvPr>
            <p:ph idx="1"/>
          </p:nvPr>
        </p:nvSpPr>
        <p:spPr/>
        <p:txBody>
          <a:bodyPr/>
          <a:lstStyle/>
          <a:p>
            <a:pPr lvl="0"/>
            <a:r>
              <a:rPr b="1"/>
              <a:t>Dimensions</a:t>
            </a:r>
            <a:r>
              <a:rPr/>
              <a:t>:</a:t>
            </a:r>
          </a:p>
          <a:p>
            <a:pPr lvl="1"/>
            <a:r>
              <a:rPr/>
              <a:t>Length: ~4850mm</a:t>
            </a:r>
            <a:br/>
          </a:p>
          <a:p>
            <a:pPr lvl="1"/>
            <a:r>
              <a:rPr/>
              <a:t>Width: ~1950mm</a:t>
            </a:r>
            <a:br/>
          </a:p>
          <a:p>
            <a:pPr lvl="1"/>
            <a:r>
              <a:rPr/>
              <a:t>Height: ~1810mm</a:t>
            </a:r>
            <a:br/>
          </a:p>
          <a:p>
            <a:pPr lvl="1"/>
            <a:r>
              <a:rPr/>
              <a:t>Wheelbase: ~2850mm</a:t>
            </a:r>
            <a:br/>
          </a:p>
          <a:p>
            <a:pPr lvl="0"/>
            <a:r>
              <a:rPr b="1"/>
              <a:t>Seating</a:t>
            </a:r>
            <a:r>
              <a:rPr/>
              <a:t>: 7-seater</a:t>
            </a:r>
            <a:br/>
          </a:p>
          <a:p>
            <a:pPr lvl="0"/>
            <a:r>
              <a:rPr b="1"/>
              <a:t>Boot Space</a:t>
            </a:r>
            <a:r>
              <a:rPr/>
              <a:t>: Up to 700 Litres</a:t>
            </a:r>
            <a:br/>
          </a:p>
          <a:p>
            <a:pPr lvl="0"/>
            <a:r>
              <a:rPr b="1"/>
              <a:t>Powertrain Options</a:t>
            </a:r>
            <a:r>
              <a:rPr/>
              <a:t>:</a:t>
            </a:r>
          </a:p>
          <a:p>
            <a:pPr lvl="1"/>
            <a:r>
              <a:rPr/>
              <a:t>Petrol: 2.0L Turbocharged, 6-Speed AT</a:t>
            </a:r>
            <a:br/>
          </a:p>
          <a:p>
            <a:pPr lvl="1"/>
            <a:r>
              <a:rPr/>
              <a:t>Diesel: 2.2L Turbo Diesel, 8-Speed AT</a:t>
            </a:r>
            <a:br/>
          </a:p>
          <a:p>
            <a:pPr lvl="1"/>
            <a:r>
              <a:rPr/>
              <a:t>Electric: 85 kWh Battery (Range: approx. 480 km*)</a:t>
            </a:r>
            <a:br/>
          </a:p>
          <a:p>
            <a:pPr lvl="1"/>
            <a:r>
              <a:rPr/>
              <a:t>Hybrid: Turbo Petrol + Electric Motor (Combined output TBA)</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Notable Features (Trim-wise)</a:t>
            </a:r>
          </a:p>
        </p:txBody>
      </p:sp>
      <p:sp>
        <p:nvSpPr>
          <p:cNvPr id="3" name="Content Placeholder 2"/>
          <p:cNvSpPr>
            <a:spLocks noGrp="1"/>
          </p:cNvSpPr>
          <p:nvPr>
            <p:ph idx="1"/>
          </p:nvPr>
        </p:nvSpPr>
        <p:spPr/>
        <p:txBody>
          <a:bodyPr/>
          <a:lstStyle/>
          <a:p>
            <a:pPr lvl="0" indent="0" marL="0">
              <a:spcBef>
                <a:spcPts val="3000"/>
              </a:spcBef>
              <a:buNone/>
            </a:pPr>
            <a:r>
              <a:rPr b="1"/>
              <a:t>Base Trim (All Fuel Types)</a:t>
            </a:r>
          </a:p>
          <a:p>
            <a:pPr lvl="0"/>
            <a:r>
              <a:rPr/>
              <a:t>Projector Headlamps</a:t>
            </a:r>
          </a:p>
          <a:p>
            <a:pPr lvl="0"/>
            <a:r>
              <a:rPr/>
              <a:t>Dual Zone Automatic Climate Control</a:t>
            </a:r>
          </a:p>
          <a:p>
            <a:pPr lvl="0"/>
            <a:r>
              <a:rPr/>
              <a:t>Rear Parking Sensors and Camera</a:t>
            </a:r>
          </a:p>
          <a:p>
            <a:pPr lvl="0"/>
            <a:r>
              <a:rPr/>
              <a:t>8-inch Touchscreen Display</a:t>
            </a:r>
          </a:p>
          <a:p>
            <a:pPr lvl="0"/>
            <a:r>
              <a:rPr/>
              <a:t>Cruise Control</a:t>
            </a:r>
          </a:p>
          <a:p>
            <a:pPr lvl="0"/>
            <a:r>
              <a:rPr/>
              <a:t>Standard Safety &amp; Airbags (6 airbags)</a:t>
            </a:r>
          </a:p>
          <a:p>
            <a:pPr lvl="0" indent="0" marL="0">
              <a:spcBef>
                <a:spcPts val="3000"/>
              </a:spcBef>
              <a:buNone/>
            </a:pPr>
            <a:r>
              <a:rPr b="1"/>
              <a:t>X Trim (All Fuel Types)</a:t>
            </a:r>
          </a:p>
          <a:p>
            <a:pPr lvl="0"/>
            <a:r>
              <a:rPr b="1"/>
              <a:t>11-inch Advanced Infotainment System</a:t>
            </a:r>
          </a:p>
          <a:p>
            <a:pPr lvl="0"/>
            <a:r>
              <a:rPr b="1"/>
              <a:t>ADAS Level 1 (Basic driver assist features: Lane Departure, Collision Warning)</a:t>
            </a:r>
          </a:p>
          <a:p>
            <a:pPr lvl="0"/>
            <a:r>
              <a:rPr/>
              <a:t>Wireless Android Auto &amp; Apple CarPlay</a:t>
            </a:r>
          </a:p>
          <a:p>
            <a:pPr lvl="0"/>
            <a:r>
              <a:rPr/>
              <a:t>Front Parking Sensors</a:t>
            </a:r>
          </a:p>
          <a:p>
            <a:pPr lvl="0" indent="0" marL="0">
              <a:spcBef>
                <a:spcPts val="3000"/>
              </a:spcBef>
              <a:buNone/>
            </a:pPr>
            <a:r>
              <a:rPr b="1"/>
              <a:t>ZX Trim (All Fuel Types)</a:t>
            </a:r>
          </a:p>
          <a:p>
            <a:pPr lvl="0"/>
            <a:r>
              <a:rPr b="1"/>
              <a:t>360-Degree Camera</a:t>
            </a:r>
          </a:p>
          <a:p>
            <a:pPr lvl="0"/>
            <a:r>
              <a:rPr b="1"/>
              <a:t>11-inch Touchscreen with Harman Audio System</a:t>
            </a:r>
          </a:p>
          <a:p>
            <a:pPr lvl="0"/>
            <a:r>
              <a:rPr b="1"/>
              <a:t>ADAS Level 2 (Enhanced: Adaptive Cruise, Traffic Jam Assist)</a:t>
            </a:r>
          </a:p>
          <a:p>
            <a:pPr lvl="0"/>
            <a:r>
              <a:rPr b="1"/>
              <a:t>Premium Leather Seats</a:t>
            </a:r>
          </a:p>
          <a:p>
            <a:pPr lvl="0"/>
            <a:r>
              <a:rPr/>
              <a:t>Panoramic Sunroof</a:t>
            </a:r>
          </a:p>
          <a:p>
            <a:pPr lvl="0"/>
            <a:r>
              <a:rPr/>
              <a:t>Powered Tailgate</a:t>
            </a:r>
          </a:p>
          <a:p>
            <a:pPr lvl="0"/>
            <a:r>
              <a:rPr/>
              <a:t>Ventilated Front Seats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Safety &amp; Technology</a:t>
            </a:r>
          </a:p>
        </p:txBody>
      </p:sp>
      <p:sp>
        <p:nvSpPr>
          <p:cNvPr id="3" name="Content Placeholder 2"/>
          <p:cNvSpPr>
            <a:spLocks noGrp="1"/>
          </p:cNvSpPr>
          <p:nvPr>
            <p:ph idx="1"/>
          </p:nvPr>
        </p:nvSpPr>
        <p:spPr/>
        <p:txBody>
          <a:bodyPr/>
          <a:lstStyle/>
          <a:p>
            <a:pPr lvl="0"/>
            <a:r>
              <a:rPr/>
              <a:t>ABS with EBD, Brake Assist</a:t>
            </a:r>
          </a:p>
          <a:p>
            <a:pPr lvl="0"/>
            <a:r>
              <a:rPr/>
              <a:t>Electronic Stability Program (ESP)</a:t>
            </a:r>
          </a:p>
          <a:p>
            <a:pPr lvl="0"/>
            <a:r>
              <a:rPr/>
              <a:t>Tyre Pressure Monitoring System (TPMS)</a:t>
            </a:r>
          </a:p>
          <a:p>
            <a:pPr lvl="0"/>
            <a:r>
              <a:rPr/>
              <a:t>Traction Control System (TCS)</a:t>
            </a:r>
          </a:p>
          <a:p>
            <a:pPr lvl="0"/>
            <a:r>
              <a:rPr/>
              <a:t>Multiple USB &amp; Charging Points</a:t>
            </a:r>
          </a:p>
          <a:p>
            <a:pPr lvl="0"/>
            <a:r>
              <a:rPr/>
              <a:t>Over-the-Air Updates (OTA for EV/Hybrid)</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Infotainment &amp; Connectivity</a:t>
            </a:r>
          </a:p>
        </p:txBody>
      </p:sp>
      <p:sp>
        <p:nvSpPr>
          <p:cNvPr id="3" name="Content Placeholder 2"/>
          <p:cNvSpPr>
            <a:spLocks noGrp="1"/>
          </p:cNvSpPr>
          <p:nvPr>
            <p:ph idx="1"/>
          </p:nvPr>
        </p:nvSpPr>
        <p:spPr/>
        <p:txBody>
          <a:bodyPr/>
          <a:lstStyle/>
          <a:p>
            <a:pPr lvl="0"/>
            <a:r>
              <a:rPr/>
              <a:t>Android Auto &amp; Apple CarPlay (wireless)</a:t>
            </a:r>
          </a:p>
          <a:p>
            <a:pPr lvl="0"/>
            <a:r>
              <a:rPr/>
              <a:t>Voice Commands (ZX: Natural language recognition)</a:t>
            </a:r>
          </a:p>
          <a:p>
            <a:pPr lvl="0"/>
            <a:r>
              <a:rPr/>
              <a:t>Built-in Navigation</a:t>
            </a:r>
          </a:p>
          <a:p>
            <a:pPr lvl="0"/>
            <a:r>
              <a:rPr/>
              <a:t>Over 8 connected car features (Geo-fencing, Live Tracking, Remote Lock/Unlock)</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Notes</a:t>
            </a:r>
          </a:p>
        </p:txBody>
      </p:sp>
      <p:sp>
        <p:nvSpPr>
          <p:cNvPr id="3" name="Content Placeholder 2"/>
          <p:cNvSpPr>
            <a:spLocks noGrp="1"/>
          </p:cNvSpPr>
          <p:nvPr>
            <p:ph idx="1"/>
          </p:nvPr>
        </p:nvSpPr>
        <p:spPr/>
        <p:txBody>
          <a:bodyPr/>
          <a:lstStyle/>
          <a:p>
            <a:pPr lvl="0"/>
            <a:r>
              <a:rPr/>
              <a:t>Prices are ex-showroom, Delhi.</a:t>
            </a:r>
            <a:br/>
          </a:p>
          <a:p>
            <a:pPr lvl="0"/>
            <a:r>
              <a:rPr/>
              <a:t>EV and Hybrid prices/features subject to availability and future updates.</a:t>
            </a:r>
            <a:br/>
          </a:p>
          <a:p>
            <a:pPr lvl="0"/>
            <a:r>
              <a:rPr/>
              <a:t>Range and figures are manufacturer estimates.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For more details or to book a test drive, contact your nearest </a:t>
            </a:r>
            <a:r>
              <a:rPr sz="2000">
                <a:hlinkClick r:id="rId2"/>
              </a:rPr>
              <a:t>Aventro dealership</a:t>
            </a:r>
            <a:r>
              <a:rPr sz="2000"/>
              <a:t> or locate a service center.</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2025-07-30T08:16:44Z</dcterms:created>
  <dcterms:modified xsi:type="dcterms:W3CDTF">2025-07-30T08:16:44Z</dcterms:modified>
</cp:coreProperties>
</file>

<file path=docProps/custom.xml><?xml version="1.0" encoding="utf-8"?>
<Properties xmlns="http://schemas.openxmlformats.org/officeDocument/2006/custom-properties" xmlns:vt="http://schemas.openxmlformats.org/officeDocument/2006/docPropsVTypes"/>
</file>