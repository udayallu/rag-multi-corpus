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1" Type="http://schemas.openxmlformats.org/officeDocument/2006/relationships/viewProps" Target="viewProps.xml" /><Relationship Id="rId1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3" Type="http://schemas.openxmlformats.org/officeDocument/2006/relationships/tableStyles" Target="tableStyles.xml" /><Relationship Id="rId12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mailto:info@aventromotors.com" TargetMode="Externa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mailto:info@aventromotors.com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Sell Your Car in 3 Easy Steps | Aventro Motors Pvt. Ltd.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Thinking of upgrading your drive? Sell your car easily with Aventro Motors!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Why Sell Your Car with Aventro?</a:t>
            </a:r>
          </a:p>
          <a:p>
            <a:pPr lvl="0"/>
            <a:r>
              <a:rPr b="1"/>
              <a:t>Hassle-Free Process</a:t>
            </a:r>
            <a:r>
              <a:rPr/>
              <a:t>: Quick, transparent, and convenient.</a:t>
            </a:r>
          </a:p>
          <a:p>
            <a:pPr lvl="0"/>
            <a:r>
              <a:rPr b="1"/>
              <a:t>Best Value Guarantee</a:t>
            </a:r>
            <a:r>
              <a:rPr/>
              <a:t>: Get the most competitive price for your vehicle.</a:t>
            </a:r>
          </a:p>
          <a:p>
            <a:pPr lvl="0"/>
            <a:r>
              <a:rPr b="1"/>
              <a:t>Pan-India Coverage</a:t>
            </a:r>
            <a:r>
              <a:rPr/>
              <a:t>: 20+ service locations nationwide for inspections &amp; support.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🚗 Sell Your Car in 3 Easy Steps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1. Book a Free Car Inspection</a:t>
            </a:r>
          </a:p>
          <a:p>
            <a:pPr lvl="0"/>
            <a:r>
              <a:rPr/>
              <a:t>Contact us online, via phone, or email to schedule a free inspection at your nearest Aventro Service Center.</a:t>
            </a:r>
          </a:p>
          <a:p>
            <a:pPr lvl="0"/>
            <a:r>
              <a:rPr/>
              <a:t>Our expert team will evaluate your car based on its condition, make, model, year, and mileage.</a:t>
            </a:r>
          </a:p>
          <a:p>
            <a:pPr lvl="0"/>
            <a:r>
              <a:rPr b="1"/>
              <a:t>No obligation to sell after the evaluation!</a:t>
            </a:r>
          </a:p>
          <a:p>
            <a:pPr lvl="0" indent="0" marL="0">
              <a:buNone/>
            </a:pPr>
            <a:r>
              <a:rPr b="1"/>
              <a:t>Book Now:</a:t>
            </a:r>
            <a:br/>
            <a:r>
              <a:rPr/>
              <a:t>Phone: +91 124 1234567</a:t>
            </a:r>
            <a:br/>
            <a:r>
              <a:rPr/>
              <a:t>Email: </a:t>
            </a:r>
            <a:r>
              <a:rPr>
                <a:hlinkClick r:id="rId2"/>
              </a:rPr>
              <a:t>info@aventromotors.com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2. Get Your Best Offer</a:t>
            </a:r>
          </a:p>
          <a:p>
            <a:pPr lvl="0"/>
            <a:r>
              <a:rPr/>
              <a:t>Receive a fair and instant offer based on the latest market value.</a:t>
            </a:r>
          </a:p>
          <a:p>
            <a:pPr lvl="0"/>
            <a:r>
              <a:rPr/>
              <a:t>Transparent pricing with no hidden charges.</a:t>
            </a:r>
          </a:p>
          <a:p>
            <a:pPr lvl="0"/>
            <a:r>
              <a:rPr/>
              <a:t>You get the best value, whether your car is a Hatchback, Sedan, or SUV.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3. Sell &amp; Get Paid Instantly</a:t>
            </a:r>
          </a:p>
          <a:p>
            <a:pPr lvl="0"/>
            <a:r>
              <a:rPr/>
              <a:t>Accept the offer and complete minimal paperwork.</a:t>
            </a:r>
          </a:p>
          <a:p>
            <a:pPr lvl="0"/>
            <a:r>
              <a:rPr/>
              <a:t>We handle the RC transfer and documentation.</a:t>
            </a:r>
          </a:p>
          <a:p>
            <a:pPr lvl="0"/>
            <a:r>
              <a:rPr/>
              <a:t>Receive payment instantly via your preferred mode.</a:t>
            </a:r>
          </a:p>
          <a:p>
            <a:pPr lvl="0"/>
            <a:r>
              <a:rPr/>
              <a:t>Option for pick-up or drop-off at your chosen Aventro Service Center.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✔️ What Do You Need?</a:t>
            </a:r>
          </a:p>
          <a:p>
            <a:pPr lvl="0"/>
            <a:r>
              <a:rPr/>
              <a:t>Car Registration Certificate (RC)</a:t>
            </a:r>
          </a:p>
          <a:p>
            <a:pPr lvl="0"/>
            <a:r>
              <a:rPr/>
              <a:t>Owner’s ID Proof</a:t>
            </a:r>
          </a:p>
          <a:p>
            <a:pPr lvl="0"/>
            <a:r>
              <a:rPr/>
              <a:t>Vehicle Service History (if available)</a:t>
            </a:r>
          </a:p>
          <a:p>
            <a:pPr lvl="0"/>
            <a:r>
              <a:rPr/>
              <a:t>Any loan closure documents (if applicable)</a:t>
            </a:r>
          </a:p>
          <a:p>
            <a:pPr lvl="0"/>
            <a:r>
              <a:rPr b="1"/>
              <a:t>That’s all! We’ll guide you with everything else.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📍 Find Your Nearest Aventro Service Center</a:t>
            </a:r>
          </a:p>
          <a:p>
            <a:pPr lvl="0" indent="0" marL="0">
              <a:buNone/>
            </a:pPr>
            <a:r>
              <a:rPr/>
              <a:t>Located across major Indian cities including Mumbai, Delhi, Bengaluru, Chennai, Hyderabad, Pune, and more!</a:t>
            </a:r>
            <a:br/>
            <a:r>
              <a:rPr/>
              <a:t>See All Locations ›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Frequently Asked Questions</a:t>
            </a:r>
          </a:p>
          <a:p>
            <a:pPr lvl="0" indent="0" marL="0">
              <a:buNone/>
            </a:pPr>
            <a:r>
              <a:rPr b="1"/>
              <a:t>Q: My car is old or not an Aventro model. Can I still sell?</a:t>
            </a:r>
            <a:br/>
            <a:r>
              <a:rPr/>
              <a:t>Yes, we accept all brands, makes, models, and ages of cars.</a:t>
            </a:r>
          </a:p>
          <a:p>
            <a:pPr lvl="0" indent="0" marL="0">
              <a:buNone/>
            </a:pPr>
            <a:r>
              <a:rPr b="1"/>
              <a:t>Q: Can I sell a financed car?</a:t>
            </a:r>
            <a:br/>
            <a:r>
              <a:rPr/>
              <a:t>Yes, our team will help you clear any outstanding loan.</a:t>
            </a:r>
          </a:p>
          <a:p>
            <a:pPr lvl="0" indent="0" marL="0">
              <a:buNone/>
            </a:pPr>
            <a:r>
              <a:rPr b="1"/>
              <a:t>Q: How long does the sale process take?</a:t>
            </a:r>
            <a:br/>
            <a:r>
              <a:rPr/>
              <a:t>From inspection to payment, the process can be completed within the same day!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Ready to Sell?</a:t>
            </a:r>
          </a:p>
          <a:p>
            <a:pPr lvl="0" indent="0" marL="0">
              <a:buNone/>
            </a:pPr>
            <a:r>
              <a:rPr/>
              <a:t>Contact us today and experience the Aventro difference.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Aventro Motors Pvt. Ltd.</a:t>
            </a:r>
            <a:br/>
            <a:r>
              <a:rPr/>
              <a:t>Aventro Tower, Sector 18, Gurgaon, Haryana - 122018, India</a:t>
            </a:r>
            <a:br/>
            <a:r>
              <a:rPr/>
              <a:t>📞 +91 124 1234567</a:t>
            </a:r>
            <a:br/>
            <a:r>
              <a:rPr/>
              <a:t>✉️ </a:t>
            </a:r>
            <a:r>
              <a:rPr>
                <a:hlinkClick r:id="rId2"/>
              </a:rPr>
              <a:t>info@aventromotors.com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2025-07-30T08:15:33Z</dcterms:created>
  <dcterms:modified xsi:type="dcterms:W3CDTF">2025-07-30T08:15:33Z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