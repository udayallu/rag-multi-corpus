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careers@aventromotors.com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Careers at Aventro Motors Pvt. Ltd.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Aventro Motors Pvt. Ltd., a pioneer in the Indian automotive industry! We’re committed to innovation, quality, and driving the future of mobility. Join our passionate team and take the next step in your career.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Work With Us?</a:t>
            </a:r>
          </a:p>
          <a:p>
            <a:pPr lvl="0"/>
            <a:r>
              <a:rPr/>
              <a:t>Work with cutting-edge automotive technologies (Petrol, Diesel, Electric, Hybrid)</a:t>
            </a:r>
          </a:p>
          <a:p>
            <a:pPr lvl="0"/>
            <a:r>
              <a:rPr/>
              <a:t>Be part of a vibrant and diverse team</a:t>
            </a:r>
          </a:p>
          <a:p>
            <a:pPr lvl="0"/>
            <a:r>
              <a:rPr/>
              <a:t>Opportunities for professional growth and training</a:t>
            </a:r>
          </a:p>
          <a:p>
            <a:pPr lvl="0"/>
            <a:r>
              <a:rPr/>
              <a:t>Competitive compensation and benefits</a:t>
            </a:r>
          </a:p>
          <a:p>
            <a:pPr lvl="0"/>
            <a:r>
              <a:rPr/>
              <a:t>Pan-India presence with offices and service centers across the country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Current Job Openings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Sales Executive</a:t>
            </a:r>
          </a:p>
          <a:p>
            <a:pPr lvl="0" indent="0" marL="0">
              <a:buNone/>
            </a:pPr>
            <a:r>
              <a:rPr b="1"/>
              <a:t>Location:</a:t>
            </a:r>
            <a:r>
              <a:rPr/>
              <a:t> Aventro Tower, Sector 18, Gurgaon, Haryana</a:t>
            </a:r>
            <a:br/>
            <a:r>
              <a:rPr b="1"/>
              <a:t>Department:</a:t>
            </a:r>
            <a:r>
              <a:rPr/>
              <a:t> Sales &amp; Marketing</a:t>
            </a:r>
            <a:br/>
            <a:r>
              <a:rPr b="1"/>
              <a:t>Job Type:</a:t>
            </a:r>
            <a:r>
              <a:rPr/>
              <a:t> Full-time</a:t>
            </a:r>
          </a:p>
          <a:p>
            <a:pPr lvl="0" indent="0" marL="0">
              <a:buNone/>
            </a:pPr>
            <a:r>
              <a:rPr b="1"/>
              <a:t>Key Responsibilities:</a:t>
            </a:r>
            <a:r>
              <a:rPr/>
              <a:t> - Generate and manage leads for new car sales - Explain features and advantages of Aventro models (Petrol, Diesel, Electric, Hybrid) - Build and maintain customer relationships - Achieve monthly and quarterly sales targets</a:t>
            </a:r>
          </a:p>
          <a:p>
            <a:pPr lvl="0" indent="0" marL="0">
              <a:buNone/>
            </a:pPr>
            <a:r>
              <a:rPr b="1"/>
              <a:t>Qualifications:</a:t>
            </a:r>
            <a:r>
              <a:rPr/>
              <a:t> - Graduate (any discipline) - 1-2 years automotive sales experience preferred - Excellent communication and presentation skills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Service Technician (Electric Vehicles)</a:t>
            </a:r>
          </a:p>
          <a:p>
            <a:pPr lvl="0" indent="0" marL="0">
              <a:buNone/>
            </a:pPr>
            <a:r>
              <a:rPr b="1"/>
              <a:t>Location:</a:t>
            </a:r>
            <a:r>
              <a:rPr/>
              <a:t> Okhla Industrial Area, New Delhi / Electronic City, Bengaluru</a:t>
            </a:r>
            <a:br/>
            <a:r>
              <a:rPr b="1"/>
              <a:t>Department:</a:t>
            </a:r>
            <a:r>
              <a:rPr/>
              <a:t> After Sales Service</a:t>
            </a:r>
            <a:br/>
            <a:r>
              <a:rPr b="1"/>
              <a:t>Job Type:</a:t>
            </a:r>
            <a:r>
              <a:rPr/>
              <a:t> Full-time</a:t>
            </a:r>
          </a:p>
          <a:p>
            <a:pPr lvl="0" indent="0" marL="0">
              <a:buNone/>
            </a:pPr>
            <a:r>
              <a:rPr b="1"/>
              <a:t>Key Responsibilities:</a:t>
            </a:r>
            <a:r>
              <a:rPr/>
              <a:t> - Diagnose and repair electric vehicle systems (battery, motor, electronics) - Perform regular maintenance and system checks - Coordinate with technical teams for problem resolution</a:t>
            </a:r>
          </a:p>
          <a:p>
            <a:pPr lvl="0" indent="0" marL="0">
              <a:buNone/>
            </a:pPr>
            <a:r>
              <a:rPr b="1"/>
              <a:t>Qualifications:</a:t>
            </a:r>
            <a:r>
              <a:rPr/>
              <a:t> - ITI/Diploma in Automobile/Electrical/Mechanical Engineering - Experience in servicing electric/hybrid vehicles preferred - Strong technical troubleshooting skills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Quality Assurance Engineer</a:t>
            </a:r>
          </a:p>
          <a:p>
            <a:pPr lvl="0" indent="0" marL="0">
              <a:buNone/>
            </a:pPr>
            <a:r>
              <a:rPr b="1"/>
              <a:t>Location:</a:t>
            </a:r>
            <a:r>
              <a:rPr/>
              <a:t> Aventro Tower, Sector 18, Gurgaon, Haryana</a:t>
            </a:r>
            <a:br/>
            <a:r>
              <a:rPr b="1"/>
              <a:t>Department:</a:t>
            </a:r>
            <a:r>
              <a:rPr/>
              <a:t> Production &amp; R&amp;D</a:t>
            </a:r>
            <a:br/>
            <a:r>
              <a:rPr b="1"/>
              <a:t>Job Type:</a:t>
            </a:r>
            <a:r>
              <a:rPr/>
              <a:t> Full-time</a:t>
            </a:r>
          </a:p>
          <a:p>
            <a:pPr lvl="0" indent="0" marL="0">
              <a:buNone/>
            </a:pPr>
            <a:r>
              <a:rPr b="1"/>
              <a:t>Key Responsibilities:</a:t>
            </a:r>
            <a:r>
              <a:rPr/>
              <a:t> - Conduct quality checks on car assemblies and component parts - Liaise with suppliers for part quality (e.g., Engine, Battery Pack, Brake Pads) - Prepare QA reports and suggest corrective actions</a:t>
            </a:r>
          </a:p>
          <a:p>
            <a:pPr lvl="0" indent="0" marL="0">
              <a:buNone/>
            </a:pPr>
            <a:r>
              <a:rPr b="1"/>
              <a:t>Qualifications:</a:t>
            </a:r>
            <a:r>
              <a:rPr/>
              <a:t> - B.E/B.Tech in Automobile/Mechanical Engineering - Knowledge of quality systems/standards in automotive industry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Customer Support Associate</a:t>
            </a:r>
          </a:p>
          <a:p>
            <a:pPr lvl="0" indent="0" marL="0">
              <a:buNone/>
            </a:pPr>
            <a:r>
              <a:rPr b="1"/>
              <a:t>Location:</a:t>
            </a:r>
            <a:r>
              <a:rPr/>
              <a:t> Gurugram, Haryana / Work from Home</a:t>
            </a:r>
            <a:br/>
            <a:r>
              <a:rPr b="1"/>
              <a:t>Department:</a:t>
            </a:r>
            <a:r>
              <a:rPr/>
              <a:t> Customer Care</a:t>
            </a:r>
            <a:br/>
            <a:r>
              <a:rPr b="1"/>
              <a:t>Job Type:</a:t>
            </a:r>
            <a:r>
              <a:rPr/>
              <a:t> Full-time/Contract</a:t>
            </a:r>
          </a:p>
          <a:p>
            <a:pPr lvl="0" indent="0" marL="0">
              <a:buNone/>
            </a:pPr>
            <a:r>
              <a:rPr b="1"/>
              <a:t>Key Responsibilities:</a:t>
            </a:r>
            <a:r>
              <a:rPr/>
              <a:t> - Handle customer inquiries about car models, servicing, and locations - Provide assistance for insurance claims, roadside support, and maintenance booking</a:t>
            </a:r>
          </a:p>
          <a:p>
            <a:pPr lvl="0" indent="0" marL="0">
              <a:buNone/>
            </a:pPr>
            <a:r>
              <a:rPr b="1"/>
              <a:t>Qualifications:</a:t>
            </a:r>
            <a:r>
              <a:rPr/>
              <a:t> - Graduate in any stream - Experience in customer service roles preferred - Good command of English and Hindi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Parts Manager</a:t>
            </a:r>
          </a:p>
          <a:p>
            <a:pPr lvl="0" indent="0" marL="0">
              <a:buNone/>
            </a:pPr>
            <a:r>
              <a:rPr b="1"/>
              <a:t>Location:</a:t>
            </a:r>
            <a:r>
              <a:rPr/>
              <a:t> Andheri East, Mumbai / Vastrapur, Ahmedabad</a:t>
            </a:r>
            <a:br/>
            <a:r>
              <a:rPr b="1"/>
              <a:t>Department:</a:t>
            </a:r>
            <a:r>
              <a:rPr/>
              <a:t> Spare Parts Management</a:t>
            </a:r>
            <a:br/>
            <a:r>
              <a:rPr b="1"/>
              <a:t>Job Type:</a:t>
            </a:r>
            <a:r>
              <a:rPr/>
              <a:t> Full-time</a:t>
            </a:r>
          </a:p>
          <a:p>
            <a:pPr lvl="0" indent="0" marL="0">
              <a:buNone/>
            </a:pPr>
            <a:r>
              <a:rPr b="1"/>
              <a:t>Key Responsibilities:</a:t>
            </a:r>
            <a:r>
              <a:rPr/>
              <a:t> - Oversee inventory of automotive parts (Engine Assembly to Custom Accessories) - Manage supplier relationships and logistics - Coordinate with Service Centers for part requests and fulfillment</a:t>
            </a:r>
          </a:p>
          <a:p>
            <a:pPr lvl="0" indent="0" marL="0">
              <a:buNone/>
            </a:pPr>
            <a:r>
              <a:rPr b="1"/>
              <a:t>Qualifications:</a:t>
            </a:r>
            <a:r>
              <a:rPr/>
              <a:t> - Graduate/Diploma in related field - 2+ years’ experience in automotive parts or inventory management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Apply?</a:t>
            </a:r>
          </a:p>
          <a:p>
            <a:pPr lvl="0" indent="0" marL="0">
              <a:buNone/>
            </a:pPr>
            <a:r>
              <a:rPr/>
              <a:t>Send your updated resume and cover letter to:</a:t>
            </a:r>
            <a:br/>
            <a:r>
              <a:rPr b="1"/>
              <a:t>Email:</a:t>
            </a:r>
            <a:r>
              <a:rPr/>
              <a:t> </a:t>
            </a:r>
            <a:r>
              <a:rPr>
                <a:hlinkClick r:id="rId2"/>
              </a:rPr>
              <a:t>careers@aventromotors.com</a:t>
            </a:r>
          </a:p>
          <a:p>
            <a:pPr lvl="0" indent="0" marL="0">
              <a:buNone/>
            </a:pPr>
            <a:r>
              <a:rPr/>
              <a:t>Please mention the position and location applied for in the subject line.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Internship Opportunities</a:t>
            </a:r>
          </a:p>
          <a:p>
            <a:pPr lvl="0" indent="0" marL="0">
              <a:buNone/>
            </a:pPr>
            <a:r>
              <a:rPr/>
              <a:t>Are you a student or recent graduate? Write to us with your interest and we will find matching opportunities for internships in Sales, Service, R&amp;D, and Marketing.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Explore your potential. Shape the future of mobility. Join Aventro Motors!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2025-07-30T08:15:48Z</dcterms:created>
  <dcterms:modified xsi:type="dcterms:W3CDTF">2025-07-30T08:15:48Z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