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Corporate &amp; Government Discounts Policy (Raw Draft)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Corporate Discounts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Eligibility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Available to employees of approved corporate entities/partners possessing a valid company ID.</a:t>
            </a:r>
          </a:p>
          <a:p>
            <a:pPr lvl="0"/>
            <a:r>
              <a:rPr/>
              <a:t>Bulk purchase schemes for corporate fleet requirements; eligibility as per agreement/MOU.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Discount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General Corporate Discount:</a:t>
            </a:r>
            <a:br/>
            <a:r>
              <a:rPr/>
              <a:t>2% - 5% off on ex-showroom price (varying by model, quantity, and corporate tie-up).</a:t>
            </a:r>
          </a:p>
          <a:p>
            <a:pPr lvl="0"/>
            <a:r>
              <a:rPr b="1"/>
              <a:t>Fleet Purchase Discount:</a:t>
            </a:r>
            <a:br/>
            <a:r>
              <a:rPr/>
              <a:t>5% - 8% off for purchase of 5+ vehicles in a single order.</a:t>
            </a:r>
          </a:p>
          <a:p>
            <a:pPr lvl="0"/>
            <a:r>
              <a:rPr b="1"/>
              <a:t>Additional Benefits:</a:t>
            </a:r>
          </a:p>
          <a:p>
            <a:pPr lvl="1"/>
            <a:r>
              <a:rPr/>
              <a:t>Free 1st year maintenance package.</a:t>
            </a:r>
          </a:p>
          <a:p>
            <a:pPr lvl="1"/>
            <a:r>
              <a:rPr/>
              <a:t>Complimentary accessories kit on select models.</a:t>
            </a:r>
          </a:p>
          <a:p>
            <a:pPr lvl="1"/>
            <a:r>
              <a:rPr/>
              <a:t>Priority delivery slots.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Valid Corporate ID Proof / Letter from HR or Procurement Head.</a:t>
            </a:r>
          </a:p>
          <a:p>
            <a:pPr lvl="0"/>
            <a:r>
              <a:rPr/>
              <a:t>Company-issued Purchase Order (PO) or undertaking.</a:t>
            </a:r>
          </a:p>
          <a:p>
            <a:pPr lvl="0"/>
            <a:r>
              <a:rPr/>
              <a:t>Employee ID Proof (for individual employee schemes).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Terms &amp;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Corporate discounts cannot be clubbed with some seasonal offers, promotional rebates, or exchange bonuses.</a:t>
            </a:r>
          </a:p>
          <a:p>
            <a:pPr lvl="0"/>
            <a:r>
              <a:rPr/>
              <a:t>Discount amount and benefits at discretion of Aventro Motors Pvt. Ltd. and can vary by region/dealership.</a:t>
            </a:r>
          </a:p>
          <a:p>
            <a:pPr lvl="0"/>
            <a:r>
              <a:rPr/>
              <a:t>GST &amp; other statutory levies payable on discounted price.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Government Discounts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Eligibility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Applicable to Central/State Government organizations, PSUs, Public Sector Banks, Municipal Corporations, and accredited government officials.</a:t>
            </a:r>
          </a:p>
          <a:p>
            <a:pPr lvl="0"/>
            <a:r>
              <a:rPr/>
              <a:t>Available for both official and personal purchases (subject to organization’s rules).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Discount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Direct Government Order:</a:t>
            </a:r>
            <a:br/>
            <a:r>
              <a:rPr/>
              <a:t>3% - 7% off on ex-showroom price.</a:t>
            </a:r>
          </a:p>
          <a:p>
            <a:pPr lvl="0"/>
            <a:r>
              <a:rPr b="1"/>
              <a:t>Public Sector Employees:</a:t>
            </a:r>
            <a:br/>
            <a:r>
              <a:rPr/>
              <a:t>2% - 5% off on ex-showroom price (on submission of valid official ID).</a:t>
            </a:r>
          </a:p>
          <a:p>
            <a:pPr lvl="0"/>
            <a:r>
              <a:rPr b="1"/>
              <a:t>Defence/Police/Paramilitary Personnel:</a:t>
            </a:r>
            <a:br/>
            <a:r>
              <a:rPr/>
              <a:t>Additional ₹10,000 - ₹20,000 benefit (model-specific).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Perks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Priority processing for order and registration.</a:t>
            </a:r>
          </a:p>
          <a:p>
            <a:pPr lvl="0"/>
            <a:r>
              <a:rPr/>
              <a:t>Fast-track delivery support.</a:t>
            </a:r>
          </a:p>
          <a:p>
            <a:pPr lvl="0"/>
            <a:r>
              <a:rPr/>
              <a:t>Complimentary basic kit.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Official Purchase Order or Sanction Letter (institutional purchase).</a:t>
            </a:r>
          </a:p>
          <a:p>
            <a:pPr lvl="0"/>
            <a:r>
              <a:rPr/>
              <a:t>Valid Government photo ID/Service Card (for personal purchase).</a:t>
            </a:r>
          </a:p>
          <a:p>
            <a:pPr lvl="0"/>
            <a:r>
              <a:rPr/>
              <a:t>Departmental recommendation letter (if needed).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Terms &amp;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Discounts subject to availability of models/variants and as per prevailing policy.</a:t>
            </a:r>
          </a:p>
          <a:p>
            <a:pPr lvl="0"/>
            <a:r>
              <a:rPr/>
              <a:t>Not valid for resale prior to 1 year from delivery (especially for institutional sales).</a:t>
            </a:r>
          </a:p>
          <a:p>
            <a:pPr lvl="0"/>
            <a:r>
              <a:rPr/>
              <a:t>Cannot be combined with some private exchange/finance offers.</a:t>
            </a:r>
          </a:p>
          <a:p>
            <a:pPr lvl="0"/>
            <a:r>
              <a:rPr/>
              <a:t>Final discretion rests with Aventro Motors Pvt. Ltd.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updated discount slabs and eligibility, contact Aventro Motors corporate sales team:</a:t>
            </a:r>
            <a:r>
              <a:rPr/>
              <a:t> - Email: info@aventromotors.com</a:t>
            </a:r>
            <a:br/>
            <a:r>
              <a:rPr/>
              <a:t>- Corporate &amp; Govt Sales Desk: +91 124 1234567</a:t>
            </a:r>
          </a:p>
          <a:p>
            <a:pPr lvl="0" indent="0" marL="1270000">
              <a:buNone/>
            </a:pPr>
            <a:r>
              <a:rPr sz="2000" i="1"/>
              <a:t>Note:</a:t>
            </a:r>
            <a:r>
              <a:rPr sz="2000"/>
              <a:t> All discounts are subject to periodic revision and may change without prior notice. Ask your nearest dealer for prevailing offers.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2025-07-30T08:17:34Z</dcterms:created>
  <dcterms:modified xsi:type="dcterms:W3CDTF">2025-07-30T08:17:34Z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