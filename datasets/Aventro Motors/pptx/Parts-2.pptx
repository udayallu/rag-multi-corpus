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Aventro Motors Pvt. Ltd. </a:t>
            </a:r>
          </a:p>
        </p:txBody>
      </p:sp>
      <p:sp>
        <p:nvSpPr>
          <p:cNvPr id="3" name="Content Placeholder 2"/>
          <p:cNvSpPr>
            <a:spLocks noGrp="1"/>
          </p:cNvSpPr>
          <p:nvPr>
            <p:ph idx="1"/>
          </p:nvPr>
        </p:nvSpPr>
        <p:spPr/>
        <p:txBody>
          <a:bodyPr/>
          <a:lstStyle/>
          <a:p>
            <a:pPr lvl="0" indent="0" marL="0">
              <a:buNone/>
            </a:pPr>
            <a:r>
              <a:rPr b="1"/>
              <a:t>Parts List &amp; Industry Standard Prices</a:t>
            </a:r>
          </a:p>
          <a:p>
            <a:pPr lvl="0" indent="0" marL="0">
              <a:buNone/>
            </a:pPr>
            <a:r>
              <a:rPr/>
              <a:t>Below are typical details and industry average prices (2024) for commonly replaced automotive parts, applicable to Aventro as well as most mainstream passenger vehicles in India. Prices may vary by make/model, specification, and market.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Air Filter</a:t>
            </a:r>
          </a:p>
          <a:p>
            <a:pPr lvl="0"/>
            <a:r>
              <a:rPr b="1"/>
              <a:t>Description:</a:t>
            </a:r>
            <a:r>
              <a:rPr/>
              <a:t> Filters airborne particles from entering the engine, crucial for clean air intake and engine health.</a:t>
            </a:r>
          </a:p>
          <a:p>
            <a:pPr lvl="0"/>
            <a:r>
              <a:rPr b="1"/>
              <a:t>Average Market Price:</a:t>
            </a:r>
            <a:r>
              <a:rPr/>
              <a:t> ₹500 – ₹1,200</a:t>
            </a:r>
          </a:p>
          <a:p>
            <a:pPr lvl="0" indent="0" marL="0">
              <a:spcBef>
                <a:spcPts val="3000"/>
              </a:spcBef>
              <a:buNone/>
            </a:pPr>
            <a:r>
              <a:rPr b="1"/>
              <a:t>2. Oil Filter</a:t>
            </a:r>
          </a:p>
          <a:p>
            <a:pPr lvl="0"/>
            <a:r>
              <a:rPr b="1"/>
              <a:t>Description:</a:t>
            </a:r>
            <a:r>
              <a:rPr/>
              <a:t> Removes contaminants from engine oil to protect engine internals and maintain lubrication quality.</a:t>
            </a:r>
          </a:p>
          <a:p>
            <a:pPr lvl="0"/>
            <a:r>
              <a:rPr b="1"/>
              <a:t>Average Market Price:</a:t>
            </a:r>
            <a:r>
              <a:rPr/>
              <a:t> ₹300 – ₹800</a:t>
            </a:r>
          </a:p>
          <a:p>
            <a:pPr lvl="0" indent="0" marL="0">
              <a:spcBef>
                <a:spcPts val="3000"/>
              </a:spcBef>
              <a:buNone/>
            </a:pPr>
            <a:r>
              <a:rPr b="1"/>
              <a:t>3. Fuel Injector</a:t>
            </a:r>
          </a:p>
          <a:p>
            <a:pPr lvl="0"/>
            <a:r>
              <a:rPr b="1"/>
              <a:t>Description:</a:t>
            </a:r>
            <a:r>
              <a:rPr/>
              <a:t> Delivers fuel to engine cylinders in precise amounts for efficient combustion.</a:t>
            </a:r>
          </a:p>
          <a:p>
            <a:pPr lvl="0"/>
            <a:r>
              <a:rPr b="1"/>
              <a:t>Average Market Price:</a:t>
            </a:r>
            <a:r>
              <a:rPr/>
              <a:t> ₹2,000 – ₹6,000 (per injector)</a:t>
            </a:r>
          </a:p>
          <a:p>
            <a:pPr lvl="0"/>
            <a:r>
              <a:rPr b="1"/>
              <a:t>Note:</a:t>
            </a:r>
            <a:r>
              <a:rPr/>
              <a:t> Most vehicles have 3–4 injectors (petrol); diesels may have more and be higher-priced.</a:t>
            </a:r>
          </a:p>
          <a:p>
            <a:pPr lvl="0" indent="0" marL="0">
              <a:spcBef>
                <a:spcPts val="3000"/>
              </a:spcBef>
              <a:buNone/>
            </a:pPr>
            <a:r>
              <a:rPr b="1"/>
              <a:t>4. Spark Plug</a:t>
            </a:r>
          </a:p>
          <a:p>
            <a:pPr lvl="0"/>
            <a:r>
              <a:rPr b="1"/>
              <a:t>Description:</a:t>
            </a:r>
            <a:r>
              <a:rPr/>
              <a:t> Initiates ignition of the fuel-air mixture in petrol engines.</a:t>
            </a:r>
          </a:p>
          <a:p>
            <a:pPr lvl="0"/>
            <a:r>
              <a:rPr b="1"/>
              <a:t>Average Market Price:</a:t>
            </a:r>
            <a:r>
              <a:rPr/>
              <a:t> ₹200 – ₹600 (per spark plug)</a:t>
            </a:r>
          </a:p>
          <a:p>
            <a:pPr lvl="0"/>
            <a:r>
              <a:rPr b="1"/>
              <a:t>Note:</a:t>
            </a:r>
            <a:r>
              <a:rPr/>
              <a:t> Number required depends on engine (typically 3–4 for small cars, up to 6–8 for high-end/premium).</a:t>
            </a:r>
          </a:p>
          <a:p>
            <a:pPr lvl="0" indent="0" marL="0">
              <a:spcBef>
                <a:spcPts val="3000"/>
              </a:spcBef>
              <a:buNone/>
            </a:pPr>
            <a:r>
              <a:rPr b="1"/>
              <a:t>5. Alloy Wheels</a:t>
            </a:r>
          </a:p>
          <a:p>
            <a:pPr lvl="0"/>
            <a:r>
              <a:rPr b="1"/>
              <a:t>Description:</a:t>
            </a:r>
            <a:r>
              <a:rPr/>
              <a:t> Lightweight, stylish wheels improving aesthetics and sometimes performance.</a:t>
            </a:r>
          </a:p>
          <a:p>
            <a:pPr lvl="0"/>
            <a:r>
              <a:rPr b="1"/>
              <a:t>Average Market Price:</a:t>
            </a:r>
            <a:r>
              <a:rPr/>
              <a:t> ₹4,000 – ₹10,000 (per wheel; depends on size 13”–17” and design)</a:t>
            </a:r>
          </a:p>
          <a:p>
            <a:pPr lvl="0"/>
            <a:r>
              <a:rPr b="1"/>
              <a:t>Note:</a:t>
            </a:r>
            <a:r>
              <a:rPr/>
              <a:t> Premium or OEM alloys for SUVs and sedans can cost more.</a:t>
            </a:r>
          </a:p>
          <a:p>
            <a:pPr lvl="0" indent="0" marL="0">
              <a:spcBef>
                <a:spcPts val="3000"/>
              </a:spcBef>
              <a:buNone/>
            </a:pPr>
            <a:r>
              <a:rPr b="1"/>
              <a:t>6. Headlamps</a:t>
            </a:r>
          </a:p>
          <a:p>
            <a:pPr lvl="0"/>
            <a:r>
              <a:rPr b="1"/>
              <a:t>Description:</a:t>
            </a:r>
            <a:r>
              <a:rPr/>
              <a:t> Main front lights for visibility and road safety; may be halogen, LED, or projector types.</a:t>
            </a:r>
          </a:p>
          <a:p>
            <a:pPr lvl="0"/>
            <a:r>
              <a:rPr b="1"/>
              <a:t>Average Market Price:</a:t>
            </a:r>
          </a:p>
          <a:p>
            <a:pPr lvl="1"/>
            <a:r>
              <a:rPr b="1"/>
              <a:t>Halogen:</a:t>
            </a:r>
            <a:r>
              <a:rPr/>
              <a:t> ₹2,000 – ₹4,500 (per unit)</a:t>
            </a:r>
            <a:br/>
          </a:p>
          <a:p>
            <a:pPr lvl="1"/>
            <a:r>
              <a:rPr b="1"/>
              <a:t>LED/Projector:</a:t>
            </a:r>
            <a:r>
              <a:rPr/>
              <a:t> ₹5,000 – ₹15,000 (per unit)</a:t>
            </a:r>
            <a:br/>
          </a:p>
          <a:p>
            <a:pPr lvl="0"/>
            <a:r>
              <a:rPr b="1"/>
              <a:t>Note:</a:t>
            </a:r>
            <a:r>
              <a:rPr/>
              <a:t> Price varies by technology and vehicle segment.</a:t>
            </a:r>
          </a:p>
          <a:p>
            <a:pPr lvl="0" indent="0" marL="0">
              <a:spcBef>
                <a:spcPts val="3000"/>
              </a:spcBef>
              <a:buNone/>
            </a:pPr>
            <a:r>
              <a:rPr b="1"/>
              <a:t>7. Tail Lamps</a:t>
            </a:r>
          </a:p>
          <a:p>
            <a:pPr lvl="0"/>
            <a:r>
              <a:rPr b="1"/>
              <a:t>Description:</a:t>
            </a:r>
            <a:r>
              <a:rPr/>
              <a:t> Rear light assemblies including brake, indicator, and reversing lights.</a:t>
            </a:r>
          </a:p>
          <a:p>
            <a:pPr lvl="0"/>
            <a:r>
              <a:rPr b="1"/>
              <a:t>Average Market Price:</a:t>
            </a:r>
            <a:r>
              <a:rPr/>
              <a:t> ₹1,500 – ₹5,000 (per unit)</a:t>
            </a:r>
          </a:p>
          <a:p>
            <a:pPr lvl="0"/>
            <a:r>
              <a:rPr b="1"/>
              <a:t>Note:</a:t>
            </a:r>
            <a:r>
              <a:rPr/>
              <a:t> LED tail lamp units and assembly with dynamic indicators may cost more.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Disclaimer:</a:t>
            </a:r>
            <a:br/>
            <a:r>
              <a:rPr/>
              <a:t>- All prices above are approximate (as of 2024) and for standard parts.</a:t>
            </a:r>
            <a:br/>
            <a:r>
              <a:rPr/>
              <a:t>- Prices are subject to GST and labor charges may be extra.</a:t>
            </a:r>
            <a:br/>
            <a:r>
              <a:rPr/>
              <a:t>- For Aventro OEM pricing or specific vehicle compatibility, please contact your nearest Aventro Service Center or refer to your vehicle manual.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Contact &amp; Service</a:t>
            </a:r>
            <a:br/>
            <a:r>
              <a:rPr/>
              <a:t>Aventro Motors Pvt. Ltd.</a:t>
            </a:r>
            <a:br/>
            <a:r>
              <a:rPr/>
              <a:t>Aventro Tower, Sector 18, Gurgaon, Haryana - 122018, India</a:t>
            </a:r>
            <a:br/>
            <a:r>
              <a:rPr/>
              <a:t>Contact: +91 124 1234567</a:t>
            </a:r>
            <a:br/>
            <a:r>
              <a:rPr/>
              <a:t>Email: info@aventromotors.com</a:t>
            </a:r>
            <a:br/>
            <a:r>
              <a:rPr/>
              <a:t>Find a Service Center Near You →</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2025-07-30T08:17:54Z</dcterms:created>
  <dcterms:modified xsi:type="dcterms:W3CDTF">2025-07-30T08:17:54Z</dcterms:modified>
</cp:coreProperties>
</file>

<file path=docProps/custom.xml><?xml version="1.0" encoding="utf-8"?>
<Properties xmlns="http://schemas.openxmlformats.org/officeDocument/2006/custom-properties" xmlns:vt="http://schemas.openxmlformats.org/officeDocument/2006/docPropsVTypes"/>
</file>