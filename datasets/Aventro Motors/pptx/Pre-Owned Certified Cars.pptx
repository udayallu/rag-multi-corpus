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Aventro Motors Pvt. Ltd. 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Pre-Owned Certified Cars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Choose Aventro Certified Pre-Owned Cars?</a:t>
            </a:r>
          </a:p>
          <a:p>
            <a:pPr lvl="0" indent="0" marL="0">
              <a:buNone/>
            </a:pPr>
            <a:r>
              <a:rPr/>
              <a:t>When you choose a pre-owned car from Aventro Motors, you’re not just buying a car, you’re investing in peace of mind. Each Aventro Certified Pre-Owned vehicle undergoes an exhaustive </a:t>
            </a:r>
            <a:r>
              <a:rPr b="1"/>
              <a:t>380+ Check Points Inspection</a:t>
            </a:r>
            <a:r>
              <a:rPr/>
              <a:t> by our trained experts, ensuring you receive the best in safety, reliability, and comfort.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Aventro 380+ Checkpoints: The Gold Standard in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Aventro Certified Pre-Owned Cars go through a rigorous inspection and reconditioning process at our state-of-the-art service centers. Our checklist covers every detail, including:</a:t>
            </a:r>
          </a:p>
          <a:p>
            <a:pPr lvl="0" indent="0" marL="0">
              <a:buNone/>
            </a:pPr>
            <a:r>
              <a:rPr/>
              <a:t>1. Engine &amp; Transmission (50+ Checks)</a:t>
            </a:r>
          </a:p>
          <a:p>
            <a:pPr lvl="0"/>
            <a:r>
              <a:rPr/>
              <a:t>Complete engine assessment (mounts, leaks, coils)</a:t>
            </a:r>
          </a:p>
          <a:p>
            <a:pPr lvl="0"/>
            <a:r>
              <a:rPr/>
              <a:t>Compression and performance check</a:t>
            </a:r>
          </a:p>
          <a:p>
            <a:pPr lvl="0"/>
            <a:r>
              <a:rPr/>
              <a:t>Oil filter and air filter health</a:t>
            </a:r>
          </a:p>
          <a:p>
            <a:pPr lvl="0"/>
            <a:r>
              <a:rPr/>
              <a:t>Starter motor, alternator, radiator, coolant system</a:t>
            </a:r>
          </a:p>
          <a:p>
            <a:pPr lvl="0"/>
            <a:r>
              <a:rPr/>
              <a:t>Transmission system &amp; clutch operation</a:t>
            </a:r>
          </a:p>
          <a:p>
            <a:pPr lvl="0"/>
            <a:r>
              <a:rPr/>
              <a:t>Fuel injector &amp; fuel pump condition</a:t>
            </a:r>
          </a:p>
          <a:p>
            <a:pPr lvl="0" indent="0" marL="0">
              <a:buNone/>
            </a:pPr>
            <a:r>
              <a:rPr/>
              <a:t>2. Battery &amp; Electrical Systems (40+ Checks)</a:t>
            </a:r>
          </a:p>
          <a:p>
            <a:pPr lvl="0"/>
            <a:r>
              <a:rPr/>
              <a:t>Battery health &amp; terminals</a:t>
            </a:r>
          </a:p>
          <a:p>
            <a:pPr lvl="0"/>
            <a:r>
              <a:rPr/>
              <a:t>Starter/ alternator output</a:t>
            </a:r>
          </a:p>
          <a:p>
            <a:pPr lvl="0"/>
            <a:r>
              <a:rPr/>
              <a:t>Dashboard lights and alerts</a:t>
            </a:r>
          </a:p>
          <a:p>
            <a:pPr lvl="0"/>
            <a:r>
              <a:rPr/>
              <a:t>Headlamps, tail lamps, fog lamps, indicators</a:t>
            </a:r>
          </a:p>
          <a:p>
            <a:pPr lvl="0"/>
            <a:r>
              <a:rPr/>
              <a:t>Horn, internal cabin lights, switches, wiring</a:t>
            </a:r>
          </a:p>
          <a:p>
            <a:pPr lvl="0" indent="0" marL="0">
              <a:buNone/>
            </a:pPr>
            <a:r>
              <a:rPr/>
              <a:t>3. Suspension &amp; Brakes (30+ Checks)</a:t>
            </a:r>
          </a:p>
          <a:p>
            <a:pPr lvl="0"/>
            <a:r>
              <a:rPr/>
              <a:t>Shock absorbers, mounts, bushings</a:t>
            </a:r>
          </a:p>
          <a:p>
            <a:pPr lvl="0"/>
            <a:r>
              <a:rPr/>
              <a:t>Brake pads/ shoes, discs/ drums, fluid</a:t>
            </a:r>
          </a:p>
          <a:p>
            <a:pPr lvl="0"/>
            <a:r>
              <a:rPr/>
              <a:t>Brake response &amp; pedal feedback</a:t>
            </a:r>
          </a:p>
          <a:p>
            <a:pPr lvl="0"/>
            <a:r>
              <a:rPr/>
              <a:t>Handbrake/ parking brake operation</a:t>
            </a:r>
          </a:p>
          <a:p>
            <a:pPr lvl="0" indent="0" marL="0">
              <a:buNone/>
            </a:pPr>
            <a:r>
              <a:rPr/>
              <a:t>4. Exterior &amp; Interior Body (70+ Checks)</a:t>
            </a:r>
          </a:p>
          <a:p>
            <a:pPr lvl="0"/>
            <a:r>
              <a:rPr/>
              <a:t>Paint and body surface integrity</a:t>
            </a:r>
          </a:p>
          <a:p>
            <a:pPr lvl="0"/>
            <a:r>
              <a:rPr/>
              <a:t>Bumper, bonnet, roof, door panels</a:t>
            </a:r>
          </a:p>
          <a:p>
            <a:pPr lvl="0"/>
            <a:r>
              <a:rPr/>
              <a:t>Grade of scratch/ dent (if any)</a:t>
            </a:r>
          </a:p>
          <a:p>
            <a:pPr lvl="0"/>
            <a:r>
              <a:rPr/>
              <a:t>Side mirrors, door locks, wiper operation</a:t>
            </a:r>
          </a:p>
          <a:p>
            <a:pPr lvl="0"/>
            <a:r>
              <a:rPr/>
              <a:t>Alloy wheels, tyre tread, spare tyre, jack</a:t>
            </a:r>
          </a:p>
          <a:p>
            <a:pPr lvl="0"/>
            <a:r>
              <a:rPr/>
              <a:t>Windshield, window glasses, water ingress</a:t>
            </a:r>
          </a:p>
          <a:p>
            <a:pPr lvl="0" indent="0" marL="0">
              <a:buNone/>
            </a:pPr>
            <a:r>
              <a:rPr/>
              <a:t>5. HVAC &amp; Comfort Systems (25+ Checks)</a:t>
            </a:r>
          </a:p>
          <a:p>
            <a:pPr lvl="0"/>
            <a:r>
              <a:rPr/>
              <a:t>AC compressor, cooling, heater function</a:t>
            </a:r>
          </a:p>
          <a:p>
            <a:pPr lvl="0"/>
            <a:r>
              <a:rPr/>
              <a:t>Air vents, blower speed, climate sensor</a:t>
            </a:r>
          </a:p>
          <a:p>
            <a:pPr lvl="0"/>
            <a:r>
              <a:rPr/>
              <a:t>Seat adjustment/ heating</a:t>
            </a:r>
          </a:p>
          <a:p>
            <a:pPr lvl="0"/>
            <a:r>
              <a:rPr/>
              <a:t>Cabin filter and dust checks</a:t>
            </a:r>
          </a:p>
          <a:p>
            <a:pPr lvl="0" indent="0" marL="0">
              <a:buNone/>
            </a:pPr>
            <a:r>
              <a:rPr/>
              <a:t>6. Infotainment &amp; Connectivity (20+ Checks)</a:t>
            </a:r>
          </a:p>
          <a:p>
            <a:pPr lvl="0"/>
            <a:r>
              <a:rPr/>
              <a:t>Dashboard display, infotainment system</a:t>
            </a:r>
          </a:p>
          <a:p>
            <a:pPr lvl="0"/>
            <a:r>
              <a:rPr/>
              <a:t>Audio/ video, Bluetooth, AUX/ USB</a:t>
            </a:r>
          </a:p>
          <a:p>
            <a:pPr lvl="0"/>
            <a:r>
              <a:rPr/>
              <a:t>Navigation, speakers, mic check</a:t>
            </a:r>
          </a:p>
          <a:p>
            <a:pPr lvl="0" indent="0" marL="0">
              <a:buNone/>
            </a:pPr>
            <a:r>
              <a:rPr/>
              <a:t>7. Safety &amp; Control Systems (40+ Checks)</a:t>
            </a:r>
          </a:p>
          <a:p>
            <a:pPr lvl="0"/>
            <a:r>
              <a:rPr/>
              <a:t>Airbags, seatbelts, pre-tensioners</a:t>
            </a:r>
          </a:p>
          <a:p>
            <a:pPr lvl="0"/>
            <a:r>
              <a:rPr/>
              <a:t>ABS, EBD modules, sensors</a:t>
            </a:r>
          </a:p>
          <a:p>
            <a:pPr lvl="0"/>
            <a:r>
              <a:rPr/>
              <a:t>Alarm system, immobilizer, hazard signals</a:t>
            </a:r>
          </a:p>
          <a:p>
            <a:pPr lvl="0"/>
            <a:r>
              <a:rPr/>
              <a:t>Steering column, wheel alignment</a:t>
            </a:r>
          </a:p>
          <a:p>
            <a:pPr lvl="0" indent="0" marL="0">
              <a:buNone/>
            </a:pPr>
            <a:r>
              <a:rPr/>
              <a:t>8. Road Test Parameters (15+ Checks)</a:t>
            </a:r>
          </a:p>
          <a:p>
            <a:pPr lvl="0"/>
            <a:r>
              <a:rPr/>
              <a:t>Engine response, acceleration, noise &amp; vibration</a:t>
            </a:r>
          </a:p>
          <a:p>
            <a:pPr lvl="0"/>
            <a:r>
              <a:rPr/>
              <a:t>Gear shift, steering feedback, road stability</a:t>
            </a:r>
          </a:p>
          <a:p>
            <a:pPr lvl="0"/>
            <a:r>
              <a:rPr/>
              <a:t>Suspension and brake performance at speed</a:t>
            </a:r>
          </a:p>
          <a:p>
            <a:pPr lvl="0"/>
            <a:r>
              <a:rPr/>
              <a:t>Unusual noises, warning signs</a:t>
            </a:r>
          </a:p>
          <a:p>
            <a:pPr lvl="0" indent="0" marL="0">
              <a:buNone/>
            </a:pPr>
            <a:r>
              <a:rPr/>
              <a:t>…And More:</a:t>
            </a:r>
          </a:p>
          <a:p>
            <a:pPr lvl="0"/>
            <a:r>
              <a:rPr/>
              <a:t>Exhaust system, emission checks</a:t>
            </a:r>
          </a:p>
          <a:p>
            <a:pPr lvl="0"/>
            <a:r>
              <a:rPr/>
              <a:t>Chassis, underbody inspection, fluid leaks</a:t>
            </a:r>
          </a:p>
          <a:p>
            <a:pPr lvl="0"/>
            <a:r>
              <a:rPr/>
              <a:t>OBD diagnostics, emissions compliance</a:t>
            </a:r>
          </a:p>
          <a:p>
            <a:pPr lvl="0"/>
            <a:r>
              <a:rPr/>
              <a:t>Custom accessory condition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All Aventro Certified Cars Come With: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Comprehensive Multi-Point Inspection Report</a:t>
            </a:r>
          </a:p>
          <a:p>
            <a:pPr lvl="0"/>
            <a:r>
              <a:rPr b="1"/>
              <a:t>6-12 Months Warranty</a:t>
            </a:r>
            <a:r>
              <a:rPr/>
              <a:t> (options available)</a:t>
            </a:r>
          </a:p>
          <a:p>
            <a:pPr lvl="0"/>
            <a:r>
              <a:rPr b="1"/>
              <a:t>72-Point Refurbishment (minimum standard)</a:t>
            </a:r>
          </a:p>
          <a:p>
            <a:pPr lvl="0"/>
            <a:r>
              <a:rPr b="1"/>
              <a:t>100% Genuine Parts Guaranteed</a:t>
            </a:r>
          </a:p>
          <a:p>
            <a:pPr lvl="0"/>
            <a:r>
              <a:rPr b="1"/>
              <a:t>Verified Service History</a:t>
            </a:r>
          </a:p>
          <a:p>
            <a:pPr lvl="0"/>
            <a:r>
              <a:rPr b="1"/>
              <a:t>Hassle-Free Transfer and Documentation</a:t>
            </a:r>
          </a:p>
          <a:p>
            <a:pPr lvl="0"/>
            <a:r>
              <a:rPr b="1"/>
              <a:t>Roadside Assistance Options</a:t>
            </a:r>
          </a:p>
          <a:p>
            <a:pPr lvl="0"/>
            <a:r>
              <a:rPr/>
              <a:t>Finance &amp; Insurance Assistance</a:t>
            </a:r>
          </a:p>
          <a:p>
            <a:pPr lvl="0"/>
            <a:r>
              <a:rPr/>
              <a:t>Exclusive deals on Custom Accessories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Buy with Confidence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Find your dream pre-owned Aventro model — hatchback, sedan, SUV, electric, hybrid &amp; more — with nationwide </a:t>
            </a:r>
            <a:r>
              <a:rPr b="1"/>
              <a:t>service support</a:t>
            </a:r>
            <a:r>
              <a:rPr/>
              <a:t> at over 20+ major cities.</a:t>
            </a:r>
          </a:p>
          <a:p>
            <a:pPr lvl="0" indent="0" marL="0">
              <a:buNone/>
            </a:pPr>
            <a:r>
              <a:rPr b="1"/>
              <a:t>Visit our website</a:t>
            </a:r>
            <a:r>
              <a:rPr/>
              <a:t> or nearest Aventro dealership for current certified pre-owned inventory and ongoing offers.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Contact Us</a:t>
            </a:r>
          </a:p>
          <a:p>
            <a:pPr lvl="0" indent="0" marL="0">
              <a:buNone/>
            </a:pPr>
            <a:r>
              <a:rPr b="1"/>
              <a:t>Aventro Motors Pvt. Ltd.</a:t>
            </a:r>
            <a:br/>
            <a:r>
              <a:rPr/>
              <a:t>Aventro Tower, Sector 18, Gurugram, Haryana 122018, India</a:t>
            </a:r>
            <a:br/>
            <a:r>
              <a:rPr/>
              <a:t>📞 +91 124 1234567</a:t>
            </a:r>
            <a:br/>
            <a:r>
              <a:rPr/>
              <a:t>✉️ info@aventromotors.com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Aventro Certified Pre-Owned Cars — Inspected, Assured, Trusted.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2025-07-30T08:17:22Z</dcterms:created>
  <dcterms:modified xsi:type="dcterms:W3CDTF">2025-07-30T08:17:22Z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