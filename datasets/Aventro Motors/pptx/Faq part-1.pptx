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Frequently Asked Questions (FAQs)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Q: Is the doorstep test drive service available in all cities?</a:t>
            </a:r>
            <a:br/>
            <a:r>
              <a:rPr/>
              <a:t>A: Yes, we offer this service pan India, including all major cities and nearby locations.</a:t>
            </a:r>
          </a:p>
          <a:p>
            <a:pPr lvl="0" indent="0" marL="0">
              <a:buNone/>
            </a:pPr>
            <a:r>
              <a:rPr b="1"/>
              <a:t>Q: Are there any charges for doorstep test drives?</a:t>
            </a:r>
            <a:br/>
            <a:r>
              <a:rPr/>
              <a:t>A: No, this service is absolutely free.</a:t>
            </a:r>
          </a:p>
          <a:p>
            <a:pPr lvl="0" indent="0" marL="0">
              <a:buNone/>
            </a:pPr>
            <a:r>
              <a:rPr b="1"/>
              <a:t>Q: Can I test more than one model/variant?</a:t>
            </a:r>
            <a:br/>
            <a:r>
              <a:rPr/>
              <a:t>A: Absolutely! Just mention all the models/variants in your request.</a:t>
            </a:r>
          </a:p>
          <a:p>
            <a:pPr lvl="0" indent="0" marL="0">
              <a:buNone/>
            </a:pPr>
            <a:r>
              <a:rPr b="1"/>
              <a:t>Q: Do I need to submit any documents?</a:t>
            </a:r>
            <a:br/>
            <a:r>
              <a:rPr/>
              <a:t>A: Please keep a valid driving license handy for verification before the test drive.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2025-07-30T08:16:36Z</dcterms:created>
  <dcterms:modified xsi:type="dcterms:W3CDTF">2025-07-30T08:16:36Z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