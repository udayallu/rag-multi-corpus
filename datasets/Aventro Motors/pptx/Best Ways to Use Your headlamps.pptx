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info@aventromotors.com"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Ways to Use Your headlamps Based on Road, Traffic, and Climate</a:t>
            </a:r>
          </a:p>
        </p:txBody>
      </p:sp>
      <p:sp>
        <p:nvSpPr>
          <p:cNvPr id="3" name="Content Placeholder 2"/>
          <p:cNvSpPr>
            <a:spLocks noGrp="1"/>
          </p:cNvSpPr>
          <p:nvPr>
            <p:ph idx="1"/>
          </p:nvPr>
        </p:nvSpPr>
        <p:spPr/>
        <p:txBody>
          <a:bodyPr/>
          <a:lstStyle/>
          <a:p>
            <a:pPr lvl="0" indent="0" marL="0">
              <a:buNone/>
            </a:pPr>
            <a:r>
              <a:rPr b="1"/>
              <a:t>Driving conditions in India can vary dramatically depending on location, weather, and traffic density. Your headlamps (often referred to as headlights)—play a crucial role not only for your visibility but for the safety of everyone on the road. This guide from Aventro Motors outlines the best practices for using your headlamps based on distinct road, traffic, and climate scenarios.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Urban Roads with Heavy Traffic</a:t>
            </a:r>
          </a:p>
          <a:p>
            <a:pPr lvl="0"/>
            <a:r>
              <a:rPr b="1"/>
              <a:t>Use low beam:</a:t>
            </a:r>
            <a:r>
              <a:rPr/>
              <a:t> High beams can dazzle oncoming drivers and should be avoided in city traffic.</a:t>
            </a:r>
          </a:p>
          <a:p>
            <a:pPr lvl="0"/>
            <a:r>
              <a:rPr b="1"/>
              <a:t>Turn on your headlamps in the evening/low light:</a:t>
            </a:r>
            <a:r>
              <a:rPr/>
              <a:t> Even if street lights are present, using your headlamps enhances visibility.</a:t>
            </a:r>
          </a:p>
          <a:p>
            <a:pPr lvl="0"/>
            <a:r>
              <a:rPr b="1"/>
              <a:t>Hazards &amp; signal lights:</a:t>
            </a:r>
            <a:r>
              <a:rPr/>
              <a:t> Use these for extra safety during sudden traffic halts or in bumper-to-bumper situations.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Rural Roads &amp; Highways</a:t>
            </a:r>
          </a:p>
          <a:p>
            <a:pPr lvl="0"/>
            <a:r>
              <a:rPr b="1"/>
              <a:t>Switch to high beam on poorly lit or empty stretches:</a:t>
            </a:r>
            <a:r>
              <a:rPr/>
              <a:t> Offers extended visibility where street lighting is absent.</a:t>
            </a:r>
          </a:p>
          <a:p>
            <a:pPr lvl="0"/>
            <a:r>
              <a:rPr b="1"/>
              <a:t>Dip your beam for oncoming vehicles:</a:t>
            </a:r>
            <a:r>
              <a:rPr/>
              <a:t> Always shift back to low beam to avoid blinding other drivers.</a:t>
            </a:r>
          </a:p>
          <a:p>
            <a:pPr lvl="0"/>
            <a:r>
              <a:rPr b="1"/>
              <a:t>Check for road signs:</a:t>
            </a:r>
            <a:r>
              <a:rPr/>
              <a:t> Many rural roads feature animal crossings or sharp curves—reduce speed and use dipped beams.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Foggy or Rainy Weather</a:t>
            </a:r>
          </a:p>
          <a:p>
            <a:pPr lvl="0"/>
            <a:r>
              <a:rPr b="1"/>
              <a:t>Always use low beam:</a:t>
            </a:r>
            <a:r>
              <a:rPr/>
              <a:t> High beams reflect off fog or rain, worsening visibility.</a:t>
            </a:r>
          </a:p>
          <a:p>
            <a:pPr lvl="0"/>
            <a:r>
              <a:rPr b="1"/>
              <a:t>Activate fog lamps if available:</a:t>
            </a:r>
            <a:r>
              <a:rPr/>
              <a:t> These cut through the mist close to the road.</a:t>
            </a:r>
          </a:p>
          <a:p>
            <a:pPr lvl="0"/>
            <a:r>
              <a:rPr b="1"/>
              <a:t>Use hazard lights only when stationary on road shoulder:</a:t>
            </a:r>
            <a:r>
              <a:rPr/>
              <a:t> Do not use hazards while driving as it confuses other road users.</a:t>
            </a:r>
          </a:p>
          <a:p>
            <a:pPr lvl="0"/>
            <a:r>
              <a:rPr b="1"/>
              <a:t>Reduce speed and increase distance:</a:t>
            </a:r>
            <a:r>
              <a:rPr/>
              <a:t> Wet roads mean longer stopping distances.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Dusty or Smoggy Conditions</a:t>
            </a:r>
          </a:p>
          <a:p>
            <a:pPr lvl="0"/>
            <a:r>
              <a:rPr b="1"/>
              <a:t>Low beam for better penetration:</a:t>
            </a:r>
            <a:r>
              <a:rPr/>
              <a:t> Cut through dust better and make your car visible to others.</a:t>
            </a:r>
          </a:p>
          <a:p>
            <a:pPr lvl="0"/>
            <a:r>
              <a:rPr b="1"/>
              <a:t>Keep your headlamps and tail lamps clean:</a:t>
            </a:r>
            <a:r>
              <a:rPr/>
              <a:t> Dirt can cut your light output significantly.</a:t>
            </a:r>
          </a:p>
          <a:p>
            <a:pPr lvl="0"/>
            <a:r>
              <a:rPr b="1"/>
              <a:t>Use headlamps during the day if visibility is poor:</a:t>
            </a:r>
            <a:r>
              <a:rPr/>
              <a:t> This helps both you and others.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Twilight/Dawn and Overcast Days</a:t>
            </a:r>
          </a:p>
          <a:p>
            <a:pPr lvl="0"/>
            <a:r>
              <a:rPr b="1"/>
              <a:t>Turn on your headlamps even if it’s not dark:</a:t>
            </a:r>
            <a:r>
              <a:rPr/>
              <a:t> Light contrast is low and reduces overall visibility.</a:t>
            </a:r>
          </a:p>
          <a:p>
            <a:pPr lvl="0"/>
            <a:r>
              <a:rPr b="1"/>
              <a:t>Switch on tail lamps as well:</a:t>
            </a:r>
            <a:r>
              <a:rPr/>
              <a:t> Make sure drivers behind you can see your vehicle.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Hilly and Winding Roads</a:t>
            </a:r>
          </a:p>
          <a:p>
            <a:pPr lvl="0"/>
            <a:r>
              <a:rPr b="1"/>
              <a:t>Always use dipper at turns and blind spots:</a:t>
            </a:r>
            <a:r>
              <a:rPr/>
              <a:t> Alert oncoming vehicles of your presence.</a:t>
            </a:r>
          </a:p>
          <a:p>
            <a:pPr lvl="0"/>
            <a:r>
              <a:rPr b="1"/>
              <a:t>High beam for long stretches at night:</a:t>
            </a:r>
            <a:r>
              <a:rPr/>
              <a:t> But revert to low beam for sharp turns or when climbing gradients.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Night Driving</a:t>
            </a:r>
          </a:p>
          <a:p>
            <a:pPr lvl="0"/>
            <a:r>
              <a:rPr b="1"/>
              <a:t>Regularly alternate between high and low beam:</a:t>
            </a:r>
            <a:r>
              <a:rPr/>
              <a:t> Use high for extended visibility and low when another vehicle is near.</a:t>
            </a:r>
          </a:p>
          <a:p>
            <a:pPr lvl="0"/>
            <a:r>
              <a:rPr b="1"/>
              <a:t>Avoid using only parking lights:</a:t>
            </a:r>
            <a:r>
              <a:rPr/>
              <a:t> These are not sufficient for visibility or indication.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Snowy or Icy Conditions (Himalayan or North-Indian states)</a:t>
            </a:r>
          </a:p>
          <a:p>
            <a:pPr lvl="0"/>
            <a:r>
              <a:rPr b="1"/>
              <a:t>Use low beam:</a:t>
            </a:r>
            <a:r>
              <a:rPr/>
              <a:t> Snow reflects light, causing glare.</a:t>
            </a:r>
          </a:p>
          <a:p>
            <a:pPr lvl="0"/>
            <a:r>
              <a:rPr b="1"/>
              <a:t>Keep headlamps clear of snow/ice:</a:t>
            </a:r>
            <a:r>
              <a:rPr/>
              <a:t> Visibility is severely reduced otherwise.</a:t>
            </a:r>
          </a:p>
          <a:p>
            <a:pPr lvl="0"/>
            <a:r>
              <a:rPr b="1"/>
              <a:t>Drive cautiously:</a:t>
            </a:r>
            <a:r>
              <a:rPr/>
              <a:t> Traction and braking are affected.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Aventro Motors Maintenance Tips for Headlamps</a:t>
            </a:r>
          </a:p>
          <a:p>
            <a:pPr lvl="0"/>
            <a:r>
              <a:rPr b="1"/>
              <a:t>Clean headlamp lenses regularly</a:t>
            </a:r>
            <a:r>
              <a:rPr/>
              <a:t> to maximize light output.</a:t>
            </a:r>
          </a:p>
          <a:p>
            <a:pPr lvl="0"/>
            <a:r>
              <a:rPr b="1"/>
              <a:t>Replace bulbs periodically</a:t>
            </a:r>
            <a:r>
              <a:rPr/>
              <a:t> as they dim with age, even if they haven’t fused.</a:t>
            </a:r>
          </a:p>
          <a:p>
            <a:pPr lvl="0"/>
            <a:r>
              <a:rPr b="1"/>
              <a:t>Ensure headlamp alignment</a:t>
            </a:r>
            <a:r>
              <a:rPr/>
              <a:t> as misaimed lights can dazzle drivers or impair your own view.</a:t>
            </a:r>
          </a:p>
          <a:p>
            <a:pPr lvl="0"/>
            <a:r>
              <a:rPr b="1"/>
              <a:t>Check all lighting systems before monsoons or long journeys.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Summary Table: Headlamp Use Recommendations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Scenario</a:t>
                      </a:r>
                    </a:p>
                  </a:txBody>
                  <a:tcPr/>
                </a:tc>
                <a:tc>
                  <a:txBody>
                    <a:bodyPr/>
                    <a:lstStyle/>
                    <a:p>
                      <a:pPr lvl="0" indent="0" marL="0">
                        <a:buNone/>
                      </a:pPr>
                      <a:r>
                        <a:rPr/>
                        <a:t>Headlamp Usage</a:t>
                      </a:r>
                    </a:p>
                  </a:txBody>
                  <a:tcPr/>
                </a:tc>
                <a:tc>
                  <a:txBody>
                    <a:bodyPr/>
                    <a:lstStyle/>
                    <a:p>
                      <a:pPr lvl="0" indent="0" marL="0">
                        <a:buNone/>
                      </a:pPr>
                      <a:r>
                        <a:rPr/>
                        <a:t>Additional Tips</a:t>
                      </a:r>
                    </a:p>
                  </a:txBody>
                  <a:tcPr/>
                </a:tc>
              </a:tr>
              <a:tr h="0">
                <a:tc>
                  <a:txBody>
                    <a:bodyPr/>
                    <a:lstStyle/>
                    <a:p>
                      <a:pPr lvl="0" indent="0" marL="0">
                        <a:buNone/>
                      </a:pPr>
                      <a:r>
                        <a:rPr/>
                        <a:t>City Traffic</a:t>
                      </a:r>
                    </a:p>
                  </a:txBody>
                </a:tc>
                <a:tc>
                  <a:txBody>
                    <a:bodyPr/>
                    <a:lstStyle/>
                    <a:p>
                      <a:pPr lvl="0" indent="0" marL="0">
                        <a:buNone/>
                      </a:pPr>
                      <a:r>
                        <a:rPr/>
                        <a:t>Low beam</a:t>
                      </a:r>
                    </a:p>
                  </a:txBody>
                </a:tc>
                <a:tc>
                  <a:txBody>
                    <a:bodyPr/>
                    <a:lstStyle/>
                    <a:p>
                      <a:pPr lvl="0" indent="0" marL="0">
                        <a:buNone/>
                      </a:pPr>
                      <a:r>
                        <a:rPr/>
                        <a:t>Use hazards for sudden stops</a:t>
                      </a:r>
                    </a:p>
                  </a:txBody>
                </a:tc>
              </a:tr>
              <a:tr h="0">
                <a:tc>
                  <a:txBody>
                    <a:bodyPr/>
                    <a:lstStyle/>
                    <a:p>
                      <a:pPr lvl="0" indent="0" marL="0">
                        <a:buNone/>
                      </a:pPr>
                      <a:r>
                        <a:rPr/>
                        <a:t>Empty/Rural Highways</a:t>
                      </a:r>
                    </a:p>
                  </a:txBody>
                </a:tc>
                <a:tc>
                  <a:txBody>
                    <a:bodyPr/>
                    <a:lstStyle/>
                    <a:p>
                      <a:pPr lvl="0" indent="0" marL="0">
                        <a:buNone/>
                      </a:pPr>
                      <a:r>
                        <a:rPr/>
                        <a:t>High beam, dip when needed</a:t>
                      </a:r>
                    </a:p>
                  </a:txBody>
                </a:tc>
                <a:tc>
                  <a:txBody>
                    <a:bodyPr/>
                    <a:lstStyle/>
                    <a:p>
                      <a:pPr lvl="0" indent="0" marL="0">
                        <a:buNone/>
                      </a:pPr>
                      <a:r>
                        <a:rPr/>
                        <a:t>Watch for animals and curves</a:t>
                      </a:r>
                    </a:p>
                  </a:txBody>
                </a:tc>
              </a:tr>
              <a:tr h="0">
                <a:tc>
                  <a:txBody>
                    <a:bodyPr/>
                    <a:lstStyle/>
                    <a:p>
                      <a:pPr lvl="0" indent="0" marL="0">
                        <a:buNone/>
                      </a:pPr>
                      <a:r>
                        <a:rPr/>
                        <a:t>Fog/Rain</a:t>
                      </a:r>
                    </a:p>
                  </a:txBody>
                </a:tc>
                <a:tc>
                  <a:txBody>
                    <a:bodyPr/>
                    <a:lstStyle/>
                    <a:p>
                      <a:pPr lvl="0" indent="0" marL="0">
                        <a:buNone/>
                      </a:pPr>
                      <a:r>
                        <a:rPr/>
                        <a:t>Low beam, fog lamps</a:t>
                      </a:r>
                    </a:p>
                  </a:txBody>
                </a:tc>
                <a:tc>
                  <a:txBody>
                    <a:bodyPr/>
                    <a:lstStyle/>
                    <a:p>
                      <a:pPr lvl="0" indent="0" marL="0">
                        <a:buNone/>
                      </a:pPr>
                      <a:r>
                        <a:rPr/>
                        <a:t>Clean lamps; reduce speed</a:t>
                      </a:r>
                    </a:p>
                  </a:txBody>
                </a:tc>
              </a:tr>
              <a:tr h="0">
                <a:tc>
                  <a:txBody>
                    <a:bodyPr/>
                    <a:lstStyle/>
                    <a:p>
                      <a:pPr lvl="0" indent="0" marL="0">
                        <a:buNone/>
                      </a:pPr>
                      <a:r>
                        <a:rPr/>
                        <a:t>Dust/Smog</a:t>
                      </a:r>
                    </a:p>
                  </a:txBody>
                </a:tc>
                <a:tc>
                  <a:txBody>
                    <a:bodyPr/>
                    <a:lstStyle/>
                    <a:p>
                      <a:pPr lvl="0" indent="0" marL="0">
                        <a:buNone/>
                      </a:pPr>
                      <a:r>
                        <a:rPr/>
                        <a:t>Low beam, keep clean</a:t>
                      </a:r>
                    </a:p>
                  </a:txBody>
                </a:tc>
                <a:tc>
                  <a:txBody>
                    <a:bodyPr/>
                    <a:lstStyle/>
                    <a:p>
                      <a:pPr lvl="0" indent="0" marL="0">
                        <a:buNone/>
                      </a:pPr>
                      <a:r>
                        <a:rPr/>
                        <a:t>Use lamps in daytime if needed</a:t>
                      </a:r>
                    </a:p>
                  </a:txBody>
                </a:tc>
              </a:tr>
              <a:tr h="0">
                <a:tc>
                  <a:txBody>
                    <a:bodyPr/>
                    <a:lstStyle/>
                    <a:p>
                      <a:pPr lvl="0" indent="0" marL="0">
                        <a:buNone/>
                      </a:pPr>
                      <a:r>
                        <a:rPr/>
                        <a:t>Twilight/Dawn/Overcast</a:t>
                      </a:r>
                    </a:p>
                  </a:txBody>
                </a:tc>
                <a:tc>
                  <a:txBody>
                    <a:bodyPr/>
                    <a:lstStyle/>
                    <a:p>
                      <a:pPr lvl="0" indent="0" marL="0">
                        <a:buNone/>
                      </a:pPr>
                      <a:r>
                        <a:rPr/>
                        <a:t>Low beam</a:t>
                      </a:r>
                    </a:p>
                  </a:txBody>
                </a:tc>
                <a:tc>
                  <a:txBody>
                    <a:bodyPr/>
                    <a:lstStyle/>
                    <a:p>
                      <a:pPr lvl="0" indent="0" marL="0">
                        <a:buNone/>
                      </a:pPr>
                      <a:r>
                        <a:rPr/>
                        <a:t>Ensure tail lamps are on</a:t>
                      </a:r>
                    </a:p>
                  </a:txBody>
                </a:tc>
              </a:tr>
              <a:tr h="0">
                <a:tc>
                  <a:txBody>
                    <a:bodyPr/>
                    <a:lstStyle/>
                    <a:p>
                      <a:pPr lvl="0" indent="0" marL="0">
                        <a:buNone/>
                      </a:pPr>
                      <a:r>
                        <a:rPr/>
                        <a:t>Hilly Roads</a:t>
                      </a:r>
                    </a:p>
                  </a:txBody>
                </a:tc>
                <a:tc>
                  <a:txBody>
                    <a:bodyPr/>
                    <a:lstStyle/>
                    <a:p>
                      <a:pPr lvl="0" indent="0" marL="0">
                        <a:buNone/>
                      </a:pPr>
                      <a:r>
                        <a:rPr/>
                        <a:t>Dip at turns/dips</a:t>
                      </a:r>
                    </a:p>
                  </a:txBody>
                </a:tc>
                <a:tc>
                  <a:txBody>
                    <a:bodyPr/>
                    <a:lstStyle/>
                    <a:p>
                      <a:pPr lvl="0" indent="0" marL="0">
                        <a:buNone/>
                      </a:pPr>
                      <a:r>
                        <a:rPr/>
                        <a:t>Signal using horn if needed</a:t>
                      </a:r>
                    </a:p>
                  </a:txBody>
                </a:tc>
              </a:tr>
              <a:tr h="0">
                <a:tc>
                  <a:txBody>
                    <a:bodyPr/>
                    <a:lstStyle/>
                    <a:p>
                      <a:pPr lvl="0" indent="0" marL="0">
                        <a:buNone/>
                      </a:pPr>
                      <a:r>
                        <a:rPr/>
                        <a:t>Night</a:t>
                      </a:r>
                    </a:p>
                  </a:txBody>
                </a:tc>
                <a:tc>
                  <a:txBody>
                    <a:bodyPr/>
                    <a:lstStyle/>
                    <a:p>
                      <a:pPr lvl="0" indent="0" marL="0">
                        <a:buNone/>
                      </a:pPr>
                      <a:r>
                        <a:rPr/>
                        <a:t>Alternate as necessary</a:t>
                      </a:r>
                    </a:p>
                  </a:txBody>
                </a:tc>
                <a:tc>
                  <a:txBody>
                    <a:bodyPr/>
                    <a:lstStyle/>
                    <a:p>
                      <a:pPr lvl="0" indent="0" marL="0">
                        <a:buNone/>
                      </a:pPr>
                      <a:r>
                        <a:rPr/>
                        <a:t>Never use only parking lights</a:t>
                      </a:r>
                    </a:p>
                  </a:txBody>
                </a:tc>
              </a:tr>
              <a:tr h="0">
                <a:tc>
                  <a:txBody>
                    <a:bodyPr/>
                    <a:lstStyle/>
                    <a:p>
                      <a:pPr lvl="0" indent="0" marL="0">
                        <a:buNone/>
                      </a:pPr>
                      <a:r>
                        <a:rPr/>
                        <a:t>Snow/Icy Conditions</a:t>
                      </a:r>
                    </a:p>
                  </a:txBody>
                </a:tc>
                <a:tc>
                  <a:txBody>
                    <a:bodyPr/>
                    <a:lstStyle/>
                    <a:p>
                      <a:pPr lvl="0" indent="0" marL="0">
                        <a:buNone/>
                      </a:pPr>
                      <a:r>
                        <a:rPr/>
                        <a:t>Low beam</a:t>
                      </a:r>
                    </a:p>
                  </a:txBody>
                </a:tc>
                <a:tc>
                  <a:txBody>
                    <a:bodyPr/>
                    <a:lstStyle/>
                    <a:p>
                      <a:pPr lvl="0" indent="0" marL="0">
                        <a:buNone/>
                      </a:pPr>
                      <a:r>
                        <a:rPr/>
                        <a:t>Remove snow from lenses frequently</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 Aventro Motors for Lighting System Service</a:t>
            </a:r>
          </a:p>
          <a:p>
            <a:pPr lvl="0" indent="0" marL="0">
              <a:buNone/>
            </a:pPr>
            <a:r>
              <a:rPr/>
              <a:t>If you have issues with your car’s headlamps, visit any </a:t>
            </a:r>
            <a:r>
              <a:rPr b="1"/>
              <a:t>Aventro Service Center</a:t>
            </a:r>
            <a:r>
              <a:rPr/>
              <a:t> or contact:</a:t>
            </a:r>
          </a:p>
          <a:p>
            <a:pPr lvl="0"/>
            <a:r>
              <a:rPr/>
              <a:t>Email: </a:t>
            </a:r>
            <a:r>
              <a:rPr>
                <a:hlinkClick r:id="rId2"/>
              </a:rPr>
              <a:t>info@aventromotors.com</a:t>
            </a:r>
          </a:p>
          <a:p>
            <a:pPr lvl="0"/>
            <a:r>
              <a:rPr/>
              <a:t>Phone: +91 124 1234567</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Drive safe and see farther, with Aventro Motors!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2025-07-30T08:16:08Z</dcterms:created>
  <dcterms:modified xsi:type="dcterms:W3CDTF">2025-07-30T08:16:08Z</dcterms:modified>
</cp:coreProperties>
</file>

<file path=docProps/custom.xml><?xml version="1.0" encoding="utf-8"?>
<Properties xmlns="http://schemas.openxmlformats.org/officeDocument/2006/custom-properties" xmlns:vt="http://schemas.openxmlformats.org/officeDocument/2006/docPropsVTypes"/>
</file>