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Bolt Sedan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Aventro Bolt Sedan</a:t>
            </a:r>
            <a:r>
              <a:rPr/>
              <a:t> is a premium mid-size sedan from Aventro Motors, designed for comfort, performance, and innovation. It is available in four fuel types—Petrol, Diesel, Electric, and Hybrid—each offered in three trims: Base, X, and ZX.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Body Type:</a:t>
            </a:r>
            <a:r>
              <a:rPr/>
              <a:t> Sedan</a:t>
            </a:r>
          </a:p>
          <a:p>
            <a:pPr lvl="0"/>
            <a:r>
              <a:rPr b="1"/>
              <a:t>Seating Capacity:</a:t>
            </a:r>
            <a:r>
              <a:rPr/>
              <a:t> 5</a:t>
            </a:r>
          </a:p>
          <a:p>
            <a:pPr lvl="0"/>
            <a:r>
              <a:rPr b="1"/>
              <a:t>Boot Space:</a:t>
            </a:r>
            <a:r>
              <a:rPr/>
              <a:t> 470 litres (approx.)</a:t>
            </a:r>
          </a:p>
          <a:p>
            <a:pPr lvl="0"/>
            <a:r>
              <a:rPr b="1"/>
              <a:t>Transmission:</a:t>
            </a:r>
            <a:r>
              <a:rPr/>
              <a:t> Manual / Automatic (varies by variant)</a:t>
            </a:r>
          </a:p>
          <a:p>
            <a:pPr lvl="0"/>
            <a:r>
              <a:rPr b="1"/>
              <a:t>Fuel Options:</a:t>
            </a:r>
            <a:r>
              <a:rPr/>
              <a:t> Petrol, Diesel, Electric, Hybrid</a:t>
            </a:r>
          </a:p>
          <a:p>
            <a:pPr lvl="0"/>
            <a:r>
              <a:rPr b="1"/>
              <a:t>Infotainment System:</a:t>
            </a:r>
            <a:r>
              <a:rPr/>
              <a:t> Up to 11-inch touchscreen (X &amp; ZX)</a:t>
            </a:r>
          </a:p>
          <a:p>
            <a:pPr lvl="0"/>
            <a:r>
              <a:rPr b="1"/>
              <a:t>ADAS:</a:t>
            </a:r>
            <a:r>
              <a:rPr/>
              <a:t> Level 1 (X), Level 2 (ZX)</a:t>
            </a:r>
          </a:p>
          <a:p>
            <a:pPr lvl="0"/>
            <a:r>
              <a:rPr b="1"/>
              <a:t>Sunroof:</a:t>
            </a:r>
            <a:r>
              <a:rPr/>
              <a:t> Available in ZX trim</a:t>
            </a:r>
          </a:p>
          <a:p>
            <a:pPr lvl="0"/>
            <a:r>
              <a:rPr b="1"/>
              <a:t>Upholstery:</a:t>
            </a:r>
            <a:r>
              <a:rPr/>
              <a:t> Fabric (Base &amp; X), Leather (ZX)</a:t>
            </a:r>
          </a:p>
          <a:p>
            <a:pPr lvl="0"/>
            <a:r>
              <a:rPr b="1"/>
              <a:t>Speakers:</a:t>
            </a:r>
            <a:r>
              <a:rPr/>
              <a:t> Premium Harmon System (ZX)</a:t>
            </a:r>
          </a:p>
          <a:p>
            <a:pPr lvl="0"/>
            <a:r>
              <a:rPr b="1"/>
              <a:t>Safety:</a:t>
            </a:r>
            <a:r>
              <a:rPr/>
              <a:t> ABS, EBD, Multiple Airbags (Standard across all variants)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Variants &amp;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Notable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Ex-Showroom Price (Lakh ₹)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Touchscreen infotainment, ABS, Airbags, Fabric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ADAS Level 1, Enhanced Styling, Fabric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360° Camera, 11-inch Infotainment, Harmon Audio, ADAS Level 2, Leather seats, Sunroof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as Petrol Base, Diesel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as Petrol X, Diesel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as Petrol ZX, Diesel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features, EV powertrain, Fast charging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ADAS Level 1, EV powertrain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ZX features, Electric powertrain, Fast charging, Harmon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features, Hybrid tech, high efficiency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Infotainment, ADAS Level 1, Hybrid tech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ZX features, Hybrid tech, Harmon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Highlighted Features by Trim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Base</a:t>
            </a:r>
          </a:p>
          <a:p>
            <a:pPr lvl="0"/>
            <a:r>
              <a:rPr/>
              <a:t>Touchscreen infotainment</a:t>
            </a:r>
          </a:p>
          <a:p>
            <a:pPr lvl="0"/>
            <a:r>
              <a:rPr/>
              <a:t>Climate control</a:t>
            </a:r>
          </a:p>
          <a:p>
            <a:pPr lvl="0"/>
            <a:r>
              <a:rPr/>
              <a:t>Reverse sensors</a:t>
            </a:r>
          </a:p>
          <a:p>
            <a:pPr lvl="0"/>
            <a:r>
              <a:rPr/>
              <a:t>ABS, EBD, dual airbags</a:t>
            </a:r>
          </a:p>
          <a:p>
            <a:pPr lvl="0"/>
            <a:r>
              <a:rPr/>
              <a:t>Fabric seats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X (adds over Base)</a:t>
            </a:r>
          </a:p>
          <a:p>
            <a:pPr lvl="0"/>
            <a:r>
              <a:rPr/>
              <a:t>11-inch advanced infotainment system</a:t>
            </a:r>
          </a:p>
          <a:p>
            <a:pPr lvl="0"/>
            <a:r>
              <a:rPr/>
              <a:t>ADAS Level 1 (Forward Collision Warning, Lane Departure Warning, Adaptive Cruise)</a:t>
            </a:r>
          </a:p>
          <a:p>
            <a:pPr lvl="0"/>
            <a:r>
              <a:rPr/>
              <a:t>Enhanced interior accents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ZX (adds over X)</a:t>
            </a:r>
          </a:p>
          <a:p>
            <a:pPr lvl="0"/>
            <a:r>
              <a:rPr/>
              <a:t>360° surround view camera</a:t>
            </a:r>
          </a:p>
          <a:p>
            <a:pPr lvl="0"/>
            <a:r>
              <a:rPr/>
              <a:t>11-inch infotainment system with Harmon premium audio</a:t>
            </a:r>
          </a:p>
          <a:p>
            <a:pPr lvl="0"/>
            <a:r>
              <a:rPr/>
              <a:t>ADAS Level 2 (Auto Emergency Braking, Enhanced Lane Keep Assist, Adaptive Cruise)</a:t>
            </a:r>
          </a:p>
          <a:p>
            <a:pPr lvl="0"/>
            <a:r>
              <a:rPr/>
              <a:t>Powered leather seats</a:t>
            </a:r>
          </a:p>
          <a:p>
            <a:pPr lvl="0"/>
            <a:r>
              <a:rPr/>
              <a:t>Powered sunroof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Popular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470L Boot Space</a:t>
            </a:r>
          </a:p>
          <a:p>
            <a:pPr lvl="0"/>
            <a:r>
              <a:rPr/>
              <a:t>LED headlamps &amp; tail lamps</a:t>
            </a:r>
          </a:p>
          <a:p>
            <a:pPr lvl="0"/>
            <a:r>
              <a:rPr/>
              <a:t>Alloy wheels (from X)</a:t>
            </a:r>
          </a:p>
          <a:p>
            <a:pPr lvl="0"/>
            <a:r>
              <a:rPr/>
              <a:t>Keyless entry and push-button start</a:t>
            </a:r>
          </a:p>
          <a:p>
            <a:pPr lvl="0"/>
            <a:r>
              <a:rPr/>
              <a:t>Rear AC vents</a:t>
            </a:r>
          </a:p>
          <a:p>
            <a:pPr lvl="0"/>
            <a:r>
              <a:rPr/>
              <a:t>Multiple airbags (Front, Side)</a:t>
            </a:r>
          </a:p>
          <a:p>
            <a:pPr lvl="0"/>
            <a:r>
              <a:rPr/>
              <a:t>Tyre Pressure Monitoring System (ZX)</a:t>
            </a:r>
          </a:p>
          <a:p>
            <a:pPr lvl="0"/>
            <a:r>
              <a:rPr/>
              <a:t>Wireless charging (ZX)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Choose Bolt Sedan?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Bolt Sedan is designed for buyers seeking a blend of performance, advanced technology, comfort, and safety—all at an accessible price point.</a:t>
            </a:r>
          </a:p>
          <a:p>
            <a:pPr lvl="0"/>
            <a:r>
              <a:rPr b="1"/>
              <a:t>Performance:</a:t>
            </a:r>
            <a:r>
              <a:rPr/>
              <a:t> Available with best-in-segment petrol, diesel, electric, and hybrid engines.</a:t>
            </a:r>
          </a:p>
          <a:p>
            <a:pPr lvl="0"/>
            <a:r>
              <a:rPr b="1"/>
              <a:t>Technology:</a:t>
            </a:r>
            <a:r>
              <a:rPr/>
              <a:t> State-of-the-art infotainment and safety features with ADAS.</a:t>
            </a:r>
          </a:p>
          <a:p>
            <a:pPr lvl="0"/>
            <a:r>
              <a:rPr b="1"/>
              <a:t>Luxury:</a:t>
            </a:r>
            <a:r>
              <a:rPr/>
              <a:t> Top trims offer leather seats, premium audio, and connected technology.</a:t>
            </a:r>
          </a:p>
          <a:p>
            <a:pPr lvl="0"/>
            <a:r>
              <a:rPr b="1"/>
              <a:t>Value:</a:t>
            </a:r>
            <a:r>
              <a:rPr/>
              <a:t> Feature-rich across all variants.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 book a test drive or for more information, contact your nearest Aventro dealership or visit </a:t>
            </a:r>
            <a:r>
              <a:rPr b="1">
                <a:hlinkClick r:id="rId2"/>
              </a:rPr>
              <a:t>aventromotors.com</a:t>
            </a:r>
            <a:r>
              <a:rPr b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2025-07-30T08:18:21Z</dcterms:created>
  <dcterms:modified xsi:type="dcterms:W3CDTF">2025-07-30T08:18:21Z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