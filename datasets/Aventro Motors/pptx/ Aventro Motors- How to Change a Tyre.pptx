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info@aventromotors.com" TargetMode="Externa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Aventro Motors: How to Change a Tyre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Changing a flat tyre is a basic and essential automotive skill for every Aventro Motor car owner. This guide will walk you through:</a:t>
            </a:r>
          </a:p>
          <a:p>
            <a:pPr lvl="0"/>
            <a:r>
              <a:rPr/>
              <a:t>Steps to change a tyre</a:t>
            </a:r>
          </a:p>
          <a:p>
            <a:pPr lvl="0"/>
            <a:r>
              <a:rPr/>
              <a:t>Where the spare tyre and toolkit is found in all Aventro models</a:t>
            </a:r>
          </a:p>
          <a:p>
            <a:pPr lvl="0"/>
            <a:r>
              <a:rPr/>
              <a:t>General tips and safety instructions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to Find the Spare Tyre &amp; Toolkit in Aventro Models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Common Location of Spare Tyre &amp; Toolkit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Hatchback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Under the boot floor in the rear compartment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Sedan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Under the boot floor in the trunk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Under the boot floor or mounted underneath the rear of the car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(All Models)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Toolkit is usually secured next to the spare tyre or inside a side panel of the boot/trunk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Note:</a:t>
            </a:r>
            <a:r>
              <a:rPr/>
              <a:t> All variants (Petrol/Diesel/Electric/Hybrid) follow the same compartment arrangement.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Steps to Change a Tyre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Park Safely</a:t>
            </a:r>
          </a:p>
          <a:p>
            <a:pPr lvl="0"/>
            <a:r>
              <a:rPr/>
              <a:t>Pull over to a safe, flat location away from traffic.</a:t>
            </a:r>
          </a:p>
          <a:p>
            <a:pPr lvl="0"/>
            <a:r>
              <a:rPr/>
              <a:t>Turn on your hazard lights.</a:t>
            </a:r>
          </a:p>
          <a:p>
            <a:pPr lvl="0"/>
            <a:r>
              <a:rPr/>
              <a:t>Apply the handbrake.</a:t>
            </a:r>
          </a:p>
          <a:p>
            <a:pPr lvl="0"/>
            <a:r>
              <a:rPr/>
              <a:t>Place wheel wedges/blocks (if available) to prevent vehicle movement.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Gather Tools</a:t>
            </a:r>
          </a:p>
          <a:p>
            <a:pPr lvl="0" indent="0" marL="0">
              <a:buNone/>
            </a:pPr>
            <a:r>
              <a:rPr/>
              <a:t>You will need: - Spare tyre (found as per table above) - Jack (usually in toolkit) - Lug wrench (in toolkit) - Wheel wedges/blocks (optional) - Vehicle owner’s manual (for reference)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Remove the Wheel Cover/Hubcap</a:t>
            </a:r>
          </a:p>
          <a:p>
            <a:pPr lvl="0"/>
            <a:r>
              <a:rPr/>
              <a:t>If your wheel has a cover, use the flat end of the wrench or the provided lever to gently pry it off.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Loosen the Lug Nuts</a:t>
            </a:r>
          </a:p>
          <a:p>
            <a:pPr lvl="0"/>
            <a:r>
              <a:rPr/>
              <a:t>Use the lug wrench to turn the lug nuts counter-clockwise.</a:t>
            </a:r>
          </a:p>
          <a:p>
            <a:pPr lvl="0"/>
            <a:r>
              <a:rPr/>
              <a:t>Loosen them slightly – do not remove fully at this stage.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 Lift the Vehicle with the Jack</a:t>
            </a:r>
          </a:p>
          <a:p>
            <a:pPr lvl="0"/>
            <a:r>
              <a:rPr/>
              <a:t>Position the jack under the jacking point nearest to the flat tyre. Refer to your owner’s manual for the exact point.</a:t>
            </a:r>
          </a:p>
          <a:p>
            <a:pPr lvl="0"/>
            <a:r>
              <a:rPr/>
              <a:t>Raise the vehicle until the flat tyre is about 6 inches above the ground.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 Remove the Lug Nuts and Tyre</a:t>
            </a:r>
          </a:p>
          <a:p>
            <a:pPr lvl="0"/>
            <a:r>
              <a:rPr/>
              <a:t>Unscrew the lug nuts completely.</a:t>
            </a:r>
          </a:p>
          <a:p>
            <a:pPr lvl="0"/>
            <a:r>
              <a:rPr/>
              <a:t>Remove the flat tyre and set it aside.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 Mount the Spare Tyre</a:t>
            </a:r>
          </a:p>
          <a:p>
            <a:pPr lvl="0"/>
            <a:r>
              <a:rPr/>
              <a:t>Line up the holes and push the spare onto the hub.</a:t>
            </a:r>
          </a:p>
          <a:p>
            <a:pPr lvl="0"/>
            <a:r>
              <a:rPr/>
              <a:t>Replace the lug nuts and tighten them by hand.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8. Lower the Vehicle</a:t>
            </a:r>
          </a:p>
          <a:p>
            <a:pPr lvl="0"/>
            <a:r>
              <a:rPr/>
              <a:t>Carefully lower the car with the jack until the tyre touches the ground firmly.</a:t>
            </a:r>
          </a:p>
          <a:p>
            <a:pPr lvl="0"/>
            <a:r>
              <a:rPr/>
              <a:t>Remove the jack.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9. Tighten the Lug Nuts</a:t>
            </a:r>
          </a:p>
          <a:p>
            <a:pPr lvl="0"/>
            <a:r>
              <a:rPr/>
              <a:t>Use the lug wrench to tighten the lug nuts in a star pattern to ensure even pressure.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10. Replace the Hubcap or Wheel Cover (if applicable)</a:t>
            </a:r>
          </a:p>
          <a:p>
            <a:pPr lvl="0"/>
            <a:r>
              <a:rPr/>
              <a:t>Place the hubcap back onto the wheel.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11. Stow Equipment</a:t>
            </a:r>
          </a:p>
          <a:p>
            <a:pPr lvl="0"/>
            <a:r>
              <a:rPr/>
              <a:t>Put the flat tyre, jack, and tools back in their compartments.</a:t>
            </a:r>
          </a:p>
          <a:p>
            <a:pPr lvl="0"/>
            <a:r>
              <a:rPr/>
              <a:t>Double check everything is secure.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Safety &amp; Tips</a:t>
            </a:r>
          </a:p>
          <a:p>
            <a:pPr lvl="0"/>
            <a:r>
              <a:rPr/>
              <a:t>Never change a tyre on a slope or close to traffic.</a:t>
            </a:r>
          </a:p>
          <a:p>
            <a:pPr lvl="0"/>
            <a:r>
              <a:rPr/>
              <a:t>Use hazard warning triangle if available.</a:t>
            </a:r>
          </a:p>
          <a:p>
            <a:pPr lvl="0"/>
            <a:r>
              <a:rPr/>
              <a:t>After installation, drive slowly and get the spare tyre pressure checked at the nearest Aventro Service Center.</a:t>
            </a:r>
          </a:p>
          <a:p>
            <a:pPr lvl="0"/>
            <a:r>
              <a:rPr/>
              <a:t>Some spare tyres are “space savers” and are not intended for long distances or high speeds.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Need Help?</a:t>
            </a:r>
          </a:p>
          <a:p>
            <a:pPr lvl="0" indent="0" marL="0">
              <a:buNone/>
            </a:pPr>
            <a:r>
              <a:rPr/>
              <a:t>Aventro offers </a:t>
            </a:r>
            <a:r>
              <a:rPr b="1"/>
              <a:t>Roadside Assistance</a:t>
            </a:r>
            <a:r>
              <a:rPr/>
              <a:t> across India. If you are unable to change the tyre, please contact your nearest:</a:t>
            </a:r>
          </a:p>
          <a:p>
            <a:pPr lvl="0"/>
            <a:r>
              <a:rPr/>
              <a:t>Aventro Service Center</a:t>
            </a:r>
          </a:p>
          <a:p>
            <a:pPr lvl="0"/>
            <a:r>
              <a:rPr/>
              <a:t>Or call Aventro Roadside Assistance (see main service manual/contact card in your glove box)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Find Service Centers</a:t>
            </a:r>
          </a:p>
          <a:p>
            <a:pPr lvl="0"/>
            <a:r>
              <a:rPr/>
              <a:t>Mumbai: Andheri East</a:t>
            </a:r>
          </a:p>
          <a:p>
            <a:pPr lvl="0"/>
            <a:r>
              <a:rPr/>
              <a:t>Delhi: Okhla Industrial Area, Phase II</a:t>
            </a:r>
          </a:p>
          <a:p>
            <a:pPr lvl="0"/>
            <a:r>
              <a:rPr/>
              <a:t>Bengaluru: Electronic City</a:t>
            </a:r>
          </a:p>
          <a:p>
            <a:pPr lvl="0"/>
            <a:r>
              <a:rPr/>
              <a:t>Chennai: Guindy Industrial Estate</a:t>
            </a:r>
          </a:p>
          <a:p>
            <a:pPr lvl="0"/>
            <a:r>
              <a:rPr/>
              <a:t>Hyderabad: Banjara Hills</a:t>
            </a:r>
          </a:p>
          <a:p>
            <a:pPr lvl="0"/>
            <a:r>
              <a:rPr/>
              <a:t>Pune: Wakad</a:t>
            </a:r>
          </a:p>
          <a:p>
            <a:pPr lvl="0"/>
            <a:r>
              <a:rPr/>
              <a:t>Kolkata: Salt Lake, Sector V</a:t>
            </a:r>
          </a:p>
          <a:p>
            <a:pPr lvl="0"/>
            <a:r>
              <a:rPr/>
              <a:t>Ahmedabad: Vastrapur</a:t>
            </a:r>
          </a:p>
          <a:p>
            <a:pPr lvl="0"/>
            <a:r>
              <a:rPr/>
              <a:t>Jaipur: Mansarovar</a:t>
            </a:r>
          </a:p>
          <a:p>
            <a:pPr lvl="0"/>
            <a:r>
              <a:rPr/>
              <a:t>… and many more across India!</a:t>
            </a:r>
          </a:p>
          <a:p>
            <a:pPr lvl="0" indent="0" marL="0">
              <a:buNone/>
            </a:pPr>
            <a:r>
              <a:rPr/>
              <a:t>For full list and directions, visit </a:t>
            </a:r>
            <a:r>
              <a:rPr>
                <a:hlinkClick r:id="rId2"/>
              </a:rPr>
              <a:t>Aventro Motors Website</a:t>
            </a:r>
            <a:r>
              <a:rPr/>
              <a:t>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Drive safe with Aventro Motors!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2025-07-30T08:15:17Z</dcterms:created>
  <dcterms:modified xsi:type="dcterms:W3CDTF">2025-07-30T08:15:17Z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