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Prime Sedan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Aventro Motors Pvt. Ltd.</a:t>
            </a:r>
            <a:br/>
            <a:r>
              <a:rPr i="1"/>
              <a:t>Aventro Tower, Sector 18, Gurgaon, Haryana – 122018, India</a:t>
            </a:r>
            <a:br/>
            <a:r>
              <a:rPr/>
              <a:t>Contact: +91 124 1234567 | Email: info@aventromotors.com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Aventro Prime</a:t>
            </a:r>
            <a:r>
              <a:rPr/>
              <a:t> is an advanced sedan that blends style, comfort, and technology for the discerning modern driver. Designed for those who seek luxury and performance, the Prime boasts a sleek aerodynamic profile, a spacious interior, and state-of-the-art features across its variants. The Prime is available in four efficient powertrains: Petrol, Diesel, Electric, and Hybrid.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Specifications</a:t>
            </a:r>
          </a:p>
          <a:p>
            <a:pPr lvl="0"/>
            <a:r>
              <a:rPr b="1"/>
              <a:t>Model Type:</a:t>
            </a:r>
            <a:r>
              <a:rPr/>
              <a:t> Sedan</a:t>
            </a:r>
          </a:p>
          <a:p>
            <a:pPr lvl="0"/>
            <a:r>
              <a:rPr b="1"/>
              <a:t>Seating Capacity:</a:t>
            </a:r>
            <a:r>
              <a:rPr/>
              <a:t> 5</a:t>
            </a:r>
          </a:p>
          <a:p>
            <a:pPr lvl="0"/>
            <a:r>
              <a:rPr b="1"/>
              <a:t>Transmission:</a:t>
            </a:r>
            <a:r>
              <a:rPr/>
              <a:t> 6-speed Manual / 6-speed Automatic (Varies by trim)</a:t>
            </a:r>
          </a:p>
          <a:p>
            <a:pPr lvl="0"/>
            <a:r>
              <a:rPr b="1"/>
              <a:t>Safety:</a:t>
            </a:r>
            <a:r>
              <a:rPr/>
              <a:t> 6 Airbags, ABS with EBD, ESP, Hill Hold Assist</a:t>
            </a:r>
          </a:p>
          <a:p>
            <a:pPr lvl="0"/>
            <a:r>
              <a:rPr b="1"/>
              <a:t>Length x Width x Height:</a:t>
            </a:r>
            <a:r>
              <a:rPr/>
              <a:t> 4675 x 1815 x 1445 mm</a:t>
            </a:r>
          </a:p>
          <a:p>
            <a:pPr lvl="0"/>
            <a:r>
              <a:rPr b="1"/>
              <a:t>Boot Space:</a:t>
            </a:r>
            <a:r>
              <a:rPr/>
              <a:t> 450 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Features by Variant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Multi-function Steering Wheel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 Climate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LED Headlamps &amp; DRLs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Alloy Wheels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Touch Infotainment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7-inch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(Harman-Kardon)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ADAS (Advanced Driver Assist)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Rear Parking Camera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360° Camera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 Upholstery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Fabric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 Fabric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Wireless Charging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 Key with Push Start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✔️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Variants &amp; Ex-Showroom Prices (in Lakhs)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 &amp; Fuel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Prime 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Prime 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Prime 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Prime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Notable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X Trim (In addition to Base)</a:t>
            </a:r>
          </a:p>
          <a:p>
            <a:pPr lvl="0"/>
            <a:r>
              <a:rPr/>
              <a:t>11-inch Floating Infotainment System</a:t>
            </a:r>
          </a:p>
          <a:p>
            <a:pPr lvl="0"/>
            <a:r>
              <a:rPr/>
              <a:t>Advanced Driver Assistance System (ADAS) Level 1</a:t>
            </a:r>
          </a:p>
          <a:p>
            <a:pPr lvl="0"/>
            <a:r>
              <a:rPr/>
              <a:t>Wireless Smartphone Integration</a:t>
            </a:r>
          </a:p>
          <a:p>
            <a:pPr lvl="0"/>
            <a:r>
              <a:rPr/>
              <a:t>Premium Fabric Upholstery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ZX Trim (In addition to X)</a:t>
            </a:r>
          </a:p>
          <a:p>
            <a:pPr lvl="0"/>
            <a:r>
              <a:rPr/>
              <a:t>360° Surround View Camera</a:t>
            </a:r>
          </a:p>
          <a:p>
            <a:pPr lvl="0"/>
            <a:r>
              <a:rPr/>
              <a:t>11-inch Harman-Kardon Infotainment with Enhanced Audio</a:t>
            </a:r>
          </a:p>
          <a:p>
            <a:pPr lvl="0"/>
            <a:r>
              <a:rPr/>
              <a:t>ADAS Level 2 Safety Suite</a:t>
            </a:r>
          </a:p>
          <a:p>
            <a:pPr lvl="0"/>
            <a:r>
              <a:rPr/>
              <a:t>Luxurious Leather Seats</a:t>
            </a:r>
          </a:p>
          <a:p>
            <a:pPr lvl="0"/>
            <a:r>
              <a:rPr/>
              <a:t>Powered Driver’s Seat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Visit a Service Center Near You</a:t>
            </a:r>
          </a:p>
          <a:p>
            <a:pPr lvl="0" indent="0" marL="0">
              <a:buNone/>
            </a:pPr>
            <a:r>
              <a:rPr/>
              <a:t>Find your nearest Aventro Service Center for service, support, or a test drive!</a:t>
            </a:r>
            <a:br/>
            <a:r>
              <a:rPr b="1"/>
              <a:t>Example:</a:t>
            </a:r>
            <a:br/>
            <a:r>
              <a:rPr/>
              <a:t>- </a:t>
            </a:r>
            <a:r>
              <a:rPr b="1"/>
              <a:t>Aventro Service Center, Gurugram:</a:t>
            </a:r>
            <a:r>
              <a:rPr/>
              <a:t> Sector 50, Gurugram, Haryana</a:t>
            </a:r>
            <a:br/>
            <a:r>
              <a:rPr/>
              <a:t>- </a:t>
            </a:r>
            <a:r>
              <a:rPr b="1"/>
              <a:t>Aventro Service Center, Mumbai:</a:t>
            </a:r>
            <a:r>
              <a:rPr/>
              <a:t> Andheri East, Mumbai, Maharashtra</a:t>
            </a:r>
          </a:p>
          <a:p>
            <a:pPr lvl="0" indent="0" marL="0">
              <a:buNone/>
            </a:pPr>
            <a:r>
              <a:rPr i="1"/>
              <a:t>For full service location list, visit our official website or contact customer care.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Book a Test Drive or for More Details:</a:t>
            </a:r>
          </a:p>
          <a:p>
            <a:pPr lvl="0" indent="0" marL="0">
              <a:buNone/>
            </a:pPr>
            <a:r>
              <a:rPr/>
              <a:t>Contact: +91 124 1234567</a:t>
            </a:r>
            <a:br/>
            <a:r>
              <a:rPr/>
              <a:t>Email: info@aventromotors.com</a:t>
            </a:r>
            <a:br/>
            <a:r>
              <a:rPr/>
              <a:t>Website: </a:t>
            </a:r>
            <a:r>
              <a:rPr>
                <a:hlinkClick r:id="rId2"/>
              </a:rPr>
              <a:t>www.aventromotors.com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2025-07-30T08:17:15Z</dcterms:created>
  <dcterms:modified xsi:type="dcterms:W3CDTF">2025-07-30T08:17:15Z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