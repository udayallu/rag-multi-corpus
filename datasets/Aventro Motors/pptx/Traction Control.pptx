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6" Type="http://schemas.openxmlformats.org/officeDocument/2006/relationships/viewProps" Target="viewProps.xml" /><Relationship Id="rId15" Type="http://schemas.openxmlformats.org/officeDocument/2006/relationships/presProps" Target="presProps.xml" /><Relationship Id="rId1" Type="http://schemas.openxmlformats.org/officeDocument/2006/relationships/slideMaster" Target="slideMasters/slideMaster1.xml" /><Relationship Id="rId18" Type="http://schemas.openxmlformats.org/officeDocument/2006/relationships/tableStyles" Target="tableStyles.xml" /><Relationship Id="rId1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mailto:info@aventromotors.com"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Traction Control</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Traction Control?</a:t>
            </a:r>
          </a:p>
        </p:txBody>
      </p:sp>
      <p:sp>
        <p:nvSpPr>
          <p:cNvPr id="3" name="Content Placeholder 2"/>
          <p:cNvSpPr>
            <a:spLocks noGrp="1"/>
          </p:cNvSpPr>
          <p:nvPr>
            <p:ph idx="1"/>
          </p:nvPr>
        </p:nvSpPr>
        <p:spPr/>
        <p:txBody>
          <a:bodyPr/>
          <a:lstStyle/>
          <a:p>
            <a:pPr lvl="0" indent="0" marL="0">
              <a:buNone/>
            </a:pPr>
            <a:r>
              <a:rPr b="1"/>
              <a:t>Traction Control</a:t>
            </a:r>
            <a:r>
              <a:rPr/>
              <a:t> is a vehicle safety feature designed to prevent the loss of traction (grip) of the driven road wheels, which can occur during acceleration. By detecting when one or more wheels are slipping, the system automatically applies the brakes or reduces engine power to maintain optimal grip, especially on slippery surfaces.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Does Traction Control Work?</a:t>
            </a:r>
          </a:p>
        </p:txBody>
      </p:sp>
      <p:sp>
        <p:nvSpPr>
          <p:cNvPr id="3" name="Content Placeholder 2"/>
          <p:cNvSpPr>
            <a:spLocks noGrp="1"/>
          </p:cNvSpPr>
          <p:nvPr>
            <p:ph idx="1"/>
          </p:nvPr>
        </p:nvSpPr>
        <p:spPr/>
        <p:txBody>
          <a:bodyPr/>
          <a:lstStyle/>
          <a:p>
            <a:pPr lvl="0" indent="0" marL="0">
              <a:buNone/>
            </a:pPr>
            <a:r>
              <a:rPr/>
              <a:t>Traction control systems are usually integrated with a car’s anti-lock braking system (ABS) and electronic stability control (ESC). The basic operation involves:</a:t>
            </a:r>
          </a:p>
          <a:p>
            <a:pPr lvl="0" indent="-342900" marL="342900">
              <a:buAutoNum type="arabicPeriod"/>
            </a:pPr>
            <a:r>
              <a:rPr b="1"/>
              <a:t>Sensors</a:t>
            </a:r>
            <a:r>
              <a:rPr/>
              <a:t> detect when a wheel is spinning faster than others (indicating loss of traction).</a:t>
            </a:r>
          </a:p>
          <a:p>
            <a:pPr lvl="0" indent="-342900" marL="342900">
              <a:buAutoNum type="arabicPeriod"/>
            </a:pPr>
            <a:r>
              <a:rPr b="1"/>
              <a:t>Electronic Control Unit (ECU)</a:t>
            </a:r>
            <a:r>
              <a:rPr/>
              <a:t> receives data from sensors and determines the appropriate intervention.</a:t>
            </a:r>
          </a:p>
          <a:p>
            <a:pPr lvl="0" indent="-342900" marL="342900">
              <a:buAutoNum type="arabicPeriod"/>
            </a:pPr>
            <a:r>
              <a:rPr b="1"/>
              <a:t>Intervention:</a:t>
            </a:r>
          </a:p>
          <a:p>
            <a:pPr lvl="1"/>
            <a:r>
              <a:rPr b="1"/>
              <a:t>Braking:</a:t>
            </a:r>
            <a:r>
              <a:rPr/>
              <a:t> The system applies brakes to the slipping wheel(s).</a:t>
            </a:r>
          </a:p>
          <a:p>
            <a:pPr lvl="1"/>
            <a:r>
              <a:rPr b="1"/>
              <a:t>Engine Control:</a:t>
            </a:r>
            <a:r>
              <a:rPr/>
              <a:t> The ECU may reduce engine power or throttle input to minimize wheel spin.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Components</a:t>
            </a:r>
          </a:p>
        </p:txBody>
      </p:sp>
      <p:sp>
        <p:nvSpPr>
          <p:cNvPr id="3" name="Content Placeholder 2"/>
          <p:cNvSpPr>
            <a:spLocks noGrp="1"/>
          </p:cNvSpPr>
          <p:nvPr>
            <p:ph idx="1"/>
          </p:nvPr>
        </p:nvSpPr>
        <p:spPr/>
        <p:txBody>
          <a:bodyPr/>
          <a:lstStyle/>
          <a:p>
            <a:pPr lvl="0"/>
            <a:r>
              <a:rPr b="1"/>
              <a:t>Wheel Speed Sensors:</a:t>
            </a:r>
            <a:r>
              <a:rPr/>
              <a:t> Monitor the rotational speed of each wheel.</a:t>
            </a:r>
          </a:p>
          <a:p>
            <a:pPr lvl="0"/>
            <a:r>
              <a:rPr b="1"/>
              <a:t>ECU (Electronic Control Unit):</a:t>
            </a:r>
            <a:r>
              <a:rPr/>
              <a:t> Processes sensor data and manages interventions.</a:t>
            </a:r>
          </a:p>
          <a:p>
            <a:pPr lvl="0"/>
            <a:r>
              <a:rPr b="1"/>
              <a:t>Braking Mechanism:</a:t>
            </a:r>
            <a:r>
              <a:rPr/>
              <a:t> Engages individual brakes as needed.</a:t>
            </a:r>
          </a:p>
          <a:p>
            <a:pPr lvl="0"/>
            <a:r>
              <a:rPr b="1"/>
              <a:t>Throttle Control (in advanced systems):</a:t>
            </a:r>
            <a:r>
              <a:rPr/>
              <a:t> Modulates engine power.</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Benefits of Traction Control</a:t>
            </a:r>
          </a:p>
        </p:txBody>
      </p:sp>
      <p:sp>
        <p:nvSpPr>
          <p:cNvPr id="3" name="Content Placeholder 2"/>
          <p:cNvSpPr>
            <a:spLocks noGrp="1"/>
          </p:cNvSpPr>
          <p:nvPr>
            <p:ph idx="1"/>
          </p:nvPr>
        </p:nvSpPr>
        <p:spPr/>
        <p:txBody>
          <a:bodyPr/>
          <a:lstStyle/>
          <a:p>
            <a:pPr lvl="0"/>
            <a:r>
              <a:rPr b="1"/>
              <a:t>Improved Safety:</a:t>
            </a:r>
            <a:r>
              <a:rPr/>
              <a:t> Helps maintain control during acceleration on wet, icy, or loose surfaces.</a:t>
            </a:r>
          </a:p>
          <a:p>
            <a:pPr lvl="0"/>
            <a:r>
              <a:rPr b="1"/>
              <a:t>Reduced Wheel Spin:</a:t>
            </a:r>
            <a:r>
              <a:rPr/>
              <a:t> Minimizes tire wear and prevents excessive wheel spin.</a:t>
            </a:r>
          </a:p>
          <a:p>
            <a:pPr lvl="0"/>
            <a:r>
              <a:rPr b="1"/>
              <a:t>Enhanced Stability:</a:t>
            </a:r>
            <a:r>
              <a:rPr/>
              <a:t> Works in tandem with ABS and ESC for overall vehicle stability.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 Does Traction Control Activate?</a:t>
            </a:r>
          </a:p>
        </p:txBody>
      </p:sp>
      <p:sp>
        <p:nvSpPr>
          <p:cNvPr id="3" name="Content Placeholder 2"/>
          <p:cNvSpPr>
            <a:spLocks noGrp="1"/>
          </p:cNvSpPr>
          <p:nvPr>
            <p:ph idx="1"/>
          </p:nvPr>
        </p:nvSpPr>
        <p:spPr/>
        <p:txBody>
          <a:bodyPr/>
          <a:lstStyle/>
          <a:p>
            <a:pPr lvl="0"/>
            <a:r>
              <a:rPr/>
              <a:t>Accelerating quickly on wet, icy, sandy, or gravelly surfaces.</a:t>
            </a:r>
          </a:p>
          <a:p>
            <a:pPr lvl="0"/>
            <a:r>
              <a:rPr/>
              <a:t>When one or more wheels begin to slip or lose contact with the road.</a:t>
            </a:r>
          </a:p>
          <a:p>
            <a:pPr lvl="0"/>
            <a:r>
              <a:rPr/>
              <a:t>During sharp turns, especially in low-traction conditions.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Limitations of Traction Control</a:t>
            </a:r>
          </a:p>
        </p:txBody>
      </p:sp>
      <p:sp>
        <p:nvSpPr>
          <p:cNvPr id="3" name="Content Placeholder 2"/>
          <p:cNvSpPr>
            <a:spLocks noGrp="1"/>
          </p:cNvSpPr>
          <p:nvPr>
            <p:ph idx="1"/>
          </p:nvPr>
        </p:nvSpPr>
        <p:spPr/>
        <p:txBody>
          <a:bodyPr/>
          <a:lstStyle/>
          <a:p>
            <a:pPr lvl="0"/>
            <a:r>
              <a:rPr b="1"/>
              <a:t>Cannot increase tire traction:</a:t>
            </a:r>
            <a:r>
              <a:rPr/>
              <a:t> Only manages existing traction without creating more.</a:t>
            </a:r>
          </a:p>
          <a:p>
            <a:pPr lvl="0"/>
            <a:r>
              <a:rPr b="1"/>
              <a:t>Limited usefulness on all surfaces:</a:t>
            </a:r>
            <a:r>
              <a:rPr/>
              <a:t> May not be as effective on extremely slippery or uneven terrains.</a:t>
            </a:r>
          </a:p>
          <a:p>
            <a:pPr lvl="0"/>
            <a:r>
              <a:rPr b="1"/>
              <a:t>Not a substitute for safe driving practices:</a:t>
            </a:r>
            <a:r>
              <a:rPr/>
              <a:t> Drivers should still use caution in poor conditions.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Traction Control in Aventro Motors Cars</a:t>
            </a:r>
          </a:p>
        </p:txBody>
      </p:sp>
      <p:sp>
        <p:nvSpPr>
          <p:cNvPr id="3" name="Content Placeholder 2"/>
          <p:cNvSpPr>
            <a:spLocks noGrp="1"/>
          </p:cNvSpPr>
          <p:nvPr>
            <p:ph idx="1"/>
          </p:nvPr>
        </p:nvSpPr>
        <p:spPr/>
        <p:txBody>
          <a:bodyPr/>
          <a:lstStyle/>
          <a:p>
            <a:pPr lvl="0" indent="0" marL="0">
              <a:buNone/>
            </a:pPr>
            <a:r>
              <a:rPr/>
              <a:t>Most modern vehicles, including Aventro Motors models across Hatchback, Sedan, and SUV variants, are equipped with traction control as standard or optional, especially in </a:t>
            </a:r>
            <a:r>
              <a:rPr b="1"/>
              <a:t>ZX</a:t>
            </a:r>
            <a:r>
              <a:rPr/>
              <a:t> or higher trim levels. This is part of Aventro’s commitment to vehicle safety and performance under varied driving conditions.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Traction Control Indicator Light</a:t>
            </a:r>
          </a:p>
        </p:txBody>
      </p:sp>
      <p:sp>
        <p:nvSpPr>
          <p:cNvPr id="3" name="Content Placeholder 2"/>
          <p:cNvSpPr>
            <a:spLocks noGrp="1"/>
          </p:cNvSpPr>
          <p:nvPr>
            <p:ph idx="1"/>
          </p:nvPr>
        </p:nvSpPr>
        <p:spPr/>
        <p:txBody>
          <a:bodyPr/>
          <a:lstStyle/>
          <a:p>
            <a:pPr lvl="0" indent="0" marL="0">
              <a:buNone/>
            </a:pPr>
            <a:r>
              <a:rPr/>
              <a:t>The dashboard display will often include a traction control symbol: - </a:t>
            </a:r>
            <a:r>
              <a:rPr b="1"/>
              <a:t>Illuminates briefly when system is engaged or if road conditions are slippery.</a:t>
            </a:r>
            <a:r>
              <a:rPr/>
              <a:t> - </a:t>
            </a:r>
            <a:r>
              <a:rPr b="1"/>
              <a:t>Constant illumination</a:t>
            </a:r>
            <a:r>
              <a:rPr/>
              <a:t> may indicate a fault in the traction control system; service is recommended at an authorized </a:t>
            </a:r>
            <a:r>
              <a:rPr b="1"/>
              <a:t>Aventro Service Center</a:t>
            </a:r>
            <a:r>
              <a:rPr/>
              <a: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Maintenance &amp; Service</a:t>
            </a:r>
          </a:p>
        </p:txBody>
      </p:sp>
      <p:sp>
        <p:nvSpPr>
          <p:cNvPr id="3" name="Content Placeholder 2"/>
          <p:cNvSpPr>
            <a:spLocks noGrp="1"/>
          </p:cNvSpPr>
          <p:nvPr>
            <p:ph idx="1"/>
          </p:nvPr>
        </p:nvSpPr>
        <p:spPr/>
        <p:txBody>
          <a:bodyPr/>
          <a:lstStyle/>
          <a:p>
            <a:pPr lvl="0" indent="0" marL="0">
              <a:buNone/>
            </a:pPr>
            <a:r>
              <a:rPr/>
              <a:t>If you experience issues with traction control (warning lights, loss of system function), contact your nearest </a:t>
            </a:r>
            <a:r>
              <a:rPr b="1"/>
              <a:t>Aventro Service Center</a:t>
            </a:r>
            <a:r>
              <a:rPr/>
              <a:t> for diagnostics and repair. Problems could relate to faulty wheel speed sensors, wiring, or ECU malfunction.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Related Services at Aventro Motors</a:t>
            </a:r>
          </a:p>
        </p:txBody>
      </p:sp>
      <p:sp>
        <p:nvSpPr>
          <p:cNvPr id="3" name="Content Placeholder 2"/>
          <p:cNvSpPr>
            <a:spLocks noGrp="1"/>
          </p:cNvSpPr>
          <p:nvPr>
            <p:ph idx="1"/>
          </p:nvPr>
        </p:nvSpPr>
        <p:spPr/>
        <p:txBody>
          <a:bodyPr/>
          <a:lstStyle/>
          <a:p>
            <a:pPr lvl="0"/>
            <a:r>
              <a:rPr b="1"/>
              <a:t>Electrical System Diagnostics</a:t>
            </a:r>
          </a:p>
          <a:p>
            <a:pPr lvl="0"/>
            <a:r>
              <a:rPr b="1"/>
              <a:t>Dashboard Display Repair</a:t>
            </a:r>
          </a:p>
          <a:p>
            <a:pPr lvl="0"/>
            <a:r>
              <a:rPr b="1"/>
              <a:t>Wheel Alignment</a:t>
            </a:r>
          </a:p>
          <a:p>
            <a:pPr lvl="0"/>
            <a:r>
              <a:rPr b="1"/>
              <a:t>Regular Maintenance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Frequently Asked Questions</a:t>
            </a:r>
          </a:p>
        </p:txBody>
      </p:sp>
      <p:sp>
        <p:nvSpPr>
          <p:cNvPr id="3" name="Content Placeholder 2"/>
          <p:cNvSpPr>
            <a:spLocks noGrp="1"/>
          </p:cNvSpPr>
          <p:nvPr>
            <p:ph idx="1"/>
          </p:nvPr>
        </p:nvSpPr>
        <p:spPr/>
        <p:txBody>
          <a:bodyPr/>
          <a:lstStyle/>
          <a:p>
            <a:pPr lvl="0" indent="0" marL="0">
              <a:spcBef>
                <a:spcPts val="3000"/>
              </a:spcBef>
              <a:buNone/>
            </a:pPr>
            <a:r>
              <a:rPr b="1"/>
              <a:t>Can I switch off traction control?</a:t>
            </a:r>
          </a:p>
          <a:p>
            <a:pPr lvl="0" indent="0" marL="0">
              <a:buNone/>
            </a:pPr>
            <a:r>
              <a:rPr/>
              <a:t>Some models offer the ability to temporarily disable traction control, useful in specific situations like getting a stuck vehicle moving. Refer to your Aventro Motors owner’s manual for guidance.</a:t>
            </a:r>
          </a:p>
          <a:p>
            <a:pPr lvl="0" indent="0" marL="0">
              <a:spcBef>
                <a:spcPts val="3000"/>
              </a:spcBef>
              <a:buNone/>
            </a:pPr>
            <a:r>
              <a:rPr b="1"/>
              <a:t>Does traction control replace winter tires?</a:t>
            </a:r>
          </a:p>
          <a:p>
            <a:pPr lvl="0" indent="0" marL="0">
              <a:buNone/>
            </a:pPr>
            <a:r>
              <a:rPr/>
              <a:t>No, traction control assists traction, but does not substitute proper tire selection for icy or snowy conditions.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 further information, service, or support, contact Aventro Motors Service Centers or email </a:t>
            </a:r>
            <a:r>
              <a:rPr>
                <a:hlinkClick r:id="rId2"/>
              </a:rPr>
              <a:t>info@aventromotors.com</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2025-07-30T08:16:59Z</dcterms:created>
  <dcterms:modified xsi:type="dcterms:W3CDTF">2025-07-30T08:16:59Z</dcterms:modified>
</cp:coreProperties>
</file>

<file path=docProps/custom.xml><?xml version="1.0" encoding="utf-8"?>
<Properties xmlns="http://schemas.openxmlformats.org/officeDocument/2006/custom-properties" xmlns:vt="http://schemas.openxmlformats.org/officeDocument/2006/docPropsVTypes"/>
</file>