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Overview: Zoom SUV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Zoom SUV</a:t>
            </a:r>
          </a:p>
          <a:p>
            <a:pPr lvl="0" indent="0" marL="0">
              <a:buNone/>
            </a:pPr>
            <a:r>
              <a:rPr/>
              <a:t>The Aventro Zoom is a versatile and robust SUV, perfect for families and adventure-lovers alike. It offers a dynamic blend of performance, comfort, and next-generation technology, making it a top contender in its segment. Zoom is available in four powertrains—Petrol, Diesel, Electric, and Hybrid—with three trim levels each: Base, X, and ZX.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Specifications (Select 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Length:</a:t>
            </a:r>
            <a:r>
              <a:rPr/>
              <a:t> 4,655 mm</a:t>
            </a:r>
            <a:br/>
          </a:p>
          <a:p>
            <a:pPr lvl="0"/>
            <a:r>
              <a:rPr b="1"/>
              <a:t>Width:</a:t>
            </a:r>
            <a:r>
              <a:rPr/>
              <a:t> 1,840 mm</a:t>
            </a:r>
            <a:br/>
          </a:p>
          <a:p>
            <a:pPr lvl="0"/>
            <a:r>
              <a:rPr b="1"/>
              <a:t>Height:</a:t>
            </a:r>
            <a:r>
              <a:rPr/>
              <a:t> 1,690 mm</a:t>
            </a:r>
            <a:br/>
          </a:p>
          <a:p>
            <a:pPr lvl="0"/>
            <a:r>
              <a:rPr b="1"/>
              <a:t>Wheelbase:</a:t>
            </a:r>
            <a:r>
              <a:rPr/>
              <a:t> 2,730 mm</a:t>
            </a:r>
            <a:br/>
          </a:p>
          <a:p>
            <a:pPr lvl="0"/>
            <a:r>
              <a:rPr b="1"/>
              <a:t>Boot Space:</a:t>
            </a:r>
            <a:r>
              <a:rPr/>
              <a:t> 540 litres</a:t>
            </a:r>
            <a:br/>
          </a:p>
          <a:p>
            <a:pPr lvl="0"/>
            <a:r>
              <a:rPr b="1"/>
              <a:t>Seating Capacity:</a:t>
            </a:r>
            <a:r>
              <a:rPr/>
              <a:t> 5</a:t>
            </a:r>
            <a:br/>
          </a:p>
          <a:p>
            <a:pPr lvl="0"/>
            <a:r>
              <a:rPr b="1"/>
              <a:t>Transmission:</a:t>
            </a:r>
            <a:r>
              <a:rPr/>
              <a:t> Manual / Automatic (varies by variant)</a:t>
            </a:r>
            <a:br/>
          </a:p>
          <a:p>
            <a:pPr lvl="0"/>
            <a:r>
              <a:rPr b="1"/>
              <a:t>Drive Type:</a:t>
            </a:r>
            <a:r>
              <a:rPr/>
              <a:t> Front-wheel / All-wheel drive (select models)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Variants &amp; Prices (Ex-Showroom, in Lakh INR)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Petrol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Diesel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Hybrid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19.5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Variants &amp; Feature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Zoom SUV Base</a:t>
            </a:r>
          </a:p>
          <a:p>
            <a:pPr lvl="0"/>
            <a:r>
              <a:rPr/>
              <a:t>Standard 7-inch Infotainment System</a:t>
            </a:r>
          </a:p>
          <a:p>
            <a:pPr lvl="0"/>
            <a:r>
              <a:rPr/>
              <a:t>Dual front airbags, ABS with EBD</a:t>
            </a:r>
          </a:p>
          <a:p>
            <a:pPr lvl="0"/>
            <a:r>
              <a:rPr/>
              <a:t>Manual AC</a:t>
            </a:r>
          </a:p>
          <a:p>
            <a:pPr lvl="0"/>
            <a:r>
              <a:rPr/>
              <a:t>Fabric seats</a:t>
            </a:r>
          </a:p>
          <a:p>
            <a:pPr lvl="0"/>
            <a:r>
              <a:rPr/>
              <a:t>Rear parking sensors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Zoom SUV X</a:t>
            </a:r>
          </a:p>
          <a:p>
            <a:pPr lvl="0"/>
            <a:r>
              <a:rPr b="1"/>
              <a:t>Upgrade Highlights:</a:t>
            </a:r>
          </a:p>
          <a:p>
            <a:pPr lvl="1"/>
            <a:r>
              <a:rPr b="1"/>
              <a:t>11-inch Infotainment System</a:t>
            </a:r>
          </a:p>
          <a:p>
            <a:pPr lvl="1"/>
            <a:r>
              <a:rPr b="1"/>
              <a:t>ADAS Level 1 (Advanced Driver Assistance System)</a:t>
            </a:r>
          </a:p>
          <a:p>
            <a:pPr lvl="1"/>
            <a:r>
              <a:rPr/>
              <a:t>Cruise Control</a:t>
            </a:r>
          </a:p>
          <a:p>
            <a:pPr lvl="1"/>
            <a:r>
              <a:rPr/>
              <a:t>Automatic Climate Control</a:t>
            </a:r>
          </a:p>
          <a:p>
            <a:pPr lvl="1"/>
            <a:r>
              <a:rPr/>
              <a:t>Alloy Wheels</a:t>
            </a:r>
            <a:br/>
          </a:p>
          <a:p>
            <a:pPr lvl="1"/>
            <a:r>
              <a:rPr/>
              <a:t>Steering-mounted controls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Zoom SUV ZX</a:t>
            </a:r>
          </a:p>
          <a:p>
            <a:pPr lvl="0"/>
            <a:r>
              <a:rPr b="1"/>
              <a:t>All Features of X, plus:</a:t>
            </a:r>
          </a:p>
          <a:p>
            <a:pPr lvl="1"/>
            <a:r>
              <a:rPr b="1"/>
              <a:t>11-inch Infotainment System with Harman Sound System</a:t>
            </a:r>
          </a:p>
          <a:p>
            <a:pPr lvl="1"/>
            <a:r>
              <a:rPr b="1"/>
              <a:t>ADAS Level 2</a:t>
            </a:r>
          </a:p>
          <a:p>
            <a:pPr lvl="1"/>
            <a:r>
              <a:rPr b="1"/>
              <a:t>360° Camera</a:t>
            </a:r>
          </a:p>
          <a:p>
            <a:pPr lvl="1"/>
            <a:r>
              <a:rPr b="1"/>
              <a:t>Premium Leather Seats</a:t>
            </a:r>
          </a:p>
          <a:p>
            <a:pPr lvl="1"/>
            <a:r>
              <a:rPr/>
              <a:t>Wireless charging</a:t>
            </a:r>
          </a:p>
          <a:p>
            <a:pPr lvl="1"/>
            <a:r>
              <a:rPr/>
              <a:t>Panoramic Sunroof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Powertrain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Petrol Engine:</a:t>
            </a:r>
            <a:r>
              <a:rPr/>
              <a:t> Responsive and efficient for city and highway drives.</a:t>
            </a:r>
          </a:p>
          <a:p>
            <a:pPr lvl="0"/>
            <a:r>
              <a:rPr b="1"/>
              <a:t>Diesel Engine:</a:t>
            </a:r>
            <a:r>
              <a:rPr/>
              <a:t> High-torque performer for long-distance cruising.</a:t>
            </a:r>
          </a:p>
          <a:p>
            <a:pPr lvl="0"/>
            <a:r>
              <a:rPr b="1"/>
              <a:t>Electric Variant:</a:t>
            </a:r>
            <a:r>
              <a:rPr/>
              <a:t> Zero emission, fast charging, and long range for the sustainable commuter.</a:t>
            </a:r>
          </a:p>
          <a:p>
            <a:pPr lvl="0"/>
            <a:r>
              <a:rPr b="1"/>
              <a:t>Hybrid Variant:</a:t>
            </a:r>
            <a:r>
              <a:rPr/>
              <a:t> Intelligent fuel efficiency blending petrol and electric power.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ADAS (Advanced Driver Assistance Systems):</a:t>
            </a:r>
          </a:p>
          <a:p>
            <a:pPr lvl="1"/>
            <a:r>
              <a:rPr/>
              <a:t>Level 1 (X): Lane departure warning, forward collision warning</a:t>
            </a:r>
            <a:br/>
          </a:p>
          <a:p>
            <a:pPr lvl="1"/>
            <a:r>
              <a:rPr/>
              <a:t>Level 2 (ZX): Lane keep assist, adaptive cruise control, emergency braking</a:t>
            </a:r>
          </a:p>
          <a:p>
            <a:pPr lvl="0"/>
            <a:r>
              <a:rPr b="1"/>
              <a:t>Infotainment:</a:t>
            </a:r>
            <a:r>
              <a:rPr/>
              <a:t> 7-inch (Base), 11-inch (X &amp; ZX, Harman system on ZX)</a:t>
            </a:r>
          </a:p>
          <a:p>
            <a:pPr lvl="0"/>
            <a:r>
              <a:rPr b="1"/>
              <a:t>360° Camera (ZX only):</a:t>
            </a:r>
            <a:r>
              <a:rPr/>
              <a:t> For effortless parking and tight situations</a:t>
            </a:r>
          </a:p>
          <a:p>
            <a:pPr lvl="0"/>
            <a:r>
              <a:rPr b="1"/>
              <a:t>Connected Car Suite:</a:t>
            </a:r>
            <a:r>
              <a:rPr/>
              <a:t> App-based remote commands (lock/unlock, location, diagnostics)</a:t>
            </a:r>
          </a:p>
          <a:p>
            <a:pPr lvl="0"/>
            <a:r>
              <a:rPr b="1"/>
              <a:t>Safety:</a:t>
            </a:r>
            <a:r>
              <a:rPr/>
              <a:t> Up to 6 airbags, ESC, ISOfix child seat mounts</a:t>
            </a:r>
          </a:p>
          <a:p>
            <a:pPr lvl="0"/>
            <a:r>
              <a:rPr b="1"/>
              <a:t>Luxury:</a:t>
            </a:r>
            <a:r>
              <a:rPr/>
              <a:t> Panoramic sunroof (ZX), leather seats (ZX)</a:t>
            </a:r>
          </a:p>
          <a:p>
            <a:pPr lvl="0"/>
            <a:r>
              <a:rPr b="1"/>
              <a:t>Comfort:</a:t>
            </a:r>
            <a:r>
              <a:rPr/>
              <a:t> Rear AC vents, large boot, spacious cabin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&amp; Bookings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details, visit your nearest Aventro showroom or contact us:</a:t>
            </a:r>
          </a:p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 b="1"/>
              <a:t>Contact:</a:t>
            </a:r>
            <a:r>
              <a:rPr/>
              <a:t> +91 124 1234567</a:t>
            </a:r>
            <a:br/>
            <a:r>
              <a:rPr b="1"/>
              <a:t>Email:</a:t>
            </a:r>
            <a:r>
              <a:rPr/>
              <a:t> info@aventromotors.com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Explore the new Zoom SUV — Unleash Performance. Embrace Technology. Drive the Future.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2025-07-30T08:18:02Z</dcterms:created>
  <dcterms:modified xsi:type="dcterms:W3CDTF">2025-07-30T08:18:02Z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