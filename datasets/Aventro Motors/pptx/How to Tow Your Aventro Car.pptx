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Tow Your Aventro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Whether you’ve had a breakdown, a minor accident, or just need to move your Aventro vehicle, towing it safely is critical. Below is a step-by-step guide for both manual and automatic Aventro car models.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Begin</a:t>
            </a:r>
          </a:p>
          <a:p>
            <a:pPr lvl="0"/>
            <a:r>
              <a:rPr b="1"/>
              <a:t>Check Owner’s Manual:</a:t>
            </a:r>
            <a:r>
              <a:rPr/>
              <a:t> Refer to your specific model’s owner’s manual for any towing restrictions or recommendations.</a:t>
            </a:r>
          </a:p>
          <a:p>
            <a:pPr lvl="0"/>
            <a:r>
              <a:rPr b="1"/>
              <a:t>Warning!</a:t>
            </a:r>
            <a:r>
              <a:rPr/>
              <a:t> Never tow with wheels on the ground if your model is electric. Use a flatbed truck.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Gather Necessary Tools</a:t>
            </a:r>
          </a:p>
          <a:p>
            <a:pPr lvl="0"/>
            <a:r>
              <a:rPr/>
              <a:t>Tow strap or tow rope (rated for your car weight)</a:t>
            </a:r>
          </a:p>
          <a:p>
            <a:pPr lvl="0"/>
            <a:r>
              <a:rPr/>
              <a:t>Tow hook (provided with vehicle, usually in trunk/tool kit)</a:t>
            </a:r>
          </a:p>
          <a:p>
            <a:pPr lvl="0"/>
            <a:r>
              <a:rPr/>
              <a:t>Torch (for visibility at night)</a:t>
            </a:r>
          </a:p>
          <a:p>
            <a:pPr lvl="0"/>
            <a:r>
              <a:rPr/>
              <a:t>Warning triangle or cones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Locate the Tow Hook Covers</a:t>
            </a:r>
          </a:p>
          <a:p>
            <a:pPr lvl="0" indent="-342900" marL="342900">
              <a:buAutoNum type="arabicPeriod"/>
            </a:pPr>
            <a:r>
              <a:rPr b="1"/>
              <a:t>Front and Rear Bumper:</a:t>
            </a:r>
          </a:p>
          <a:p>
            <a:pPr lvl="1"/>
            <a:r>
              <a:rPr/>
              <a:t>Look for small plastic covers on the bumper (often marked by a tow symbol).</a:t>
            </a:r>
          </a:p>
          <a:p>
            <a:pPr lvl="0" indent="-342900" marL="342900">
              <a:buAutoNum type="arabicPeriod"/>
            </a:pPr>
            <a:r>
              <a:rPr b="1"/>
              <a:t>Remove the Cover:</a:t>
            </a:r>
          </a:p>
          <a:p>
            <a:pPr lvl="1"/>
            <a:r>
              <a:rPr/>
              <a:t>Use a plastic pry tool or key to open the cover.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Attach the Tow Hook</a:t>
            </a:r>
          </a:p>
          <a:p>
            <a:pPr lvl="0" indent="-342900" marL="342900">
              <a:buAutoNum type="arabicPeriod"/>
            </a:pPr>
            <a:r>
              <a:rPr b="1"/>
              <a:t>Retrieve the Tow Hook:</a:t>
            </a:r>
          </a:p>
          <a:p>
            <a:pPr lvl="1"/>
            <a:r>
              <a:rPr/>
              <a:t>Found in your car’s tool kit or trunk.</a:t>
            </a:r>
          </a:p>
          <a:p>
            <a:pPr lvl="0" indent="-342900" marL="342900">
              <a:buAutoNum type="arabicPeriod"/>
            </a:pPr>
            <a:r>
              <a:rPr b="1"/>
              <a:t>Screw in the Tow Hook:</a:t>
            </a:r>
          </a:p>
          <a:p>
            <a:pPr lvl="1"/>
            <a:r>
              <a:rPr/>
              <a:t>Insert into the exposed thread &amp; rotate clockwise until tight.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Connect the Tow Strap or Tow Rope</a:t>
            </a:r>
          </a:p>
          <a:p>
            <a:pPr lvl="0"/>
            <a:r>
              <a:rPr b="1"/>
              <a:t>Attach to Tow Hook:</a:t>
            </a:r>
            <a:br/>
            <a:r>
              <a:rPr/>
              <a:t>Ensure the strap/rope is securely fastened to the tow hook.</a:t>
            </a:r>
          </a:p>
          <a:p>
            <a:pPr lvl="0"/>
            <a:r>
              <a:rPr b="1"/>
              <a:t>Other Vehicle:</a:t>
            </a:r>
            <a:br/>
            <a:r>
              <a:rPr/>
              <a:t>Attach the other end to the towing vehicle’s tow point.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5: Prepare the Vehicle for Towing</a:t>
            </a:r>
          </a:p>
          <a:p>
            <a:pPr lvl="0"/>
            <a:r>
              <a:rPr b="1"/>
              <a:t>Manual Transmission:</a:t>
            </a:r>
            <a:br/>
            <a:r>
              <a:rPr/>
              <a:t>Place in Neutral, release the parking brake.</a:t>
            </a:r>
          </a:p>
          <a:p>
            <a:pPr lvl="0"/>
            <a:r>
              <a:rPr b="1"/>
              <a:t>Automatic Transmission:</a:t>
            </a:r>
            <a:br/>
            <a:r>
              <a:rPr/>
              <a:t>Place in Neutral (N), release the parking brake.</a:t>
            </a:r>
            <a:br/>
            <a:r>
              <a:rPr b="1"/>
              <a:t>CAUTION:</a:t>
            </a:r>
            <a:r>
              <a:rPr/>
              <a:t> For automatics and hybrids, flatbed towing is recommended to avoid transmission damage.</a:t>
            </a:r>
          </a:p>
          <a:p>
            <a:pPr lvl="0"/>
            <a:r>
              <a:rPr b="1"/>
              <a:t>Electric Vehicles:</a:t>
            </a:r>
            <a:br/>
            <a:r>
              <a:rPr b="1"/>
              <a:t>ONLY FLATBED TOWING.</a:t>
            </a:r>
            <a:r>
              <a:rPr/>
              <a:t> Do not tow with wheels on ground.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6: Safety Measures</a:t>
            </a:r>
          </a:p>
          <a:p>
            <a:pPr lvl="0"/>
            <a:r>
              <a:rPr/>
              <a:t>Place warning triangle/cones at a safe distance behind both vehicles.</a:t>
            </a:r>
          </a:p>
          <a:p>
            <a:pPr lvl="0"/>
            <a:r>
              <a:rPr/>
              <a:t>Switch ON hazard lights on both vehicles.</a:t>
            </a:r>
          </a:p>
          <a:p>
            <a:pPr lvl="0"/>
            <a:r>
              <a:rPr/>
              <a:t>Ensure both drivers agree on signaling and communication.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7: Towing</a:t>
            </a:r>
          </a:p>
          <a:p>
            <a:pPr lvl="0"/>
            <a:r>
              <a:rPr/>
              <a:t>The towing vehicle should accelerate slowly – no sudden jerks.</a:t>
            </a:r>
          </a:p>
          <a:p>
            <a:pPr lvl="0"/>
            <a:r>
              <a:rPr/>
              <a:t>Maximum speed should not exceed 25 km/h.</a:t>
            </a:r>
          </a:p>
          <a:p>
            <a:pPr lvl="0"/>
            <a:r>
              <a:rPr/>
              <a:t>Keep the towed vehicle’s ignition ON (to prevent steering lock and allow brake assist).</a:t>
            </a:r>
          </a:p>
          <a:p>
            <a:pPr lvl="0"/>
            <a:r>
              <a:rPr/>
              <a:t>Steer and brake gently in the towed vehicle.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8: After Towing</a:t>
            </a:r>
          </a:p>
          <a:p>
            <a:pPr lvl="0"/>
            <a:r>
              <a:rPr/>
              <a:t>Park both vehicles safely.</a:t>
            </a:r>
          </a:p>
          <a:p>
            <a:pPr lvl="0"/>
            <a:r>
              <a:rPr/>
              <a:t>Unscrew the tow hook and store it back with your tools.</a:t>
            </a:r>
          </a:p>
          <a:p>
            <a:pPr lvl="0"/>
            <a:r>
              <a:rPr/>
              <a:t>Replace the plastic tow hook cover.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Safety Notice</a:t>
            </a:r>
          </a:p>
          <a:p>
            <a:pPr lvl="0"/>
            <a:r>
              <a:rPr/>
              <a:t>Never tow on highways unless necessary.</a:t>
            </a:r>
            <a:br/>
          </a:p>
          <a:p>
            <a:pPr lvl="0"/>
            <a:r>
              <a:rPr/>
              <a:t>Do not allow passengers in the towed vehicle.</a:t>
            </a:r>
          </a:p>
          <a:p>
            <a:pPr lvl="0"/>
            <a:r>
              <a:rPr/>
              <a:t>If in doubt, use Aventro Roadside Assistance or professional towing.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Aventro Motors Roadside Assistance</a:t>
            </a:r>
          </a:p>
          <a:p>
            <a:pPr lvl="0"/>
            <a:r>
              <a:rPr b="1"/>
              <a:t>Phone:</a:t>
            </a:r>
            <a:r>
              <a:rPr/>
              <a:t> +91 124 1234567</a:t>
            </a:r>
          </a:p>
          <a:p>
            <a:pPr lvl="0"/>
            <a:r>
              <a:rPr b="1"/>
              <a:t>Email:</a:t>
            </a:r>
            <a:r>
              <a:rPr/>
              <a:t> info@aventromotors.com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model-specific instructions, always refer to your Aventro Owner’s Manual.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2025-07-30T08:17:42Z</dcterms:created>
  <dcterms:modified xsi:type="dcterms:W3CDTF">2025-07-30T08:17:42Z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