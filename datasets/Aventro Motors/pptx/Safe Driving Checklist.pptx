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 Driving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Driving safely is crucial for protecting yourself, your passengers, and others on the road. Before and while you drive, follow this checklist to ensure you’re operating your vehicle responsibly.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Before You Start the Car</a:t>
            </a:r>
          </a:p>
          <a:p>
            <a:pPr lvl="0"/>
            <a:r>
              <a:rPr/>
              <a:t>☐ Ensure you are well-rested and not under the influence of alcohol, drugs, or strong medication.</a:t>
            </a:r>
          </a:p>
          <a:p>
            <a:pPr lvl="0"/>
            <a:r>
              <a:rPr/>
              <a:t>☐ Check weather and road conditions.</a:t>
            </a:r>
          </a:p>
          <a:p>
            <a:pPr lvl="0"/>
            <a:r>
              <a:rPr/>
              <a:t>☐ Perform a quick walk-around inspection of the car:</a:t>
            </a:r>
          </a:p>
          <a:p>
            <a:pPr lvl="1"/>
            <a:r>
              <a:rPr/>
              <a:t>☐ Tire condition and pressure</a:t>
            </a:r>
          </a:p>
          <a:p>
            <a:pPr lvl="1"/>
            <a:r>
              <a:rPr/>
              <a:t>☐ All lights functioning (headlights, brake lights, indicators)</a:t>
            </a:r>
          </a:p>
          <a:p>
            <a:pPr lvl="1"/>
            <a:r>
              <a:rPr/>
              <a:t>☐ No visible leaks or loose parts</a:t>
            </a:r>
          </a:p>
          <a:p>
            <a:pPr lvl="0"/>
            <a:r>
              <a:rPr/>
              <a:t>☐ Adjust your seat, headrest, and mirrors for comfort and proper view.</a:t>
            </a:r>
          </a:p>
          <a:p>
            <a:pPr lvl="0"/>
            <a:r>
              <a:rPr/>
              <a:t>☐ Fasten your seat belt and ensure all passengers are buckled up.</a:t>
            </a:r>
          </a:p>
          <a:p>
            <a:pPr lvl="0"/>
            <a:r>
              <a:rPr/>
              <a:t>☐ Check that all doors are properly closed and locked.</a:t>
            </a:r>
          </a:p>
          <a:p>
            <a:pPr lvl="0"/>
            <a:r>
              <a:rPr/>
              <a:t>☐ Clear the windshield and mirrors of obstructions/dirt.</a:t>
            </a:r>
          </a:p>
          <a:p>
            <a:pPr lvl="0"/>
            <a:r>
              <a:rPr/>
              <a:t>☐ Secure any loose items in the vehicle.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Starting the Car</a:t>
            </a:r>
          </a:p>
          <a:p>
            <a:pPr lvl="0"/>
            <a:r>
              <a:rPr/>
              <a:t>☐ Ensure the gear is in neutral/park.</a:t>
            </a:r>
          </a:p>
          <a:p>
            <a:pPr lvl="0"/>
            <a:r>
              <a:rPr/>
              <a:t>☐ Press the brake pedal before starting.</a:t>
            </a:r>
          </a:p>
          <a:p>
            <a:pPr lvl="0"/>
            <a:r>
              <a:rPr/>
              <a:t>☐ Check dashboard warning lights after ignition.</a:t>
            </a:r>
          </a:p>
          <a:p>
            <a:pPr lvl="0"/>
            <a:r>
              <a:rPr/>
              <a:t>☐ Familiarize yourself with the location of controls (wipers, headlights, horn, indicators, hazard lights).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While Driving</a:t>
            </a:r>
          </a:p>
          <a:p>
            <a:pPr lvl="0"/>
            <a:r>
              <a:rPr/>
              <a:t>☐ Obey all speed limits and traffic rules.</a:t>
            </a:r>
          </a:p>
          <a:p>
            <a:pPr lvl="0"/>
            <a:r>
              <a:rPr/>
              <a:t>☐ Keep a safe following distance (3-second rule in good conditions).</a:t>
            </a:r>
          </a:p>
          <a:p>
            <a:pPr lvl="0"/>
            <a:r>
              <a:rPr/>
              <a:t>☐ Use indicators when changing lanes or turning.</a:t>
            </a:r>
          </a:p>
          <a:p>
            <a:pPr lvl="0"/>
            <a:r>
              <a:rPr/>
              <a:t>☐ Observe and obey all road signs and signals.</a:t>
            </a:r>
          </a:p>
          <a:p>
            <a:pPr lvl="0"/>
            <a:r>
              <a:rPr/>
              <a:t>☐ Avoid distractions:</a:t>
            </a:r>
          </a:p>
          <a:p>
            <a:pPr lvl="1"/>
            <a:r>
              <a:rPr/>
              <a:t>☐ Do not use mobile phones unless hands-free.</a:t>
            </a:r>
          </a:p>
          <a:p>
            <a:pPr lvl="1"/>
            <a:r>
              <a:rPr/>
              <a:t>☐ Avoid eating, drinking, or reaching for objects while driving.</a:t>
            </a:r>
          </a:p>
          <a:p>
            <a:pPr lvl="0"/>
            <a:r>
              <a:rPr/>
              <a:t>☐ Stay focused, alert, and anticipate actions of other drivers.</a:t>
            </a:r>
          </a:p>
          <a:p>
            <a:pPr lvl="0"/>
            <a:r>
              <a:rPr/>
              <a:t>☐ Use headlights in low light, rain, or fog.</a:t>
            </a:r>
          </a:p>
          <a:p>
            <a:pPr lvl="0"/>
            <a:r>
              <a:rPr/>
              <a:t>☐ Continuously check rear-view and side mirrors.</a:t>
            </a:r>
          </a:p>
          <a:p>
            <a:pPr lvl="0"/>
            <a:r>
              <a:rPr/>
              <a:t>☐ Yield to pedestrians and emergency vehicles.</a:t>
            </a:r>
          </a:p>
          <a:p>
            <a:pPr lvl="0"/>
            <a:r>
              <a:rPr/>
              <a:t>☐ Keep both hands on the steering wheel.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Special Situations</a:t>
            </a:r>
          </a:p>
          <a:p>
            <a:pPr lvl="0"/>
            <a:r>
              <a:rPr/>
              <a:t>☐ Slow down in rain, fog, or poor visibility.</a:t>
            </a:r>
          </a:p>
          <a:p>
            <a:pPr lvl="0"/>
            <a:r>
              <a:rPr/>
              <a:t>☐ Use low beams in fog or heavy rain.</a:t>
            </a:r>
          </a:p>
          <a:p>
            <a:pPr lvl="0"/>
            <a:r>
              <a:rPr/>
              <a:t>☐ Park only in designated areas; use the handbrake.</a:t>
            </a:r>
          </a:p>
          <a:p>
            <a:pPr lvl="0"/>
            <a:r>
              <a:rPr/>
              <a:t>☐ Never drive when extremely tired or drowsy.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Emergency Preparedness</a:t>
            </a:r>
          </a:p>
          <a:p>
            <a:pPr lvl="0"/>
            <a:r>
              <a:rPr/>
              <a:t>☐ Keep an emergency kit (first aid, flashlight, water, basic tools).</a:t>
            </a:r>
          </a:p>
          <a:p>
            <a:pPr lvl="0"/>
            <a:r>
              <a:rPr/>
              <a:t>☐ Carry important documents (license, registration, insurance copy).</a:t>
            </a:r>
          </a:p>
          <a:p>
            <a:pPr lvl="0"/>
            <a:r>
              <a:rPr/>
              <a:t>☐ Know emergency contact numbers and roadside assistance availability.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After Reaching Your Destination</a:t>
            </a:r>
          </a:p>
          <a:p>
            <a:pPr lvl="0"/>
            <a:r>
              <a:rPr/>
              <a:t>☐ Switch off the engine and lights.</a:t>
            </a:r>
          </a:p>
          <a:p>
            <a:pPr lvl="0"/>
            <a:r>
              <a:rPr/>
              <a:t>☐ Lock all doors and secure valuables.</a:t>
            </a:r>
          </a:p>
          <a:p>
            <a:pPr lvl="0"/>
            <a:r>
              <a:rPr/>
              <a:t>☐ Park safely without blocking exits, driveways, or fire lanes.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Stay Safe—Always Drive Responsibly!</a:t>
            </a:r>
          </a:p>
          <a:p>
            <a:pPr lvl="0" indent="0" marL="0">
              <a:buNone/>
            </a:pPr>
            <a:r>
              <a:rPr/>
              <a:t>For vehicle maintenance or emergency assistance, contact your nearest </a:t>
            </a:r>
            <a:r>
              <a:rPr b="1"/>
              <a:t>Aventro Service Center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2025-07-30T08:17:50Z</dcterms:created>
  <dcterms:modified xsi:type="dcterms:W3CDTF">2025-07-30T08:17:50Z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