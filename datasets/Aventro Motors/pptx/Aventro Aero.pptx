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Relationship Id="rId3" Type="http://schemas.openxmlformats.org/officeDocument/2006/relationships/hyperlink" Target="https://www.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Aero –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Manufacturer:</a:t>
            </a:r>
            <a:r>
              <a:rPr/>
              <a:t> Aventro Motors Pvt. Ltd.</a:t>
            </a:r>
            <a:br/>
            <a:r>
              <a:rPr b="1"/>
              <a:t>Head Office:</a:t>
            </a:r>
            <a:r>
              <a:rPr/>
              <a:t> Aventro Tower, Sector 18, Gurgaon, Haryana - 122018, India</a:t>
            </a:r>
            <a:br/>
            <a:r>
              <a:rPr b="1"/>
              <a:t>Contact:</a:t>
            </a:r>
            <a:r>
              <a:rPr/>
              <a:t> +91 124 1234567 | </a:t>
            </a:r>
            <a:r>
              <a:rPr>
                <a:hlinkClick r:id="rId2"/>
              </a:rPr>
              <a:t>info@aventromotors.com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Aventro Aero</a:t>
            </a:r>
            <a:r>
              <a:rPr/>
              <a:t> is a versatile and dynamic hatchback designed for the urban commuter and small families. With cutting-edge technology, futuristic design, multiple drivetrain options, and rich features across variants, the Aero caters to every need—whether fuel efficiency, ecology, or performance.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Aero Model Variants &amp;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Price (Lakh ₹)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11.0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Drivetrain Options</a:t>
            </a:r>
          </a:p>
          <a:p>
            <a:pPr lvl="0"/>
            <a:r>
              <a:rPr b="1"/>
              <a:t>Petrol:</a:t>
            </a:r>
            <a:r>
              <a:rPr/>
              <a:t> Efficient and peppy for city drives.</a:t>
            </a:r>
          </a:p>
          <a:p>
            <a:pPr lvl="0"/>
            <a:r>
              <a:rPr b="1"/>
              <a:t>Diesel:</a:t>
            </a:r>
            <a:r>
              <a:rPr/>
              <a:t> Fuel-saving and torquey for long-distances.</a:t>
            </a:r>
          </a:p>
          <a:p>
            <a:pPr lvl="0"/>
            <a:r>
              <a:rPr b="1"/>
              <a:t>Electric:</a:t>
            </a:r>
            <a:r>
              <a:rPr/>
              <a:t> Zero-emission, high torque, and ultra-smooth.</a:t>
            </a:r>
          </a:p>
          <a:p>
            <a:pPr lvl="0"/>
            <a:r>
              <a:rPr b="1"/>
              <a:t>Hybrid:</a:t>
            </a:r>
            <a:r>
              <a:rPr/>
              <a:t> Eco-friendly blend of petrol and electric, with great efficiency.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Specifications (Standard Features)</a:t>
            </a:r>
          </a:p>
          <a:p>
            <a:pPr lvl="0"/>
            <a:r>
              <a:rPr b="1"/>
              <a:t>Body Type:</a:t>
            </a:r>
            <a:r>
              <a:rPr/>
              <a:t> Hatchback</a:t>
            </a:r>
          </a:p>
          <a:p>
            <a:pPr lvl="0"/>
            <a:r>
              <a:rPr b="1"/>
              <a:t>Seating:</a:t>
            </a:r>
            <a:r>
              <a:rPr/>
              <a:t> 5</a:t>
            </a:r>
          </a:p>
          <a:p>
            <a:pPr lvl="0"/>
            <a:r>
              <a:rPr b="1"/>
              <a:t>Transmission:</a:t>
            </a:r>
            <a:r>
              <a:rPr/>
              <a:t> Manual &amp; Automatic (variant dependent)</a:t>
            </a:r>
          </a:p>
          <a:p>
            <a:pPr lvl="0"/>
            <a:r>
              <a:rPr b="1"/>
              <a:t>Safety:</a:t>
            </a:r>
            <a:r>
              <a:rPr/>
              <a:t> Dual airbags, ABS with EBD, Rear Parking Sensors</a:t>
            </a:r>
          </a:p>
          <a:p>
            <a:pPr lvl="0"/>
            <a:r>
              <a:rPr b="1"/>
              <a:t>Comfort:</a:t>
            </a:r>
            <a:r>
              <a:rPr/>
              <a:t> Power windows, remote locking, auto climate control</a:t>
            </a:r>
          </a:p>
          <a:p>
            <a:pPr lvl="0"/>
            <a:r>
              <a:rPr b="1"/>
              <a:t>Infotainment:</a:t>
            </a:r>
            <a:r>
              <a:rPr/>
              <a:t> Touchscreen (Base depends on variant)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 Highlights by Trim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Base</a:t>
            </a:r>
          </a:p>
          <a:p>
            <a:pPr lvl="0"/>
            <a:r>
              <a:rPr/>
              <a:t>7-inch touchscreen infotainment system</a:t>
            </a:r>
          </a:p>
          <a:p>
            <a:pPr lvl="0"/>
            <a:r>
              <a:rPr/>
              <a:t>Manual AC</a:t>
            </a:r>
          </a:p>
          <a:p>
            <a:pPr lvl="0"/>
            <a:r>
              <a:rPr/>
              <a:t>Standard fabric seats</a:t>
            </a:r>
          </a:p>
          <a:p>
            <a:pPr lvl="0"/>
            <a:r>
              <a:rPr/>
              <a:t>Bluetooth &amp; USB connectivity</a:t>
            </a:r>
          </a:p>
          <a:p>
            <a:pPr lvl="0"/>
            <a:r>
              <a:rPr/>
              <a:t>Dual airbags, ABS, EBD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X Trim (Enhanced Features)</a:t>
            </a:r>
          </a:p>
          <a:p>
            <a:pPr lvl="0"/>
            <a:r>
              <a:rPr b="1"/>
              <a:t>11-inch Infotainment System (Touchscreen)</a:t>
            </a:r>
          </a:p>
          <a:p>
            <a:pPr lvl="0"/>
            <a:r>
              <a:rPr b="1"/>
              <a:t>ADAS Level 1 (Advanced Driver Assistance Systems):</a:t>
            </a:r>
          </a:p>
          <a:p>
            <a:pPr lvl="1"/>
            <a:r>
              <a:rPr/>
              <a:t>Lane Departure Warning</a:t>
            </a:r>
          </a:p>
          <a:p>
            <a:pPr lvl="1"/>
            <a:r>
              <a:rPr/>
              <a:t>Forward Collision Alert</a:t>
            </a:r>
          </a:p>
          <a:p>
            <a:pPr lvl="0"/>
            <a:r>
              <a:rPr/>
              <a:t>Rear parking camera</a:t>
            </a:r>
          </a:p>
          <a:p>
            <a:pPr lvl="0"/>
            <a:r>
              <a:rPr/>
              <a:t>Steering-mounted controls</a:t>
            </a:r>
          </a:p>
          <a:p>
            <a:pPr lvl="0"/>
            <a:r>
              <a:rPr/>
              <a:t>Remote engine start (for petrol &amp; diesel)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ZX Trim (Top of the Line)</a:t>
            </a:r>
          </a:p>
          <a:p>
            <a:pPr lvl="0"/>
            <a:r>
              <a:rPr b="1"/>
              <a:t>360-Degree Camera</a:t>
            </a:r>
          </a:p>
          <a:p>
            <a:pPr lvl="0"/>
            <a:r>
              <a:rPr b="1"/>
              <a:t>11-inch Infotainment System</a:t>
            </a:r>
          </a:p>
          <a:p>
            <a:pPr lvl="0"/>
            <a:r>
              <a:rPr b="1"/>
              <a:t>Harman Premium Audio System</a:t>
            </a:r>
          </a:p>
          <a:p>
            <a:pPr lvl="0"/>
            <a:r>
              <a:rPr b="1"/>
              <a:t>ADAS Level 2:</a:t>
            </a:r>
          </a:p>
          <a:p>
            <a:pPr lvl="1"/>
            <a:r>
              <a:rPr/>
              <a:t>Adaptive Cruise Control</a:t>
            </a:r>
          </a:p>
          <a:p>
            <a:pPr lvl="1"/>
            <a:r>
              <a:rPr/>
              <a:t>Lane Centering</a:t>
            </a:r>
          </a:p>
          <a:p>
            <a:pPr lvl="1"/>
            <a:r>
              <a:rPr/>
              <a:t>Automatic Emergency Braking</a:t>
            </a:r>
          </a:p>
          <a:p>
            <a:pPr lvl="0"/>
            <a:r>
              <a:rPr b="1"/>
              <a:t>Leather Seats</a:t>
            </a:r>
          </a:p>
          <a:p>
            <a:pPr lvl="0"/>
            <a:r>
              <a:rPr/>
              <a:t>Wireless charging</a:t>
            </a:r>
          </a:p>
          <a:p>
            <a:pPr lvl="0"/>
            <a:r>
              <a:rPr/>
              <a:t>Ambient cabin lighting</a:t>
            </a:r>
          </a:p>
          <a:p>
            <a:pPr lvl="0"/>
            <a:r>
              <a:rPr/>
              <a:t>Rear-seat armrest with cup holder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Aero: Quick Comparison (ZX vs X vs Base)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Infotainment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11” Harman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360 Camera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Leather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Harman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Aventro Aero?</a:t>
            </a:r>
          </a:p>
          <a:p>
            <a:pPr lvl="0"/>
            <a:r>
              <a:rPr/>
              <a:t>Multiple Fuel Options: Petrol, Diesel, Electric, Hybrid</a:t>
            </a:r>
          </a:p>
          <a:p>
            <a:pPr lvl="0"/>
            <a:r>
              <a:rPr/>
              <a:t>Segment-leading Tech: ADAS, 360 Camera, 11” Infotainment</a:t>
            </a:r>
          </a:p>
          <a:p>
            <a:pPr lvl="0"/>
            <a:r>
              <a:rPr/>
              <a:t>Futuristic Design and Spacious Interior</a:t>
            </a:r>
          </a:p>
          <a:p>
            <a:pPr lvl="0"/>
            <a:r>
              <a:rPr/>
              <a:t>Industry-best Safety Standards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Book a Test Drive or for Any Queries</a:t>
            </a:r>
          </a:p>
          <a:p>
            <a:pPr lvl="0" indent="0" marL="0">
              <a:buNone/>
            </a:pPr>
            <a:r>
              <a:rPr b="1"/>
              <a:t>Contact Us:</a:t>
            </a:r>
            <a:br/>
            <a:r>
              <a:rPr/>
              <a:t>Aventro Motors Pvt. Ltd., Aventro Tower, Sector 18, Gurgaon, Haryana - 122018, India</a:t>
            </a:r>
            <a:br/>
            <a:r>
              <a:rPr b="1"/>
              <a:t>Phone:</a:t>
            </a:r>
            <a:r>
              <a:rPr/>
              <a:t> +91 124 1234567</a:t>
            </a:r>
            <a:br/>
            <a:r>
              <a:rPr b="1"/>
              <a:t>Email:</a:t>
            </a:r>
            <a:r>
              <a:rPr/>
              <a:t> </a:t>
            </a:r>
            <a:r>
              <a:rPr>
                <a:hlinkClick r:id="rId2"/>
              </a:rPr>
              <a:t>info@aventromotors.com</a:t>
            </a:r>
            <a:br/>
            <a:r>
              <a:rPr b="1"/>
              <a:t>Website:</a:t>
            </a:r>
            <a:r>
              <a:rPr/>
              <a:t> </a:t>
            </a:r>
            <a:r>
              <a:rPr>
                <a:hlinkClick r:id="rId3"/>
              </a:rPr>
              <a:t>www.aventromotors.com</a:t>
            </a:r>
          </a:p>
          <a:p>
            <a:pPr lvl="0" indent="0" marL="1270000">
              <a:buNone/>
            </a:pPr>
            <a:r>
              <a:rPr sz="2000" b="1"/>
              <a:t>Aventro Aero – Drive Your Future. Today!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2025-07-30T08:16:56Z</dcterms:created>
  <dcterms:modified xsi:type="dcterms:W3CDTF">2025-07-30T08:16:56Z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