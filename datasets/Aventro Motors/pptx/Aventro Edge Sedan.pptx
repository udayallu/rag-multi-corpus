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ventromotors.com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Aventro Edge Sedan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Aventro </a:t>
            </a:r>
            <a:r>
              <a:rPr b="1"/>
              <a:t>Edge Sedan</a:t>
            </a:r>
            <a:r>
              <a:rPr/>
              <a:t> is a sophisticated blend of contemporary design, innovative technology, and reliable performance. Aimed at customers who value comfort, safety, and modern features, the Edge comes in a variety of engine options, packed with advanced connectivity and safety features for city and highway use alike.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Class:</a:t>
            </a:r>
            <a:r>
              <a:rPr/>
              <a:t> Sedan</a:t>
            </a:r>
            <a:br/>
          </a:p>
          <a:p>
            <a:pPr lvl="0"/>
            <a:r>
              <a:rPr b="1"/>
              <a:t>Seating Capacity:</a:t>
            </a:r>
            <a:r>
              <a:rPr/>
              <a:t> 5</a:t>
            </a:r>
            <a:br/>
          </a:p>
          <a:p>
            <a:pPr lvl="0"/>
            <a:r>
              <a:rPr b="1"/>
              <a:t>Boot Space:</a:t>
            </a:r>
            <a:r>
              <a:rPr/>
              <a:t> 480 L</a:t>
            </a:r>
            <a:br/>
          </a:p>
          <a:p>
            <a:pPr lvl="0"/>
            <a:r>
              <a:rPr b="1"/>
              <a:t>Transmission:</a:t>
            </a:r>
            <a:r>
              <a:rPr/>
              <a:t> 6-Speed Manual / Automatic (Depending on variant)</a:t>
            </a:r>
            <a:br/>
          </a:p>
          <a:p>
            <a:pPr lvl="0"/>
            <a:r>
              <a:rPr b="1"/>
              <a:t>Airbags:</a:t>
            </a:r>
            <a:r>
              <a:rPr/>
              <a:t> Dual front (Standard), up to 6 in higher variants</a:t>
            </a:r>
            <a:br/>
          </a:p>
          <a:p>
            <a:pPr lvl="0"/>
            <a:r>
              <a:rPr b="1"/>
              <a:t>ABS &amp; EBD:</a:t>
            </a:r>
            <a:r>
              <a:rPr/>
              <a:t> Standard across all variants</a:t>
            </a:r>
            <a:br/>
          </a:p>
          <a:p>
            <a:pPr lvl="0"/>
            <a:r>
              <a:rPr b="1"/>
              <a:t>Wheel Options:</a:t>
            </a:r>
            <a:r>
              <a:rPr/>
              <a:t> 16-inch Alloy Wheels (Standard)</a:t>
            </a:r>
            <a:br/>
          </a:p>
          <a:p>
            <a:pPr lvl="0"/>
            <a:r>
              <a:rPr b="1"/>
              <a:t>Fuel Options:</a:t>
            </a:r>
            <a:r>
              <a:rPr/>
              <a:t> Petrol, Diesel, Electric, Hybrid</a:t>
            </a:r>
            <a:br/>
          </a:p>
          <a:p>
            <a:pPr lvl="0"/>
            <a:r>
              <a:rPr b="1"/>
              <a:t>Dimensions:</a:t>
            </a:r>
          </a:p>
          <a:p>
            <a:pPr lvl="1"/>
            <a:r>
              <a:rPr/>
              <a:t>Length: 4,650 mm</a:t>
            </a:r>
            <a:br/>
          </a:p>
          <a:p>
            <a:pPr lvl="1"/>
            <a:r>
              <a:rPr/>
              <a:t>Width: 1,780 mm</a:t>
            </a:r>
            <a:br/>
          </a:p>
          <a:p>
            <a:pPr lvl="1"/>
            <a:r>
              <a:rPr/>
              <a:t>Height: 1,470 mm</a:t>
            </a:r>
            <a:br/>
          </a:p>
          <a:p>
            <a:pPr lvl="1"/>
            <a:r>
              <a:rPr/>
              <a:t>Wheelbase: 2,700 mm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LED DRLs &amp; Headlamps</a:t>
            </a:r>
          </a:p>
          <a:p>
            <a:pPr lvl="0"/>
            <a:r>
              <a:rPr/>
              <a:t>Projector headlamps (from X variant upwards)</a:t>
            </a:r>
          </a:p>
          <a:p>
            <a:pPr lvl="0"/>
            <a:r>
              <a:rPr/>
              <a:t>Cruise Control</a:t>
            </a:r>
          </a:p>
          <a:p>
            <a:pPr lvl="0"/>
            <a:r>
              <a:rPr/>
              <a:t>Wireless Charging (from X variant)</a:t>
            </a:r>
          </a:p>
          <a:p>
            <a:pPr lvl="0"/>
            <a:r>
              <a:rPr/>
              <a:t>Automatic Climate Control (all variants)</a:t>
            </a:r>
          </a:p>
          <a:p>
            <a:pPr lvl="0"/>
            <a:r>
              <a:rPr/>
              <a:t>Rear AC Vent</a:t>
            </a:r>
          </a:p>
          <a:p>
            <a:pPr lvl="0"/>
            <a:r>
              <a:rPr/>
              <a:t>Push Button Start</a:t>
            </a:r>
          </a:p>
          <a:p>
            <a:pPr lvl="0"/>
            <a:r>
              <a:rPr/>
              <a:t>Keyless Entry</a:t>
            </a:r>
          </a:p>
          <a:p>
            <a:pPr lvl="0"/>
            <a:r>
              <a:rPr/>
              <a:t>Rear Parking Sensors (all variants)</a:t>
            </a:r>
          </a:p>
          <a:p>
            <a:pPr lvl="0"/>
            <a:r>
              <a:rPr/>
              <a:t>Electrically Adjustable ORVMs</a:t>
            </a:r>
          </a:p>
          <a:p>
            <a:pPr lvl="0"/>
            <a:r>
              <a:rPr/>
              <a:t>Fast charging (Electric variant)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Variants &amp; Pricing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Engine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Price (Lakh ₹)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Features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Petrol 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9.8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8-inch Infotainment, ABS, Dual Airbags, LED DRL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Petrol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11-inch Infotainment System, ADAS Level 1, Rear Camera, Wireless Charging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Petrol 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360 Camera, 11-inch Infotainment (Harman Audio), ADAS Level 2, Leather Seats, Premium Alloys, Ambient Lighting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Diesel 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(Features as per Petrol Base)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Diesel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(Features as per Petrol X)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Diesel 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Diesel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14.8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(Features as per Petrol ZX)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Electric 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16.8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(Features as per Petrol Base, Fast Charging Support, EV Range 380km*)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Electric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(Features as per Petrol X, Fast Charging Support)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Electric 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17.8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(Features as per Petrol ZX, Fast Charging Support)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Hybrid 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(Features as per Petrol Base)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Hybrid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(Features as per Petrol X)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Edge Sedan Hybrid ZX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(Features as per Petrol ZX)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*Prices Ex-Showroom. Features may vary as per variant and regulations.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Variant Key Feature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Edge X Model</a:t>
            </a:r>
          </a:p>
          <a:p>
            <a:pPr lvl="0"/>
            <a:r>
              <a:rPr b="1"/>
              <a:t>11-inch Touchscreen Infotainment System</a:t>
            </a:r>
          </a:p>
          <a:p>
            <a:pPr lvl="0"/>
            <a:r>
              <a:rPr b="1"/>
              <a:t>ADAS Level 1</a:t>
            </a:r>
            <a:r>
              <a:rPr/>
              <a:t> (Advanced Driver Assistance: Lane Keep Assist, Collision Warning, Automatic Emergency Braking)</a:t>
            </a:r>
          </a:p>
          <a:p>
            <a:pPr lvl="0"/>
            <a:r>
              <a:rPr/>
              <a:t>Wireless Charging</a:t>
            </a:r>
          </a:p>
          <a:p>
            <a:pPr lvl="0"/>
            <a:r>
              <a:rPr/>
              <a:t>Rear-view Camera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Edge ZX Model</a:t>
            </a:r>
          </a:p>
          <a:p>
            <a:pPr lvl="0"/>
            <a:r>
              <a:rPr b="1"/>
              <a:t>360-degree Camera</a:t>
            </a:r>
          </a:p>
          <a:p>
            <a:pPr lvl="0"/>
            <a:r>
              <a:rPr b="1"/>
              <a:t>11-inch Touchscreen Infotainment with Harman Premium Audio</a:t>
            </a:r>
          </a:p>
          <a:p>
            <a:pPr lvl="0"/>
            <a:r>
              <a:rPr b="1"/>
              <a:t>ADAS Level 2</a:t>
            </a:r>
            <a:r>
              <a:rPr/>
              <a:t> (Advanced: Adaptive Cruise, Lane Change Assist, Traffic Sign Recognition)</a:t>
            </a:r>
          </a:p>
          <a:p>
            <a:pPr lvl="0"/>
            <a:r>
              <a:rPr b="1"/>
              <a:t>Leather Seats</a:t>
            </a:r>
          </a:p>
          <a:p>
            <a:pPr lvl="0"/>
            <a:r>
              <a:rPr/>
              <a:t>Ambient Interior Lighting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Engine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Petrol:</a:t>
            </a:r>
            <a:r>
              <a:rPr/>
              <a:t> 1.5L Turbo, 120 HP</a:t>
            </a:r>
            <a:br/>
          </a:p>
          <a:p>
            <a:pPr lvl="0"/>
            <a:r>
              <a:rPr b="1"/>
              <a:t>Diesel:</a:t>
            </a:r>
            <a:r>
              <a:rPr/>
              <a:t> 1.6L Turbo, 115 HP</a:t>
            </a:r>
            <a:br/>
          </a:p>
          <a:p>
            <a:pPr lvl="0"/>
            <a:r>
              <a:rPr b="1"/>
              <a:t>Electric:</a:t>
            </a:r>
            <a:r>
              <a:rPr/>
              <a:t> 55kWh Battery, 380 km ARAI Range*</a:t>
            </a:r>
            <a:br/>
          </a:p>
          <a:p>
            <a:pPr lvl="0"/>
            <a:r>
              <a:rPr b="1"/>
              <a:t>Hybrid:</a:t>
            </a:r>
            <a:r>
              <a:rPr/>
              <a:t> 1.5L Petrol + 48V Mild Hybrid System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full technical breakdown and variant comparison, visit </a:t>
            </a:r>
            <a:r>
              <a:rPr i="1">
                <a:hlinkClick r:id="rId2"/>
              </a:rPr>
              <a:t>aventromotors.com</a:t>
            </a:r>
            <a:r>
              <a:rPr i="1"/>
              <a:t>.</a:t>
            </a:r>
            <a:br/>
            <a:r>
              <a:rPr i="1"/>
              <a:t>For bookings or test drive queries, contact your nearest </a:t>
            </a:r>
            <a:r>
              <a:rPr b="1" i="1"/>
              <a:t>Aventro Service Center</a:t>
            </a:r>
            <a:r>
              <a:rPr i="1"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Aventro Motors Pvt. Ltd.</a:t>
            </a:r>
            <a:br/>
            <a:r>
              <a:rPr/>
              <a:t>Aventro Tower, Sector 18, Gurgaon, Haryana, India</a:t>
            </a:r>
            <a:br/>
            <a:r>
              <a:rPr>
                <a:hlinkClick r:id="rId2"/>
              </a:rPr>
              <a:t>info@aventromotors.com</a:t>
            </a:r>
            <a:r>
              <a:rPr/>
              <a:t> | +91 124 1234567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2025-07-30T08:15:09Z</dcterms:created>
  <dcterms:modified xsi:type="dcterms:W3CDTF">2025-07-30T08:15:09Z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