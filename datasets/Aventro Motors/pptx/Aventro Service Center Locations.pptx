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5" Type="http://schemas.openxmlformats.org/officeDocument/2006/relationships/viewProps" Target="viewProps.xml" /><Relationship Id="rId2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7" Type="http://schemas.openxmlformats.org/officeDocument/2006/relationships/tableStyles" Target="tableStyles.xml" /><Relationship Id="rId2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mailto:info@aventromotors.com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Aventro Motors Pvt. Ltd. – Service Center Locations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Below is the list of Aventro Motors Authorized Service Centers across India, including location details, working hours, and contact numbers.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1. Aventro Service Center, Mumbai</a:t>
            </a:r>
          </a:p>
          <a:p>
            <a:pPr lvl="0"/>
            <a:r>
              <a:rPr b="1"/>
              <a:t>Location:</a:t>
            </a:r>
            <a:r>
              <a:rPr/>
              <a:t> Andheri East, Mumbai, Maharashtra</a:t>
            </a:r>
          </a:p>
          <a:p>
            <a:pPr lvl="0"/>
            <a:r>
              <a:rPr b="1"/>
              <a:t>Contact:</a:t>
            </a:r>
            <a:r>
              <a:rPr/>
              <a:t> +91 22 40020021</a:t>
            </a:r>
          </a:p>
          <a:p>
            <a:pPr lvl="0"/>
            <a:r>
              <a:rPr b="1"/>
              <a:t>Working Hours:</a:t>
            </a:r>
            <a:r>
              <a:rPr/>
              <a:t> Mon-Sat: 9:00 AM – 7:00 PM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2. Aventro Service Center, Delhi</a:t>
            </a:r>
          </a:p>
          <a:p>
            <a:pPr lvl="0"/>
            <a:r>
              <a:rPr b="1"/>
              <a:t>Location:</a:t>
            </a:r>
            <a:r>
              <a:rPr/>
              <a:t> Okhla Industrial Area, Phase II, New Delhi</a:t>
            </a:r>
          </a:p>
          <a:p>
            <a:pPr lvl="0"/>
            <a:r>
              <a:rPr b="1"/>
              <a:t>Contact:</a:t>
            </a:r>
            <a:r>
              <a:rPr/>
              <a:t> +91 11 41070233</a:t>
            </a:r>
          </a:p>
          <a:p>
            <a:pPr lvl="0"/>
            <a:r>
              <a:rPr b="1"/>
              <a:t>Working Hours:</a:t>
            </a:r>
            <a:r>
              <a:rPr/>
              <a:t> Mon-Sat: 9:00 AM – 7:00 PM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 Aventro Service Center, Bengaluru</a:t>
            </a:r>
          </a:p>
          <a:p>
            <a:pPr lvl="0"/>
            <a:r>
              <a:rPr b="1"/>
              <a:t>Location:</a:t>
            </a:r>
            <a:r>
              <a:rPr/>
              <a:t> Electronic City, Bengaluru, Karnataka</a:t>
            </a:r>
          </a:p>
          <a:p>
            <a:pPr lvl="0"/>
            <a:r>
              <a:rPr b="1"/>
              <a:t>Contact:</a:t>
            </a:r>
            <a:r>
              <a:rPr/>
              <a:t> +91 80 33080112</a:t>
            </a:r>
          </a:p>
          <a:p>
            <a:pPr lvl="0"/>
            <a:r>
              <a:rPr b="1"/>
              <a:t>Working Hours:</a:t>
            </a:r>
            <a:r>
              <a:rPr/>
              <a:t> Mon-Sat: 9:00 AM – 7:00 PM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4. Aventro Service Center, Chennai</a:t>
            </a:r>
          </a:p>
          <a:p>
            <a:pPr lvl="0"/>
            <a:r>
              <a:rPr b="1"/>
              <a:t>Location:</a:t>
            </a:r>
            <a:r>
              <a:rPr/>
              <a:t> Guindy Industrial Estate, Chennai, Tamil Nadu</a:t>
            </a:r>
          </a:p>
          <a:p>
            <a:pPr lvl="0"/>
            <a:r>
              <a:rPr b="1"/>
              <a:t>Contact:</a:t>
            </a:r>
            <a:r>
              <a:rPr/>
              <a:t> +91 44 50071298</a:t>
            </a:r>
          </a:p>
          <a:p>
            <a:pPr lvl="0"/>
            <a:r>
              <a:rPr b="1"/>
              <a:t>Working Hours:</a:t>
            </a:r>
            <a:r>
              <a:rPr/>
              <a:t> Mon-Sat: 9:00 AM – 7:00 PM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5. Aventro Service Center, Hyderabad</a:t>
            </a:r>
          </a:p>
          <a:p>
            <a:pPr lvl="0"/>
            <a:r>
              <a:rPr b="1"/>
              <a:t>Location:</a:t>
            </a:r>
            <a:r>
              <a:rPr/>
              <a:t> Banjara Hills, Hyderabad, Telangana</a:t>
            </a:r>
          </a:p>
          <a:p>
            <a:pPr lvl="0"/>
            <a:r>
              <a:rPr b="1"/>
              <a:t>Contact:</a:t>
            </a:r>
            <a:r>
              <a:rPr/>
              <a:t> +91 40 39882296</a:t>
            </a:r>
          </a:p>
          <a:p>
            <a:pPr lvl="0"/>
            <a:r>
              <a:rPr b="1"/>
              <a:t>Working Hours:</a:t>
            </a:r>
            <a:r>
              <a:rPr/>
              <a:t> Mon-Sat: 9:00 AM – 7:00 PM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6. Aventro Service Center, Pune</a:t>
            </a:r>
          </a:p>
          <a:p>
            <a:pPr lvl="0"/>
            <a:r>
              <a:rPr b="1"/>
              <a:t>Location:</a:t>
            </a:r>
            <a:r>
              <a:rPr/>
              <a:t> Wakad, Pune, Maharashtra</a:t>
            </a:r>
          </a:p>
          <a:p>
            <a:pPr lvl="0"/>
            <a:r>
              <a:rPr b="1"/>
              <a:t>Contact:</a:t>
            </a:r>
            <a:r>
              <a:rPr/>
              <a:t> +91 20 61233014</a:t>
            </a:r>
          </a:p>
          <a:p>
            <a:pPr lvl="0"/>
            <a:r>
              <a:rPr b="1"/>
              <a:t>Working Hours:</a:t>
            </a:r>
            <a:r>
              <a:rPr/>
              <a:t> Mon-Sat: 9:00 AM – 7:00 PM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7. Aventro Service Center, Kolkata</a:t>
            </a:r>
          </a:p>
          <a:p>
            <a:pPr lvl="0"/>
            <a:r>
              <a:rPr b="1"/>
              <a:t>Location:</a:t>
            </a:r>
            <a:r>
              <a:rPr/>
              <a:t> Salt Lake, Sector V, Kolkata, West Bengal</a:t>
            </a:r>
          </a:p>
          <a:p>
            <a:pPr lvl="0"/>
            <a:r>
              <a:rPr b="1"/>
              <a:t>Contact:</a:t>
            </a:r>
            <a:r>
              <a:rPr/>
              <a:t> +91 33 29881244</a:t>
            </a:r>
          </a:p>
          <a:p>
            <a:pPr lvl="0"/>
            <a:r>
              <a:rPr b="1"/>
              <a:t>Working Hours:</a:t>
            </a:r>
            <a:r>
              <a:rPr/>
              <a:t> Mon-Sat: 9:00 AM – 7:00 PM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8. Aventro Service Center, Ahmedabad</a:t>
            </a:r>
          </a:p>
          <a:p>
            <a:pPr lvl="0"/>
            <a:r>
              <a:rPr b="1"/>
              <a:t>Location:</a:t>
            </a:r>
            <a:r>
              <a:rPr/>
              <a:t> Vastrapur, Ahmedabad, Gujarat</a:t>
            </a:r>
          </a:p>
          <a:p>
            <a:pPr lvl="0"/>
            <a:r>
              <a:rPr b="1"/>
              <a:t>Contact:</a:t>
            </a:r>
            <a:r>
              <a:rPr/>
              <a:t> +91 79 55670090</a:t>
            </a:r>
          </a:p>
          <a:p>
            <a:pPr lvl="0"/>
            <a:r>
              <a:rPr b="1"/>
              <a:t>Working Hours:</a:t>
            </a:r>
            <a:r>
              <a:rPr/>
              <a:t> Mon-Sat: 9:00 AM – 7:00 PM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9. Aventro Service Center, Jaipur</a:t>
            </a:r>
          </a:p>
          <a:p>
            <a:pPr lvl="0"/>
            <a:r>
              <a:rPr b="1"/>
              <a:t>Location:</a:t>
            </a:r>
            <a:r>
              <a:rPr/>
              <a:t> Mansarovar, Jaipur, Rajasthan</a:t>
            </a:r>
          </a:p>
          <a:p>
            <a:pPr lvl="0"/>
            <a:r>
              <a:rPr b="1"/>
              <a:t>Contact:</a:t>
            </a:r>
            <a:r>
              <a:rPr/>
              <a:t> +91 141 2225078</a:t>
            </a:r>
          </a:p>
          <a:p>
            <a:pPr lvl="0"/>
            <a:r>
              <a:rPr b="1"/>
              <a:t>Working Hours:</a:t>
            </a:r>
            <a:r>
              <a:rPr/>
              <a:t> Mon-Sat: 9:00 AM – 7:00 PM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10. Aventro Service Center, Chandigarh</a:t>
            </a:r>
          </a:p>
          <a:p>
            <a:pPr lvl="0"/>
            <a:r>
              <a:rPr b="1"/>
              <a:t>Location:</a:t>
            </a:r>
            <a:r>
              <a:rPr/>
              <a:t> Industrial Area Phase II, Chandigarh</a:t>
            </a:r>
          </a:p>
          <a:p>
            <a:pPr lvl="0"/>
            <a:r>
              <a:rPr b="1"/>
              <a:t>Contact:</a:t>
            </a:r>
            <a:r>
              <a:rPr/>
              <a:t> +91 172 1503791</a:t>
            </a:r>
          </a:p>
          <a:p>
            <a:pPr lvl="0"/>
            <a:r>
              <a:rPr b="1"/>
              <a:t>Working Hours:</a:t>
            </a:r>
            <a:r>
              <a:rPr/>
              <a:t> Mon-Sat: 9:00 AM – 7:00 PM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11. Aventro Service Center, Lucknow</a:t>
            </a:r>
          </a:p>
          <a:p>
            <a:pPr lvl="0"/>
            <a:r>
              <a:rPr b="1"/>
              <a:t>Location:</a:t>
            </a:r>
            <a:r>
              <a:rPr/>
              <a:t> Gomti Nagar, Lucknow, Uttar Pradesh</a:t>
            </a:r>
          </a:p>
          <a:p>
            <a:pPr lvl="0"/>
            <a:r>
              <a:rPr b="1"/>
              <a:t>Contact:</a:t>
            </a:r>
            <a:r>
              <a:rPr/>
              <a:t> +91 522 3661801</a:t>
            </a:r>
          </a:p>
          <a:p>
            <a:pPr lvl="0"/>
            <a:r>
              <a:rPr b="1"/>
              <a:t>Working Hours:</a:t>
            </a:r>
            <a:r>
              <a:rPr/>
              <a:t> Mon-Sat: 9:00 AM – 7:00 PM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12. Aventro Service Center, Kochi</a:t>
            </a:r>
          </a:p>
          <a:p>
            <a:pPr lvl="0"/>
            <a:r>
              <a:rPr b="1"/>
              <a:t>Location:</a:t>
            </a:r>
            <a:r>
              <a:rPr/>
              <a:t> Kakkanad, Kochi, Kerala</a:t>
            </a:r>
          </a:p>
          <a:p>
            <a:pPr lvl="0"/>
            <a:r>
              <a:rPr b="1"/>
              <a:t>Contact:</a:t>
            </a:r>
            <a:r>
              <a:rPr/>
              <a:t> +91 484 2801750</a:t>
            </a:r>
          </a:p>
          <a:p>
            <a:pPr lvl="0"/>
            <a:r>
              <a:rPr b="1"/>
              <a:t>Working Hours:</a:t>
            </a:r>
            <a:r>
              <a:rPr/>
              <a:t> Mon-Sat: 9:00 AM – 7:00 PM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13. Aventro Service Center, Bhubaneshwar</a:t>
            </a:r>
          </a:p>
          <a:p>
            <a:pPr lvl="0"/>
            <a:r>
              <a:rPr b="1"/>
              <a:t>Location:</a:t>
            </a:r>
            <a:r>
              <a:rPr/>
              <a:t> Jayadev Vihar, Bhubaneshwar, Odisha</a:t>
            </a:r>
          </a:p>
          <a:p>
            <a:pPr lvl="0"/>
            <a:r>
              <a:rPr b="1"/>
              <a:t>Contact:</a:t>
            </a:r>
            <a:r>
              <a:rPr/>
              <a:t> +91 674 2488922</a:t>
            </a:r>
          </a:p>
          <a:p>
            <a:pPr lvl="0"/>
            <a:r>
              <a:rPr b="1"/>
              <a:t>Working Hours:</a:t>
            </a:r>
            <a:r>
              <a:rPr/>
              <a:t> Mon-Sat: 9:00 AM – 7:00 PM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14. Aventro Service Center, Indore</a:t>
            </a:r>
          </a:p>
          <a:p>
            <a:pPr lvl="0"/>
            <a:r>
              <a:rPr b="1"/>
              <a:t>Location:</a:t>
            </a:r>
            <a:r>
              <a:rPr/>
              <a:t> Vijay Nagar, Indore, Madhya Pradesh</a:t>
            </a:r>
          </a:p>
          <a:p>
            <a:pPr lvl="0"/>
            <a:r>
              <a:rPr b="1"/>
              <a:t>Contact:</a:t>
            </a:r>
            <a:r>
              <a:rPr/>
              <a:t> +91 731 2707085</a:t>
            </a:r>
          </a:p>
          <a:p>
            <a:pPr lvl="0"/>
            <a:r>
              <a:rPr b="1"/>
              <a:t>Working Hours:</a:t>
            </a:r>
            <a:r>
              <a:rPr/>
              <a:t> Mon-Sat: 9:00 AM – 7:00 PM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15. Aventro Service Center, Gurugram</a:t>
            </a:r>
          </a:p>
          <a:p>
            <a:pPr lvl="0"/>
            <a:r>
              <a:rPr b="1"/>
              <a:t>Location:</a:t>
            </a:r>
            <a:r>
              <a:rPr/>
              <a:t> Sector 50, Gurugram, Haryana</a:t>
            </a:r>
          </a:p>
          <a:p>
            <a:pPr lvl="0"/>
            <a:r>
              <a:rPr b="1"/>
              <a:t>Contact:</a:t>
            </a:r>
            <a:r>
              <a:rPr/>
              <a:t> +91 124 6520946</a:t>
            </a:r>
          </a:p>
          <a:p>
            <a:pPr lvl="0"/>
            <a:r>
              <a:rPr b="1"/>
              <a:t>Working Hours:</a:t>
            </a:r>
            <a:r>
              <a:rPr/>
              <a:t> Mon-Sat: 9:00 AM – 7:00 PM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16. Aventro Service Center, Noida</a:t>
            </a:r>
          </a:p>
          <a:p>
            <a:pPr lvl="0"/>
            <a:r>
              <a:rPr b="1"/>
              <a:t>Location:</a:t>
            </a:r>
            <a:r>
              <a:rPr/>
              <a:t> Sector 62, Noida, Uttar Pradesh</a:t>
            </a:r>
          </a:p>
          <a:p>
            <a:pPr lvl="0"/>
            <a:r>
              <a:rPr b="1"/>
              <a:t>Contact:</a:t>
            </a:r>
            <a:r>
              <a:rPr/>
              <a:t> +91 120 6901482</a:t>
            </a:r>
          </a:p>
          <a:p>
            <a:pPr lvl="0"/>
            <a:r>
              <a:rPr b="1"/>
              <a:t>Working Hours:</a:t>
            </a:r>
            <a:r>
              <a:rPr/>
              <a:t> Mon-Sat: 9:00 AM – 7:00 PM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17. Aventro Service Center, Surat</a:t>
            </a:r>
          </a:p>
          <a:p>
            <a:pPr lvl="0"/>
            <a:r>
              <a:rPr b="1"/>
              <a:t>Location:</a:t>
            </a:r>
            <a:r>
              <a:rPr/>
              <a:t> Adajan, Surat, Gujarat</a:t>
            </a:r>
          </a:p>
          <a:p>
            <a:pPr lvl="0"/>
            <a:r>
              <a:rPr b="1"/>
              <a:t>Contact:</a:t>
            </a:r>
            <a:r>
              <a:rPr/>
              <a:t> +91 261 2901881</a:t>
            </a:r>
          </a:p>
          <a:p>
            <a:pPr lvl="0"/>
            <a:r>
              <a:rPr b="1"/>
              <a:t>Working Hours:</a:t>
            </a:r>
            <a:r>
              <a:rPr/>
              <a:t> Mon-Sat: 9:00 AM – 7:00 PM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18. Aventro Service Center, Patna</a:t>
            </a:r>
          </a:p>
          <a:p>
            <a:pPr lvl="0"/>
            <a:r>
              <a:rPr b="1"/>
              <a:t>Location:</a:t>
            </a:r>
            <a:r>
              <a:rPr/>
              <a:t> Patliputra Colony, Patna, Bihar</a:t>
            </a:r>
          </a:p>
          <a:p>
            <a:pPr lvl="0"/>
            <a:r>
              <a:rPr b="1"/>
              <a:t>Contact:</a:t>
            </a:r>
            <a:r>
              <a:rPr/>
              <a:t> +91 612 2269870</a:t>
            </a:r>
          </a:p>
          <a:p>
            <a:pPr lvl="0"/>
            <a:r>
              <a:rPr b="1"/>
              <a:t>Working Hours:</a:t>
            </a:r>
            <a:r>
              <a:rPr/>
              <a:t> Mon-Sat: 9:00 AM – 7:00 PM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19. Aventro Service Center, Nagpur</a:t>
            </a:r>
          </a:p>
          <a:p>
            <a:pPr lvl="0"/>
            <a:r>
              <a:rPr b="1"/>
              <a:t>Location:</a:t>
            </a:r>
            <a:r>
              <a:rPr/>
              <a:t> Sadar, Nagpur, Maharashtra</a:t>
            </a:r>
          </a:p>
          <a:p>
            <a:pPr lvl="0"/>
            <a:r>
              <a:rPr b="1"/>
              <a:t>Contact:</a:t>
            </a:r>
            <a:r>
              <a:rPr/>
              <a:t> +91 712 2927713</a:t>
            </a:r>
          </a:p>
          <a:p>
            <a:pPr lvl="0"/>
            <a:r>
              <a:rPr b="1"/>
              <a:t>Working Hours:</a:t>
            </a:r>
            <a:r>
              <a:rPr/>
              <a:t> Mon-Sat: 9:00 AM – 7:00 PM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20. Aventro Service Center, Visakhapatnam</a:t>
            </a:r>
          </a:p>
          <a:p>
            <a:pPr lvl="0"/>
            <a:r>
              <a:rPr b="1"/>
              <a:t>Location:</a:t>
            </a:r>
            <a:r>
              <a:rPr/>
              <a:t> Dwaraka Nagar, Visakhapatnam, Andhra Pradesh</a:t>
            </a:r>
          </a:p>
          <a:p>
            <a:pPr lvl="0"/>
            <a:r>
              <a:rPr b="1"/>
              <a:t>Contact:</a:t>
            </a:r>
            <a:r>
              <a:rPr/>
              <a:t> +91 891 2713945</a:t>
            </a:r>
          </a:p>
          <a:p>
            <a:pPr lvl="0"/>
            <a:r>
              <a:rPr b="1"/>
              <a:t>Working Hours:</a:t>
            </a:r>
            <a:r>
              <a:rPr/>
              <a:t> Mon-Sat: 9:00 AM – 7:00 PM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For assistance or appointment bookings, contact your nearest Aventro Service Center or email us at: </a:t>
            </a:r>
            <a:r>
              <a:rPr sz="2000">
                <a:hlinkClick r:id="rId2"/>
              </a:rPr>
              <a:t>info@aventromotors.com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2025-07-30T08:16:52Z</dcterms:created>
  <dcterms:modified xsi:type="dcterms:W3CDTF">2025-07-30T08:16:52Z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