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Loan Options for Aventro Motors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Purchasing your dream Aventro Motors car is now easier than ever with our quick and hassle-free auto loan solutions, in partnership with leading banks. Below are some sample loan options. You can select the plan that fits your needs and budget.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Partner Banks &amp; Loan Offers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Bank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Interest Rate (p.a.)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Loan Tenure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Maximum Loan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Processing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Benefits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Matrix Bank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7.99% - 9.5%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7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90% of car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₹2,500 or 0.5%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Instant approval, minimal docs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Astra 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8.25% - 10.1%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5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85% of car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₹3,000 or 0.75%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Pre-closure at zero charges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SecureFirst Bank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9.10% - 11.2%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6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of car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₹1,500 or 0.4%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Flexible EMI, festive discounts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Union Credit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8.65% - 10.75%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7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95% of car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₹2,000 or 0.5%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Special EV rates, quick funding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Modern India Bank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10.00% - 12.0%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5 years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80% of car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₹2,500 or 0.6%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Online approval in 30 minutes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Easy Car Loan Process</a:t>
            </a:r>
          </a:p>
          <a:p>
            <a:pPr lvl="0" indent="-342900" marL="342900">
              <a:buAutoNum type="arabicPeriod"/>
            </a:pPr>
            <a:r>
              <a:rPr b="1"/>
              <a:t>Select Your Car</a:t>
            </a:r>
            <a:br/>
            <a:r>
              <a:rPr/>
              <a:t>Choose your favorite Aventro Motors model and variant at our showroom or website.</a:t>
            </a:r>
          </a:p>
          <a:p>
            <a:pPr lvl="0" indent="-342900" marL="342900">
              <a:buAutoNum type="arabicPeriod"/>
            </a:pPr>
            <a:r>
              <a:rPr b="1"/>
              <a:t>Apply for Loan</a:t>
            </a:r>
          </a:p>
          <a:p>
            <a:pPr lvl="1"/>
            <a:r>
              <a:rPr/>
              <a:t>Fill in a simple online/offline loan application form at the dealership or on our website.</a:t>
            </a:r>
          </a:p>
          <a:p>
            <a:pPr lvl="1"/>
            <a:r>
              <a:rPr/>
              <a:t>Provide basic documents (ID, address proof, income proof, bank statement).</a:t>
            </a:r>
          </a:p>
          <a:p>
            <a:pPr lvl="0" indent="-342900" marL="342900">
              <a:buAutoNum type="arabicPeriod"/>
            </a:pPr>
            <a:r>
              <a:rPr b="1"/>
              <a:t>Choose Loan Partner</a:t>
            </a:r>
          </a:p>
          <a:p>
            <a:pPr lvl="1"/>
            <a:r>
              <a:rPr/>
              <a:t>Our finance advisors help you pick the best bank/offer as per your eligibility &amp; preferences.</a:t>
            </a:r>
          </a:p>
          <a:p>
            <a:pPr lvl="0" indent="-342900" marL="342900">
              <a:buAutoNum type="arabicPeriod"/>
            </a:pPr>
            <a:r>
              <a:rPr b="1"/>
              <a:t>Quick Approval</a:t>
            </a:r>
          </a:p>
          <a:p>
            <a:pPr lvl="1"/>
            <a:r>
              <a:rPr/>
              <a:t>Get instant/within 24-hour approval for eligible candidates.</a:t>
            </a:r>
          </a:p>
          <a:p>
            <a:pPr lvl="0" indent="-342900" marL="342900">
              <a:buAutoNum type="arabicPeriod"/>
            </a:pPr>
            <a:r>
              <a:rPr b="1"/>
              <a:t>Loan Disbursement</a:t>
            </a:r>
          </a:p>
          <a:p>
            <a:pPr lvl="1"/>
            <a:r>
              <a:rPr/>
              <a:t>Bank credits the loan amount directly to Aventro Motors for seamless vehicle delivery.</a:t>
            </a:r>
          </a:p>
          <a:p>
            <a:pPr lvl="0" indent="-342900" marL="342900">
              <a:buAutoNum type="arabicPeriod"/>
            </a:pPr>
            <a:r>
              <a:rPr b="1"/>
              <a:t>Drive Away</a:t>
            </a:r>
          </a:p>
          <a:p>
            <a:pPr lvl="1"/>
            <a:r>
              <a:rPr/>
              <a:t>Take delivery of your new Aventro Motors car!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Required Documents</a:t>
            </a:r>
          </a:p>
          <a:p>
            <a:pPr lvl="0"/>
            <a:r>
              <a:rPr/>
              <a:t>Identity Proof (Aadhaar Card, Passport, etc.)</a:t>
            </a:r>
          </a:p>
          <a:p>
            <a:pPr lvl="0"/>
            <a:r>
              <a:rPr/>
              <a:t>Address Proof (Utility Bill, Rent Agreement, etc.)</a:t>
            </a:r>
          </a:p>
          <a:p>
            <a:pPr lvl="0"/>
            <a:r>
              <a:rPr/>
              <a:t>Income Proof (Salary Slip/IT Returns)</a:t>
            </a:r>
          </a:p>
          <a:p>
            <a:pPr lvl="0"/>
            <a:r>
              <a:rPr/>
              <a:t>Bank Statements (last 6 months)</a:t>
            </a:r>
          </a:p>
          <a:p>
            <a:pPr lvl="0"/>
            <a:r>
              <a:rPr/>
              <a:t>Passport-size photographs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Sample EMI Calculator</a:t>
            </a:r>
          </a:p>
          <a:p>
            <a:pPr lvl="0"/>
            <a:r>
              <a:rPr b="1"/>
              <a:t>Car Price:</a:t>
            </a:r>
            <a:r>
              <a:rPr/>
              <a:t> ₹10,00,000</a:t>
            </a:r>
          </a:p>
          <a:p>
            <a:pPr lvl="0"/>
            <a:r>
              <a:rPr b="1"/>
              <a:t>Loan Amount:</a:t>
            </a:r>
            <a:r>
              <a:rPr/>
              <a:t> ₹8,50,000 (85% of value)</a:t>
            </a:r>
          </a:p>
          <a:p>
            <a:pPr lvl="0"/>
            <a:r>
              <a:rPr b="1"/>
              <a:t>Interest Rate:</a:t>
            </a:r>
            <a:r>
              <a:rPr/>
              <a:t> 9% p.a.</a:t>
            </a:r>
          </a:p>
          <a:p>
            <a:pPr lvl="0"/>
            <a:r>
              <a:rPr b="1"/>
              <a:t>Loan Tenure:</a:t>
            </a:r>
            <a:r>
              <a:rPr/>
              <a:t> 5 years</a:t>
            </a:r>
          </a:p>
          <a:p>
            <a:pPr lvl="0" indent="0" marL="0">
              <a:buNone/>
            </a:pPr>
            <a:r>
              <a:rPr/>
              <a:t>Monthly EMI | ₹17,637 |</a:t>
            </a:r>
          </a:p>
          <a:p>
            <a:pPr lvl="0" indent="0" marL="1270000">
              <a:buNone/>
            </a:pPr>
            <a:r>
              <a:rPr sz="2000" i="1"/>
              <a:t>Actual EMI may vary depending on bank’s policies, credit profile and final offer.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Need Assistance?</a:t>
            </a:r>
          </a:p>
          <a:p>
            <a:pPr lvl="0" indent="0" marL="0">
              <a:buNone/>
            </a:pPr>
            <a:r>
              <a:rPr/>
              <a:t>Contact our Finance Desk at any Aventro Motors showroom or email us at </a:t>
            </a:r>
            <a:r>
              <a:rPr>
                <a:hlinkClick r:id="rId2"/>
              </a:rPr>
              <a:t>info@aventromotors.com</a:t>
            </a:r>
            <a:br/>
            <a:r>
              <a:rPr/>
              <a:t>We’ll be happy to guide you through the process and help you get the best deal!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Terms &amp; Conditions apply. Interest rates and offers are subject to periodic change and vary as per bank discretion &amp; eligibility.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2025-07-30T08:15:56Z</dcterms:created>
  <dcterms:modified xsi:type="dcterms:W3CDTF">2025-07-30T08:15:56Z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