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Adjusting the Seat Positions in Aventro Motors Vehicles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Proper seat adjustment is essential for driving comfort, safety, and visibility. Aventro Motors vehicles are equipped with manual and/or electronic seat adjustment controls, depending on the model and trim. This guide walks you through adjusting your seat position for the safest and most comfortable driving experience.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for Adjusting the Seat 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Adjusting the Seat Distance from the Pedals</a:t>
            </a:r>
          </a:p>
          <a:p>
            <a:pPr lvl="0"/>
            <a:r>
              <a:rPr/>
              <a:t>Locate the seat adjustment lever under the front edge of the seat.</a:t>
            </a:r>
          </a:p>
          <a:p>
            <a:pPr lvl="0"/>
            <a:r>
              <a:rPr/>
              <a:t>Pull the lever up to unlock the seat.</a:t>
            </a:r>
          </a:p>
          <a:p>
            <a:pPr lvl="0"/>
            <a:r>
              <a:rPr/>
              <a:t>Slide the seat forward or backward until your feet reach the pedals comfortably while keeping a slight bend at your knees.</a:t>
            </a:r>
          </a:p>
          <a:p>
            <a:pPr lvl="0"/>
            <a:r>
              <a:rPr/>
              <a:t>Release the lever to lock the seat in position.</a:t>
            </a:r>
          </a:p>
          <a:p>
            <a:pPr lvl="0"/>
            <a:r>
              <a:rPr/>
              <a:t>Gently rock the seat to ensure it is securely locked.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Adjusting the Seat Height (if equipped)</a:t>
            </a:r>
          </a:p>
          <a:p>
            <a:pPr lvl="0"/>
            <a:r>
              <a:rPr/>
              <a:t>Locate the seat height adjustment lever or electronic control (usually on the side of the seat).</a:t>
            </a:r>
          </a:p>
          <a:p>
            <a:pPr lvl="0"/>
            <a:r>
              <a:rPr/>
              <a:t>For manual systems, pump the lever up or down.</a:t>
            </a:r>
          </a:p>
          <a:p>
            <a:pPr lvl="0"/>
            <a:r>
              <a:rPr/>
              <a:t>For electronic systems, use the corresponding switch to raise or lower the seat.</a:t>
            </a:r>
          </a:p>
          <a:p>
            <a:pPr lvl="0"/>
            <a:r>
              <a:rPr/>
              <a:t>Adjust until you have a clear view over the steering wheel and dashboard, with adequate headspace.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Adjusting the Seat Backrest Angle</a:t>
            </a:r>
          </a:p>
          <a:p>
            <a:pPr lvl="0"/>
            <a:r>
              <a:rPr/>
              <a:t>Find the seat backrest adjustment lever or rotary knob at the side of the seat.</a:t>
            </a:r>
          </a:p>
          <a:p>
            <a:pPr lvl="0"/>
            <a:r>
              <a:rPr/>
              <a:t>Lean forward slightly and pull or rotate the control to release the backrest.</a:t>
            </a:r>
          </a:p>
          <a:p>
            <a:pPr lvl="0"/>
            <a:r>
              <a:rPr/>
              <a:t>Adjust the backrest angle so you are sitting upright, with your shoulders touching the seatback.</a:t>
            </a:r>
          </a:p>
          <a:p>
            <a:pPr lvl="0"/>
            <a:r>
              <a:rPr/>
              <a:t>The ideal angle is slightly reclined for comfort, but never more than 30° from upright.</a:t>
            </a:r>
          </a:p>
          <a:p>
            <a:pPr lvl="0"/>
            <a:r>
              <a:rPr/>
              <a:t>Ensure the backrest is firmly locked in position before driving.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Adjusting the Headrest</a:t>
            </a:r>
          </a:p>
          <a:p>
            <a:pPr lvl="0"/>
            <a:r>
              <a:rPr/>
              <a:t>Hold both sides of the headrest.</a:t>
            </a:r>
          </a:p>
          <a:p>
            <a:pPr lvl="0"/>
            <a:r>
              <a:rPr/>
              <a:t>Press the adjustment button (usually at the base) and move the headrest up or down.</a:t>
            </a:r>
          </a:p>
          <a:p>
            <a:pPr lvl="0"/>
            <a:r>
              <a:rPr/>
              <a:t>The top of the headrest should be level with the top of your head.</a:t>
            </a:r>
          </a:p>
          <a:p>
            <a:pPr lvl="0"/>
            <a:r>
              <a:rPr/>
              <a:t>The headrest should be as close to the back of your head as possible for optimal safety.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Adjusting the Lumbar Support (if equipped)</a:t>
            </a:r>
          </a:p>
          <a:p>
            <a:pPr lvl="0"/>
            <a:r>
              <a:rPr/>
              <a:t>Use the lumbar support lever, dial, or electronic switch (side of seatback).</a:t>
            </a:r>
          </a:p>
          <a:p>
            <a:pPr lvl="0"/>
            <a:r>
              <a:rPr/>
              <a:t>Increase or decrease support as needed for comfort and spine alignment.</a:t>
            </a:r>
          </a:p>
          <a:p>
            <a:pPr lvl="0"/>
            <a:r>
              <a:rPr/>
              <a:t>Proper lumbar support helps reduce fatigue on long drives.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Tips for Safe Seat Adjustment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Adjust your seat before starting the engine and while the car is stationary.</a:t>
            </a:r>
          </a:p>
          <a:p>
            <a:pPr lvl="0"/>
            <a:r>
              <a:rPr/>
              <a:t>Ensure all adjustments are firmly locked in place before driving.</a:t>
            </a:r>
          </a:p>
          <a:p>
            <a:pPr lvl="0"/>
            <a:r>
              <a:rPr/>
              <a:t>The distance between your chest and the steering wheel should be at least 25 cm (10 inches).</a:t>
            </a:r>
          </a:p>
          <a:p>
            <a:pPr lvl="0"/>
            <a:r>
              <a:rPr/>
              <a:t>Adjust the steering wheel if required, for optimal hand positioning.</a:t>
            </a:r>
          </a:p>
          <a:p>
            <a:pPr lvl="0"/>
            <a:r>
              <a:rPr/>
              <a:t>All passengers should also adjust their seats and headrests.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Troubleshooting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Possible Solution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Seat not moving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for obstructions under the seat.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Electronic controls not working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vehicle battery or fuses.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Seat does not lock in place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Re-engage lever or consult service center.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Headrest stuck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Press and hold release button firmly.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Need Assistance?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in-depth troubleshooting or if you experience issues with seat adjustment mechanisms, contact your nearest </a:t>
            </a:r>
            <a:r>
              <a:rPr b="1"/>
              <a:t>Aventro Service Center</a:t>
            </a:r>
            <a:r>
              <a:rPr/>
              <a:t> or call Aventro Motors Customer Support at </a:t>
            </a:r>
            <a:r>
              <a:rPr b="1"/>
              <a:t>+91 124 1234567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Drive safe, drive smart with Aventro!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2025-07-30T08:16:28Z</dcterms:created>
  <dcterms:modified xsi:type="dcterms:W3CDTF">2025-07-30T08:16:28Z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