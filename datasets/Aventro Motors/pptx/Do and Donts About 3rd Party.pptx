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Do’s and Don’ts About 3rd Party Accessories &amp; Electrical Accessories for Your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comes to enhancing your Aventro vehicle with aftermarket or third-party accessories, especially electrical ones, it’s critical to protect your investment, warranty, and safety. Here’s a comprehensive guide outlining the essential do’s and don’ts.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Do’s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Do Research Thoroughly</a:t>
            </a:r>
          </a:p>
          <a:p>
            <a:pPr lvl="0"/>
            <a:r>
              <a:rPr/>
              <a:t>Always check the compatibility of the accessory with your specific Aventro model and variant.</a:t>
            </a:r>
          </a:p>
          <a:p>
            <a:pPr lvl="0"/>
            <a:r>
              <a:rPr/>
              <a:t>Look for genuine reviews and ratings from other users and professionals.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Do Buy from Reputed Dealers</a:t>
            </a:r>
          </a:p>
          <a:p>
            <a:pPr lvl="0"/>
            <a:r>
              <a:rPr/>
              <a:t>Purchase accessories, especially electrical ones, from trusted and reputed vendors.</a:t>
            </a:r>
          </a:p>
          <a:p>
            <a:pPr lvl="0"/>
            <a:r>
              <a:rPr/>
              <a:t>Ensure that the accessory comes with proper certification and warranty.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Do Consult Aventro Authorized Service</a:t>
            </a:r>
          </a:p>
          <a:p>
            <a:pPr lvl="0"/>
            <a:r>
              <a:rPr/>
              <a:t>Before installation, consult your nearest </a:t>
            </a:r>
            <a:r>
              <a:rPr b="1"/>
              <a:t>Aventro Service Center</a:t>
            </a:r>
            <a:r>
              <a:rPr/>
              <a:t> or authorized dealer for advice.</a:t>
            </a:r>
          </a:p>
          <a:p>
            <a:pPr lvl="0"/>
            <a:r>
              <a:rPr/>
              <a:t>Get their approval for high-voltage or safety-critical electrical changes (e.g., battery packs, infotainment systems).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Do Verify Warranty Implications</a:t>
            </a:r>
          </a:p>
          <a:p>
            <a:pPr lvl="0"/>
            <a:r>
              <a:rPr/>
              <a:t>Ask specifically about warranty impact: certified installations at Aventro Service Centers are less likely to void your warranty.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Do Ensure Professional Installation</a:t>
            </a:r>
          </a:p>
          <a:p>
            <a:pPr lvl="0"/>
            <a:r>
              <a:rPr/>
              <a:t>Have all accessories, particularly electrical or electronic ones, fitted by trained technicians.</a:t>
            </a:r>
          </a:p>
          <a:p>
            <a:pPr lvl="0"/>
            <a:r>
              <a:rPr/>
              <a:t>Use proper connectors, fuses, and avoid splicing into factory wiring harnesses.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Do Prioritize Safety Standards</a:t>
            </a:r>
          </a:p>
          <a:p>
            <a:pPr lvl="0"/>
            <a:r>
              <a:rPr/>
              <a:t>Only use accessories compliant with </a:t>
            </a:r>
            <a:r>
              <a:rPr b="1"/>
              <a:t>BIS (Bureau of Indian Standards)</a:t>
            </a:r>
            <a:r>
              <a:rPr/>
              <a:t> and other safety norms.</a:t>
            </a:r>
          </a:p>
          <a:p>
            <a:pPr lvl="0"/>
            <a:r>
              <a:rPr/>
              <a:t>For electrical parts, ensure proper ratings for voltage and current.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Do Retain All Purchase and Installation Records</a:t>
            </a:r>
          </a:p>
          <a:p>
            <a:pPr lvl="0"/>
            <a:r>
              <a:rPr/>
              <a:t>Keep invoices, product manuals, and warranties safe.</a:t>
            </a:r>
          </a:p>
          <a:p>
            <a:pPr lvl="0"/>
            <a:r>
              <a:rPr/>
              <a:t>Maintain a record of all modifications and installations for future reference.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Don’ts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Don’t Compromise Vehicle Warranty</a:t>
            </a:r>
          </a:p>
          <a:p>
            <a:pPr lvl="0"/>
            <a:r>
              <a:rPr/>
              <a:t>Installing uncertified or incompatible accessories can void your company warranty—consult Aventro first!</a:t>
            </a:r>
          </a:p>
          <a:p>
            <a:pPr lvl="0"/>
            <a:r>
              <a:rPr/>
              <a:t>Never bypass or disable factory safety features (like airbags, sensors, anti-theft systems).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Don’t Use Low-Cost, Sub-Standard Parts</a:t>
            </a:r>
          </a:p>
          <a:p>
            <a:pPr lvl="0"/>
            <a:r>
              <a:rPr/>
              <a:t>Avoid cheap, uncertified or counterfeit electrical accessories—they can cause malfunction, fire, or permanent damage.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Don’t Overload the Electrical System</a:t>
            </a:r>
          </a:p>
          <a:p>
            <a:pPr lvl="0"/>
            <a:r>
              <a:rPr/>
              <a:t>Never install accessories (high-powered audio, extra lights, etc.) that draw excessive power without proper upgrades (e.g., alternator, wiring).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Don’t Attempt DIY Installation for Complex Accessories</a:t>
            </a:r>
          </a:p>
          <a:p>
            <a:pPr lvl="0"/>
            <a:r>
              <a:rPr/>
              <a:t>Never attempt to install complex electrical or electronic components yourself unless you’re certified.</a:t>
            </a:r>
          </a:p>
          <a:p>
            <a:pPr lvl="0"/>
            <a:r>
              <a:rPr/>
              <a:t>Avoid modifying or cutting factory wires, as this can cause electrical faults.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Don’t Ignore Warning Signs After Installation</a:t>
            </a:r>
          </a:p>
          <a:p>
            <a:pPr lvl="0"/>
            <a:r>
              <a:rPr/>
              <a:t>If you notice dashboard warnings, flickering lights, or malfunctioning electronics post-installation, stop using the accessory immediately and consult a service center.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Don’t Block Airbags or Sensors</a:t>
            </a:r>
          </a:p>
          <a:p>
            <a:pPr lvl="0"/>
            <a:r>
              <a:rPr/>
              <a:t>Never install accessories (phone holders, seat covers, dashboards gadgets) that block airbags, seat belt pre-tensioners, or sensors.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Don’t Forget Insurance Implications</a:t>
            </a:r>
          </a:p>
          <a:p>
            <a:pPr lvl="0"/>
            <a:r>
              <a:rPr/>
              <a:t>Inform your insurer if you add any expensive or electrical accessories—undisclosed modifications may impact future claims.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 compatibility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void your warranty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Buy from reputed dealers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use cheap parts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Consult Aventro 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overload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Verify warranty impact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DIY on electronics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Professional installation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ignore warning signs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Follow safety 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block airbags/sensors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Retain all records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Don’t forget insurance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 i="1"/>
              <a:t>Always prioritize safety, reliability, and warranty protection when considering third-party accessories for your vehicle. For any doubts, reach out to your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2025-07-30T08:16:48Z</dcterms:created>
  <dcterms:modified xsi:type="dcterms:W3CDTF">2025-07-30T08:16:48Z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