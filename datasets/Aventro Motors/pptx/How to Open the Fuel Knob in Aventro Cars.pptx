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Open the Fuel Knob in Aventro 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Opening the fuel knob (fuel cap) on your Aventro vehicle is a simple process. Follow these steps to ensure safe and easy access when you need to refuel: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Steps to Open the Fuel Knob</a:t>
            </a:r>
          </a:p>
          <a:p>
            <a:pPr lvl="0" indent="-342900" marL="342900">
              <a:buAutoNum type="arabicPeriod"/>
            </a:pPr>
            <a:r>
              <a:rPr b="1"/>
              <a:t>Park &amp; Switch Off the Engine</a:t>
            </a:r>
          </a:p>
          <a:p>
            <a:pPr lvl="1"/>
            <a:r>
              <a:rPr/>
              <a:t>Ensure your car is completely stopped and the engine is turned off.</a:t>
            </a:r>
          </a:p>
          <a:p>
            <a:pPr lvl="1"/>
            <a:r>
              <a:rPr/>
              <a:t>Engage the parking brake for safety.</a:t>
            </a:r>
          </a:p>
          <a:p>
            <a:pPr lvl="0" indent="-342900" marL="342900">
              <a:buAutoNum type="arabicPeriod"/>
            </a:pPr>
            <a:r>
              <a:rPr b="1"/>
              <a:t>Locate the Fuel Knob Release Lever</a:t>
            </a:r>
          </a:p>
          <a:p>
            <a:pPr lvl="1"/>
            <a:r>
              <a:rPr/>
              <a:t>The fuel knob release lever is typically found:</a:t>
            </a:r>
          </a:p>
          <a:p>
            <a:pPr lvl="2"/>
            <a:r>
              <a:rPr/>
              <a:t>On the driver’s side floor, near the seat or door.</a:t>
            </a:r>
          </a:p>
          <a:p>
            <a:pPr lvl="2"/>
            <a:r>
              <a:rPr/>
              <a:t>In some models, it may be on the dashboard or central console.</a:t>
            </a:r>
          </a:p>
          <a:p>
            <a:pPr lvl="0" indent="-342900" marL="342900">
              <a:buAutoNum type="arabicPeriod"/>
            </a:pPr>
            <a:r>
              <a:rPr b="1"/>
              <a:t>Pull the Release Lever</a:t>
            </a:r>
          </a:p>
          <a:p>
            <a:pPr lvl="1"/>
            <a:r>
              <a:rPr/>
              <a:t>Pull up or push the lever labelled with a </a:t>
            </a:r>
            <a:r>
              <a:rPr b="1"/>
              <a:t>fuel pump icon</a:t>
            </a:r>
            <a:r>
              <a:rPr/>
              <a:t>.</a:t>
            </a:r>
          </a:p>
          <a:p>
            <a:pPr lvl="1"/>
            <a:r>
              <a:rPr/>
              <a:t>You may hear a click indicating the fuel lid has been released.</a:t>
            </a:r>
          </a:p>
          <a:p>
            <a:pPr lvl="0" indent="-342900" marL="342900">
              <a:buAutoNum type="arabicPeriod"/>
            </a:pPr>
            <a:r>
              <a:rPr b="1"/>
              <a:t>Exit the Car</a:t>
            </a:r>
          </a:p>
          <a:p>
            <a:pPr lvl="1"/>
            <a:r>
              <a:rPr/>
              <a:t>Step out of the vehicle and go to the side where the fuel lid (fuel door) is located.</a:t>
            </a:r>
          </a:p>
          <a:p>
            <a:pPr lvl="0" indent="-342900" marL="342900">
              <a:buAutoNum type="arabicPeriod"/>
            </a:pPr>
            <a:r>
              <a:rPr b="1"/>
              <a:t>Open the Fuel Lid</a:t>
            </a:r>
          </a:p>
          <a:p>
            <a:pPr lvl="1"/>
            <a:r>
              <a:rPr/>
              <a:t>Gently open the fuel lid.</a:t>
            </a:r>
          </a:p>
          <a:p>
            <a:pPr lvl="1"/>
            <a:r>
              <a:rPr/>
              <a:t>You’ll now see the fuel knob (fuel cap).</a:t>
            </a:r>
          </a:p>
          <a:p>
            <a:pPr lvl="0" indent="-342900" marL="342900">
              <a:buAutoNum type="arabicPeriod"/>
            </a:pPr>
            <a:r>
              <a:rPr b="1"/>
              <a:t>Turn and Remove the Fuel Knob</a:t>
            </a:r>
          </a:p>
          <a:p>
            <a:pPr lvl="1"/>
            <a:r>
              <a:rPr/>
              <a:t>Twist the fuel knob (cap) </a:t>
            </a:r>
            <a:r>
              <a:rPr b="1"/>
              <a:t>anti-clockwise</a:t>
            </a:r>
            <a:r>
              <a:rPr/>
              <a:t> to unscrew it.</a:t>
            </a:r>
          </a:p>
          <a:p>
            <a:pPr lvl="1"/>
            <a:r>
              <a:rPr/>
              <a:t>Remove the cap and place it in a secure slot (usually on the lid itself or hold it carefully).</a:t>
            </a:r>
          </a:p>
          <a:p>
            <a:pPr lvl="0" indent="-342900" marL="342900">
              <a:buAutoNum type="arabicPeriod"/>
            </a:pPr>
            <a:r>
              <a:rPr b="1"/>
              <a:t>Refuel Safely</a:t>
            </a:r>
          </a:p>
          <a:p>
            <a:pPr lvl="1"/>
            <a:r>
              <a:rPr/>
              <a:t>Proceed with refueling as needed.</a:t>
            </a:r>
          </a:p>
          <a:p>
            <a:pPr lvl="0" indent="-342900" marL="342900">
              <a:buAutoNum type="arabicPeriod"/>
            </a:pPr>
            <a:r>
              <a:rPr b="1"/>
              <a:t>After Refueling</a:t>
            </a:r>
          </a:p>
          <a:p>
            <a:pPr lvl="1"/>
            <a:r>
              <a:rPr/>
              <a:t>Screw the fuel knob (cap) back on </a:t>
            </a:r>
            <a:r>
              <a:rPr b="1"/>
              <a:t>clockwise</a:t>
            </a:r>
            <a:r>
              <a:rPr/>
              <a:t> until you hear a click (to ensure it’s sealed).</a:t>
            </a:r>
          </a:p>
          <a:p>
            <a:pPr lvl="1"/>
            <a:r>
              <a:rPr/>
              <a:t>Close the fuel lid securely.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Tips</a:t>
            </a:r>
          </a:p>
          <a:p>
            <a:pPr lvl="0"/>
            <a:r>
              <a:rPr b="1"/>
              <a:t>If the Fuel Lid Doesn’t Open:</a:t>
            </a:r>
            <a:r>
              <a:rPr/>
              <a:t> Ensure the car is unlocked; some models require all doors to be unlocked before the lever works.</a:t>
            </a:r>
          </a:p>
          <a:p>
            <a:pPr lvl="0"/>
            <a:r>
              <a:rPr b="1"/>
              <a:t>Never Force the Cap:</a:t>
            </a:r>
            <a:r>
              <a:rPr/>
              <a:t> If the knob is stuck, double-check that the release mechanism is fully engaged.</a:t>
            </a:r>
          </a:p>
          <a:p>
            <a:pPr lvl="0"/>
            <a:r>
              <a:rPr b="1"/>
              <a:t>Electric &amp; Hybrid Models:</a:t>
            </a:r>
            <a:r>
              <a:rPr/>
              <a:t> Always check specific instructions in the owner’s manual for high-voltage safety precautions.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If you have difficulty finding the lever or opening the cap, refer to your car’s owner’s manual or contact your nearest Aventro Service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2025-07-30T08:15:29Z</dcterms:created>
  <dcterms:modified xsi:type="dcterms:W3CDTF">2025-07-30T08:15:29Z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