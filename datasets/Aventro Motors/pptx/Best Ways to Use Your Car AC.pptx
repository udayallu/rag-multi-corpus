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mailto:info@aventromotors.com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Best Ways to Use Your Car AC in All Seasons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For Aventro Motors Car Owners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Your vehicle’s air conditioning (AC) system is vital for comfort and safety throughout the year. Whether it’s cooling in summer, defogging in monsoon, or maintaining a pleasant environment in winter, knowing how to use the AC efficiently will extend system life and enhance your driving experience. Here’s a guide to making the most of your AC system during every season.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Summer: Beat the Heat</a:t>
            </a:r>
          </a:p>
          <a:p>
            <a:pPr lvl="0" indent="0" marL="0">
              <a:buNone/>
            </a:pPr>
            <a:r>
              <a:rPr b="1"/>
              <a:t>1. Ventilate First</a:t>
            </a:r>
            <a:br/>
            <a:r>
              <a:rPr/>
              <a:t>- Before switching on the AC, roll down the windows and drive for a couple of minutes to expel hot air.</a:t>
            </a:r>
            <a:br/>
            <a:r>
              <a:rPr/>
              <a:t>- This makes the cabin cool down faster.</a:t>
            </a:r>
          </a:p>
          <a:p>
            <a:pPr lvl="0" indent="0" marL="0">
              <a:buNone/>
            </a:pPr>
            <a:r>
              <a:rPr b="1"/>
              <a:t>2. Use Recirculation Mode</a:t>
            </a:r>
            <a:br/>
            <a:r>
              <a:rPr/>
              <a:t>- Turn on the AC and set it to “recirculate” once the cabin is cool. - This prevents hot outside air from entering, making the system more effective.</a:t>
            </a:r>
          </a:p>
          <a:p>
            <a:pPr lvl="0" indent="0" marL="0">
              <a:buNone/>
            </a:pPr>
            <a:r>
              <a:rPr b="1"/>
              <a:t>3. Set the Right Temperature</a:t>
            </a:r>
            <a:br/>
            <a:r>
              <a:rPr/>
              <a:t>- Avoid setting the thermostat to the lowest setting. 22-24°C (72-75°F) is usually comfortable and easier on the compressor.</a:t>
            </a:r>
          </a:p>
          <a:p>
            <a:pPr lvl="0" indent="0" marL="0">
              <a:buNone/>
            </a:pPr>
            <a:r>
              <a:rPr b="1"/>
              <a:t>4. Regular Maintenance</a:t>
            </a:r>
            <a:br/>
            <a:r>
              <a:rPr/>
              <a:t>- Clean or replace the cabin air filter. - Get your AC system inspected and refrigerant topped up at an Aventro Service Center before summer starts.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Monsoon: Fight Humidity and Fog</a:t>
            </a:r>
          </a:p>
          <a:p>
            <a:pPr lvl="0" indent="0" marL="0">
              <a:buNone/>
            </a:pPr>
            <a:r>
              <a:rPr b="1"/>
              <a:t>1. Use AC for Defogging</a:t>
            </a:r>
            <a:br/>
            <a:r>
              <a:rPr/>
              <a:t>- Turn on the AC with the blower directed at the windshield to quickly clear fog. - Use the “fresh air” mode for a few minutes to reduce internal humidity.</a:t>
            </a:r>
          </a:p>
          <a:p>
            <a:pPr lvl="0" indent="0" marL="0">
              <a:buNone/>
            </a:pPr>
            <a:r>
              <a:rPr b="1"/>
              <a:t>2. Don’t Use Recirculate Mode Continuously</a:t>
            </a:r>
            <a:br/>
            <a:r>
              <a:rPr/>
              <a:t>- Constant recirculation during rains may increase humidity inside, causing more fogging.</a:t>
            </a:r>
          </a:p>
          <a:p>
            <a:pPr lvl="0" indent="0" marL="0">
              <a:buNone/>
            </a:pPr>
            <a:r>
              <a:rPr b="1"/>
              <a:t>3. Keep Windows Closed</a:t>
            </a:r>
            <a:br/>
            <a:r>
              <a:rPr/>
              <a:t>- Prevent water and more humidity from entering the cabin.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Winter: Comfort with Care</a:t>
            </a:r>
          </a:p>
          <a:p>
            <a:pPr lvl="0" indent="0" marL="0">
              <a:buNone/>
            </a:pPr>
            <a:r>
              <a:rPr b="1"/>
              <a:t>1. Run the AC Regularly</a:t>
            </a:r>
            <a:br/>
            <a:r>
              <a:rPr/>
              <a:t>- Turn on the AC for at least 10 minutes once a week, even in winter.</a:t>
            </a:r>
            <a:br/>
            <a:r>
              <a:rPr/>
              <a:t>- This keeps seals lubricated and prevents mold in the system.</a:t>
            </a:r>
          </a:p>
          <a:p>
            <a:pPr lvl="0" indent="0" marL="0">
              <a:buNone/>
            </a:pPr>
            <a:r>
              <a:rPr b="1"/>
              <a:t>2. Use AC with Heater for Defogging</a:t>
            </a:r>
            <a:br/>
            <a:r>
              <a:rPr/>
              <a:t>- Warm air alone may not clear the windshield.</a:t>
            </a:r>
            <a:br/>
            <a:r>
              <a:rPr/>
              <a:t>- Use the AC and heater together (AC dries the air, heater warms it) for effective demisting.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Tips for All Seasons</a:t>
            </a:r>
          </a:p>
          <a:p>
            <a:pPr lvl="0"/>
            <a:r>
              <a:rPr b="1"/>
              <a:t>Service Regularly:</a:t>
            </a:r>
            <a:r>
              <a:rPr/>
              <a:t> Schedule professional AC checks at Aventro Service Centers.</a:t>
            </a:r>
          </a:p>
          <a:p>
            <a:pPr lvl="0"/>
            <a:r>
              <a:rPr b="1"/>
              <a:t>Check for Odors:</a:t>
            </a:r>
            <a:r>
              <a:rPr/>
              <a:t> Foul smells may indicate mold – get the filters and system checked.</a:t>
            </a:r>
          </a:p>
          <a:p>
            <a:pPr lvl="0"/>
            <a:r>
              <a:rPr b="1"/>
              <a:t>Avoid Overloading:</a:t>
            </a:r>
            <a:r>
              <a:rPr/>
              <a:t> Don’t overload your car; heavy loads reduce AC efficiency.</a:t>
            </a:r>
          </a:p>
          <a:p>
            <a:pPr lvl="0"/>
            <a:r>
              <a:rPr b="1"/>
              <a:t>Park in Shade:</a:t>
            </a:r>
            <a:r>
              <a:rPr/>
              <a:t> Protect your car from direct sun to reduce AC workload.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When to Seek Professional Help</a:t>
            </a:r>
          </a:p>
          <a:p>
            <a:pPr lvl="0"/>
            <a:r>
              <a:rPr/>
              <a:t>AC not cooling/heating as expected</a:t>
            </a:r>
          </a:p>
          <a:p>
            <a:pPr lvl="0"/>
            <a:r>
              <a:rPr/>
              <a:t>Unusual noises/smells from the vents</a:t>
            </a:r>
          </a:p>
          <a:p>
            <a:pPr lvl="0"/>
            <a:r>
              <a:rPr/>
              <a:t>Visible leaks under your car</a:t>
            </a:r>
          </a:p>
          <a:p>
            <a:pPr lvl="0" indent="0" marL="0">
              <a:buNone/>
            </a:pPr>
            <a:r>
              <a:rPr/>
              <a:t>Visit your nearest Aventro Service Center for expert AC service and diagnostics.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Stay comfortable, healthy, and safe in every season with these smart AC usage tips!</a:t>
            </a:r>
          </a:p>
          <a:p>
            <a:pPr lvl="0" indent="0" marL="0">
              <a:buNone/>
            </a:pPr>
            <a:r>
              <a:rPr/>
              <a:t>For more information or to book an AC service, contact </a:t>
            </a:r>
            <a:r>
              <a:rPr b="1"/>
              <a:t>Aventro Motors</a:t>
            </a:r>
            <a:r>
              <a:rPr/>
              <a:t> at </a:t>
            </a:r>
            <a:r>
              <a:rPr>
                <a:hlinkClick r:id="rId2"/>
              </a:rPr>
              <a:t>info@aventromotors.com</a:t>
            </a:r>
            <a:r>
              <a:rPr/>
              <a:t> or visit your nearest Aventro Service Center.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2025-07-30T08:17:19Z</dcterms:created>
  <dcterms:modified xsi:type="dcterms:W3CDTF">2025-07-30T08:17:19Z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