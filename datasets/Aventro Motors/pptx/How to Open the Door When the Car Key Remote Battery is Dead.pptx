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8" Type="http://schemas.openxmlformats.org/officeDocument/2006/relationships/viewProps" Target="viewProps.xml" /><Relationship Id="rId7" Type="http://schemas.openxmlformats.org/officeDocument/2006/relationships/presProps" Target="presProps.xml" /><Relationship Id="rId1" Type="http://schemas.openxmlformats.org/officeDocument/2006/relationships/slideMaster" Target="slideMasters/slideMaster1.xml" /><Relationship Id="rId10" Type="http://schemas.openxmlformats.org/officeDocument/2006/relationships/tableStyles" Target="tableStyles.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Open the Door When the Car Key Remote Battery is Dead</a:t>
            </a:r>
          </a:p>
        </p:txBody>
      </p:sp>
      <p:sp>
        <p:nvSpPr>
          <p:cNvPr id="3" name="Content Placeholder 2"/>
          <p:cNvSpPr>
            <a:spLocks noGrp="1"/>
          </p:cNvSpPr>
          <p:nvPr>
            <p:ph idx="1"/>
          </p:nvPr>
        </p:nvSpPr>
        <p:spPr/>
        <p:txBody>
          <a:bodyPr/>
          <a:lstStyle/>
          <a:p>
            <a:pPr lvl="0" indent="0" marL="0">
              <a:buNone/>
            </a:pPr>
            <a:r>
              <a:rPr/>
              <a:t>If your Aventro Motors car key remote battery is dead and you’re unable to unlock your car using the remote, you can still access your vehicle using the physical key. Follow these simple steps: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Step-by-Step Instructions</a:t>
            </a:r>
          </a:p>
          <a:p>
            <a:pPr lvl="0" indent="0" marL="0">
              <a:spcBef>
                <a:spcPts val="3000"/>
              </a:spcBef>
              <a:buNone/>
            </a:pPr>
            <a:r>
              <a:rPr b="1"/>
              <a:t>1. Locate the Physical Key</a:t>
            </a:r>
          </a:p>
          <a:p>
            <a:pPr lvl="0"/>
            <a:r>
              <a:rPr/>
              <a:t>Most Aventro car key fobs have a hidden physical key.</a:t>
            </a:r>
          </a:p>
          <a:p>
            <a:pPr lvl="0"/>
            <a:r>
              <a:rPr/>
              <a:t>Look for a </a:t>
            </a:r>
            <a:r>
              <a:rPr b="1"/>
              <a:t>release button or switch</a:t>
            </a:r>
            <a:r>
              <a:rPr/>
              <a:t> on your remote.</a:t>
            </a:r>
          </a:p>
          <a:p>
            <a:pPr lvl="0"/>
            <a:r>
              <a:rPr/>
              <a:t>Slide or press the release to pull out the mechanical key from the remote.</a:t>
            </a:r>
          </a:p>
          <a:p>
            <a:pPr lvl="0" indent="0" marL="0">
              <a:spcBef>
                <a:spcPts val="3000"/>
              </a:spcBef>
              <a:buNone/>
            </a:pPr>
            <a:r>
              <a:rPr b="1"/>
              <a:t>2. Find the Key Slot on Your Car</a:t>
            </a:r>
          </a:p>
          <a:p>
            <a:pPr lvl="0"/>
            <a:r>
              <a:rPr b="1"/>
              <a:t>Some models:</a:t>
            </a:r>
            <a:r>
              <a:rPr/>
              <a:t> The physical key slot is exposed and visible near the driver’s door handle.</a:t>
            </a:r>
          </a:p>
          <a:p>
            <a:pPr lvl="0"/>
            <a:r>
              <a:rPr b="1"/>
              <a:t>Other models:</a:t>
            </a:r>
            <a:r>
              <a:rPr/>
              <a:t> The key slot might be </a:t>
            </a:r>
            <a:r>
              <a:rPr b="1"/>
              <a:t>hidden under a cover</a:t>
            </a:r>
            <a:r>
              <a:rPr/>
              <a:t> on the door handle. Look for a small indent or slot.</a:t>
            </a:r>
          </a:p>
          <a:p>
            <a:pPr lvl="1"/>
            <a:r>
              <a:rPr/>
              <a:t>Gently pry off the cover (if applicable) using the physical key or your fingernail.</a:t>
            </a:r>
          </a:p>
          <a:p>
            <a:pPr lvl="0" indent="0" marL="0">
              <a:spcBef>
                <a:spcPts val="3000"/>
              </a:spcBef>
              <a:buNone/>
            </a:pPr>
            <a:r>
              <a:rPr b="1"/>
              <a:t>3. Insert and Turn the Key</a:t>
            </a:r>
          </a:p>
          <a:p>
            <a:pPr lvl="0"/>
            <a:r>
              <a:rPr/>
              <a:t>Insert the physical key into the keyhole.</a:t>
            </a:r>
          </a:p>
          <a:p>
            <a:pPr lvl="0"/>
            <a:r>
              <a:rPr/>
              <a:t>Turn the key (usually clockwise) to unlock the door manually.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Notes</a:t>
            </a:r>
          </a:p>
          <a:p>
            <a:pPr lvl="0"/>
            <a:r>
              <a:rPr b="1"/>
              <a:t>Alarm:</a:t>
            </a:r>
            <a:r>
              <a:rPr/>
              <a:t> Some cars may trigger the alarm when opened manually. Don’t worry—once inside, place the key fob near the start/ignition button (if using push start) or insert it into the ignition to recognize the key and disarm the alarm.</a:t>
            </a:r>
          </a:p>
          <a:p>
            <a:pPr lvl="0"/>
            <a:r>
              <a:rPr b="1"/>
              <a:t>Replace Remote Battery:</a:t>
            </a:r>
            <a:r>
              <a:rPr/>
              <a:t> As soon as possible, replace the battery in your key remote to restore full functionality.</a:t>
            </a:r>
          </a:p>
          <a:p>
            <a:pPr lvl="0"/>
            <a:r>
              <a:rPr/>
              <a:t>For help, visit your nearest Aventro Service Center or call Aventro Motors at </a:t>
            </a:r>
            <a:r>
              <a:rPr b="1"/>
              <a:t>+91 124 1234567</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Need Assistance?</a:t>
            </a:r>
          </a:p>
          <a:p>
            <a:pPr lvl="0" indent="0" marL="0">
              <a:buNone/>
            </a:pPr>
            <a:r>
              <a:rPr/>
              <a:t>Contact </a:t>
            </a:r>
            <a:r>
              <a:rPr b="1"/>
              <a:t>Aventro Motors Support</a:t>
            </a:r>
            <a:r>
              <a:rPr/>
              <a:t>: - </a:t>
            </a:r>
            <a:r>
              <a:rPr b="1"/>
              <a:t>Email:</a:t>
            </a:r>
            <a:r>
              <a:rPr/>
              <a:t> info@aventromotors.com - </a:t>
            </a:r>
            <a:r>
              <a:rPr b="1"/>
              <a:t>Roadside Assistance:</a:t>
            </a:r>
            <a:r>
              <a:rPr/>
              <a:t> Available via customer care or your local service center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Stay prepared: Always know how to use your physical key for emergencies!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2025-07-30T08:18:06Z</dcterms:created>
  <dcterms:modified xsi:type="dcterms:W3CDTF">2025-07-30T08:18:06Z</dcterms:modified>
</cp:coreProperties>
</file>

<file path=docProps/custom.xml><?xml version="1.0" encoding="utf-8"?>
<Properties xmlns="http://schemas.openxmlformats.org/officeDocument/2006/custom-properties" xmlns:vt="http://schemas.openxmlformats.org/officeDocument/2006/docPropsVTypes"/>
</file>