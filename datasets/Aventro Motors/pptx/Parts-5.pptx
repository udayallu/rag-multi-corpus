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Tower, Sector 18, Gurgaon, Haryana - 122018, India</a:t>
            </a:r>
            <a:br/>
            <a:r>
              <a:rPr/>
              <a:t>Contact: +91 124 1234567</a:t>
            </a:r>
            <a:br/>
            <a:r>
              <a:rPr/>
              <a:t>Email: 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Parts List with Industry Standard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 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Assembly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engine, varies with model &amp; fuel type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voltage for EVs/Hybrids; Lead-acid ~6,000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Automatic costlier than manual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Brake Pads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set of 4 pads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Suspension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kit, front/rear only ~8,000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Air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Oil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Injector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Spark Plug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Alloy Wheels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wheel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Headlamps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piece, LED variant adds cost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 Lamps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piece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Windshield Wipers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Touchscreen variant higher (~18,000)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Infotainment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 Compressor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Shock Absorber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piece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Radiator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Alternator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Bumper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Front/rear, unpainted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seat, upholstery extra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Door Locks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Exhaust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Steering Column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 Mirrors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piece, electronic adjustment adds cost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Service Types and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 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refrigerant refill, filter clean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Electrical System Diagnostics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Computerized scan &amp; manual inspection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Tyre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 of 4, tubeless, includes fitting &amp; balancing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 &amp; Paint 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5,000-20,000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Minor scratch to full panel repaint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Infotainment Repair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&amp; basic hardware (major repairs extra)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Wheel Alignment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4-wheel standard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Charging (Electric Vehicles)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 /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80% charge, may vary by location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 System Check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voltage system health check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 Wash &amp; Detailing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Shampoo wash, interior cleaning, polish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Notes</a:t>
            </a:r>
          </a:p>
          <a:p>
            <a:pPr lvl="0"/>
            <a:r>
              <a:rPr/>
              <a:t>Prices are approximate and vary by model, region, and service center.</a:t>
            </a:r>
          </a:p>
          <a:p>
            <a:pPr lvl="0"/>
            <a:r>
              <a:rPr/>
              <a:t>Taxes extra as applicable.</a:t>
            </a:r>
          </a:p>
          <a:p>
            <a:pPr lvl="0"/>
            <a:r>
              <a:rPr/>
              <a:t>Parts pricing may fluctuate with market rates and model compatibility.</a:t>
            </a:r>
          </a:p>
          <a:p>
            <a:pPr lvl="0"/>
            <a:r>
              <a:rPr/>
              <a:t>Major repairs or additional diagnostics may incur extra charges.</a:t>
            </a:r>
          </a:p>
          <a:p>
            <a:pPr lvl="0"/>
            <a:r>
              <a:rPr/>
              <a:t>For exact prices and appointments, contact your nearest Aventro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2025-07-30T08:15:52Z</dcterms:created>
  <dcterms:modified xsi:type="dcterms:W3CDTF">2025-07-30T08:15:52Z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