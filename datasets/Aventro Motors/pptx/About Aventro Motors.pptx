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info@aventromotors.co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Aventro Motors Pvt. Ltd.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Company Overview</a:t>
            </a:r>
          </a:p>
        </p:txBody>
      </p:sp>
      <p:sp>
        <p:nvSpPr>
          <p:cNvPr id="3" name="Content Placeholder 2"/>
          <p:cNvSpPr>
            <a:spLocks noGrp="1"/>
          </p:cNvSpPr>
          <p:nvPr>
            <p:ph idx="1"/>
          </p:nvPr>
        </p:nvSpPr>
        <p:spPr/>
        <p:txBody>
          <a:bodyPr/>
          <a:lstStyle/>
          <a:p>
            <a:pPr lvl="0" indent="0" marL="0">
              <a:buNone/>
            </a:pPr>
            <a:r>
              <a:rPr b="1"/>
              <a:t>Aventro Motors Pvt. Ltd.</a:t>
            </a:r>
            <a:r>
              <a:rPr/>
              <a:t> is one of India’s rapidly growing automobile manufacturers, renowned for its innovation in both conventional and alternative powertrain technologies. The company offers a comprehensive lineup of passenger cars that includes petrol, diesel, electric, and hybrid variants.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Company History</a:t>
            </a:r>
          </a:p>
        </p:txBody>
      </p:sp>
      <p:sp>
        <p:nvSpPr>
          <p:cNvPr id="3" name="Content Placeholder 2"/>
          <p:cNvSpPr>
            <a:spLocks noGrp="1"/>
          </p:cNvSpPr>
          <p:nvPr>
            <p:ph idx="1"/>
          </p:nvPr>
        </p:nvSpPr>
        <p:spPr/>
        <p:txBody>
          <a:bodyPr/>
          <a:lstStyle/>
          <a:p>
            <a:pPr lvl="0" indent="0" marL="0">
              <a:buNone/>
            </a:pPr>
            <a:r>
              <a:rPr/>
              <a:t>Aventro Motors was founded in </a:t>
            </a:r>
            <a:r>
              <a:rPr b="1"/>
              <a:t>2011</a:t>
            </a:r>
            <a:r>
              <a:rPr/>
              <a:t> in Gurugram, Haryana, with a vision to redefine the automotive landscape in India by offering a perfect blend of technology, affordability, and sustainability. Starting with a compact team of automobile enthusiasts, Aventro made its market debut in 2013 with the launch of the </a:t>
            </a:r>
            <a:r>
              <a:rPr b="1"/>
              <a:t>Aventro Aero</a:t>
            </a:r>
            <a:r>
              <a:rPr/>
              <a:t>.</a:t>
            </a:r>
          </a:p>
          <a:p>
            <a:pPr lvl="0" indent="0" marL="0">
              <a:buNone/>
            </a:pPr>
            <a:r>
              <a:rPr/>
              <a:t>By 2015, Aventro established its state-of-the-art manufacturing facility in Haryana and began expanding its product range. The company introduced electric and hybrid models in 2017, making it one of the first Indian carmakers to transition towards eco-friendly mobility solutions. The launch of the </a:t>
            </a:r>
            <a:r>
              <a:rPr b="1"/>
              <a:t>Aventro Spark Electric</a:t>
            </a:r>
            <a:r>
              <a:rPr/>
              <a:t> in 2019 was a significant milestone, receiving positive market response and industry awards.</a:t>
            </a:r>
          </a:p>
          <a:p>
            <a:pPr lvl="0" indent="0" marL="0">
              <a:buNone/>
            </a:pPr>
            <a:r>
              <a:rPr/>
              <a:t>Despite industry headwinds, Aventro Motors achieved consistent growth. By 2023, it had opened over 20 service centers across major Indian cities, diversified its product portfolio to 20 models, and launched digital initiatives for customer engagement and after-sales service. The company prides itself on fostering a culture of innovation and customer-centricity.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Ownership &amp; Leadership</a:t>
            </a:r>
          </a:p>
        </p:txBody>
      </p:sp>
      <p:sp>
        <p:nvSpPr>
          <p:cNvPr id="3" name="Content Placeholder 2"/>
          <p:cNvSpPr>
            <a:spLocks noGrp="1"/>
          </p:cNvSpPr>
          <p:nvPr>
            <p:ph idx="1"/>
          </p:nvPr>
        </p:nvSpPr>
        <p:spPr/>
        <p:txBody>
          <a:bodyPr/>
          <a:lstStyle/>
          <a:p>
            <a:pPr lvl="0"/>
            <a:r>
              <a:rPr b="1"/>
              <a:t>Founder &amp; CEO:</a:t>
            </a:r>
            <a:r>
              <a:rPr/>
              <a:t> Amit Bansal</a:t>
            </a:r>
            <a:br/>
            <a:r>
              <a:rPr/>
              <a:t>Visionary entrepreneur and engineer; previously worked at global automotive majors.</a:t>
            </a:r>
          </a:p>
          <a:p>
            <a:pPr lvl="0"/>
            <a:r>
              <a:rPr b="1"/>
              <a:t>Co-Founder &amp; CTO:</a:t>
            </a:r>
            <a:r>
              <a:rPr/>
              <a:t> Priya Mehra</a:t>
            </a:r>
            <a:br/>
            <a:r>
              <a:rPr/>
              <a:t>Holds a PhD in Automotive Engineering, driving technological advancement and R&amp;D.</a:t>
            </a:r>
          </a:p>
          <a:p>
            <a:pPr lvl="0"/>
            <a:r>
              <a:rPr b="1"/>
              <a:t>Head of Operations:</a:t>
            </a:r>
            <a:r>
              <a:rPr/>
              <a:t> Rakesh Singh</a:t>
            </a:r>
          </a:p>
          <a:p>
            <a:pPr lvl="0"/>
            <a:r>
              <a:rPr b="1"/>
              <a:t>Chief Financial Officer:</a:t>
            </a:r>
            <a:r>
              <a:rPr/>
              <a:t> Sunita Rao</a:t>
            </a:r>
          </a:p>
          <a:p>
            <a:pPr lvl="0" indent="0" marL="0">
              <a:buNone/>
            </a:pPr>
            <a:r>
              <a:rPr/>
              <a:t>The company remains privately held by the founding group, with a minority stake held by a consortium of green-tech investors since 2020.</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Employees</a:t>
            </a:r>
          </a:p>
        </p:txBody>
      </p:sp>
      <p:sp>
        <p:nvSpPr>
          <p:cNvPr id="3" name="Content Placeholder 2"/>
          <p:cNvSpPr>
            <a:spLocks noGrp="1"/>
          </p:cNvSpPr>
          <p:nvPr>
            <p:ph idx="1"/>
          </p:nvPr>
        </p:nvSpPr>
        <p:spPr/>
        <p:txBody>
          <a:bodyPr/>
          <a:lstStyle/>
          <a:p>
            <a:pPr lvl="0"/>
            <a:r>
              <a:rPr/>
              <a:t>As of March 2024, Aventro Motors employs over </a:t>
            </a:r>
            <a:r>
              <a:rPr b="1"/>
              <a:t>2,000 people</a:t>
            </a:r>
            <a:r>
              <a:rPr/>
              <a:t> across India.</a:t>
            </a:r>
          </a:p>
          <a:p>
            <a:pPr lvl="1"/>
            <a:r>
              <a:rPr b="1"/>
              <a:t>700+</a:t>
            </a:r>
            <a:r>
              <a:rPr/>
              <a:t> in manufacturing operations.</a:t>
            </a:r>
          </a:p>
          <a:p>
            <a:pPr lvl="1"/>
            <a:r>
              <a:rPr b="1"/>
              <a:t>400+</a:t>
            </a:r>
            <a:r>
              <a:rPr/>
              <a:t> in research, development, and product design.</a:t>
            </a:r>
          </a:p>
          <a:p>
            <a:pPr lvl="1"/>
            <a:r>
              <a:rPr b="1"/>
              <a:t>500+</a:t>
            </a:r>
            <a:r>
              <a:rPr/>
              <a:t> in sales and customer support.</a:t>
            </a:r>
          </a:p>
          <a:p>
            <a:pPr lvl="1"/>
            <a:r>
              <a:rPr b="1"/>
              <a:t>400+</a:t>
            </a:r>
            <a:r>
              <a:rPr/>
              <a:t> in various support and corporate functions.</a:t>
            </a:r>
          </a:p>
          <a:p>
            <a:pPr lvl="0" indent="0" marL="0">
              <a:buNone/>
            </a:pPr>
            <a:r>
              <a:rPr/>
              <a:t>Aventro promotes a diverse workplace, with 32% of its workforce comprising women and active recruitment from top Indian engineering institutions.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Growth Journey (Year-wise Highlights)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Year</a:t>
                      </a:r>
                    </a:p>
                  </a:txBody>
                  <a:tcPr/>
                </a:tc>
                <a:tc>
                  <a:txBody>
                    <a:bodyPr/>
                    <a:lstStyle/>
                    <a:p>
                      <a:pPr lvl="0" indent="0" marL="0">
                        <a:buNone/>
                      </a:pPr>
                      <a:r>
                        <a:rPr/>
                        <a:t>Milestone</a:t>
                      </a:r>
                    </a:p>
                  </a:txBody>
                  <a:tcPr/>
                </a:tc>
                <a:tc>
                  <a:txBody>
                    <a:bodyPr/>
                    <a:lstStyle/>
                    <a:p>
                      <a:pPr lvl="0" indent="0" marL="0">
                        <a:buNone/>
                      </a:pPr>
                      <a:r>
                        <a:rPr/>
                        <a:t>Annual Employees</a:t>
                      </a:r>
                    </a:p>
                  </a:txBody>
                  <a:tcPr/>
                </a:tc>
                <a:tc>
                  <a:txBody>
                    <a:bodyPr/>
                    <a:lstStyle/>
                    <a:p>
                      <a:pPr lvl="0" indent="0" marL="0">
                        <a:buNone/>
                      </a:pPr>
                      <a:r>
                        <a:rPr/>
                        <a:t>Notable Milestone</a:t>
                      </a:r>
                    </a:p>
                  </a:txBody>
                  <a:tcPr/>
                </a:tc>
              </a:tr>
              <a:tr h="0">
                <a:tc>
                  <a:txBody>
                    <a:bodyPr/>
                    <a:lstStyle/>
                    <a:p>
                      <a:pPr lvl="0" indent="0" marL="0">
                        <a:buNone/>
                      </a:pPr>
                      <a:r>
                        <a:rPr/>
                        <a:t>2011</a:t>
                      </a:r>
                    </a:p>
                  </a:txBody>
                </a:tc>
                <a:tc>
                  <a:txBody>
                    <a:bodyPr/>
                    <a:lstStyle/>
                    <a:p>
                      <a:pPr lvl="0" indent="0" marL="0">
                        <a:buNone/>
                      </a:pPr>
                      <a:r>
                        <a:rPr/>
                        <a:t>Company Founded in Gurugram, Haryana</a:t>
                      </a:r>
                    </a:p>
                  </a:txBody>
                </a:tc>
                <a:tc>
                  <a:txBody>
                    <a:bodyPr/>
                    <a:lstStyle/>
                    <a:p>
                      <a:pPr lvl="0" indent="0" marL="0">
                        <a:buNone/>
                      </a:pPr>
                      <a:r>
                        <a:rPr/>
                        <a:t>10</a:t>
                      </a:r>
                    </a:p>
                  </a:txBody>
                </a:tc>
                <a:tc>
                  <a:txBody>
                    <a:bodyPr/>
                    <a:lstStyle/>
                    <a:p>
                      <a:pPr lvl="0" indent="0" marL="0">
                        <a:buNone/>
                      </a:pPr>
                      <a:r>
                        <a:rPr/>
                        <a:t>R&amp;D setup</a:t>
                      </a:r>
                    </a:p>
                  </a:txBody>
                </a:tc>
              </a:tr>
              <a:tr h="0">
                <a:tc>
                  <a:txBody>
                    <a:bodyPr/>
                    <a:lstStyle/>
                    <a:p>
                      <a:pPr lvl="0" indent="0" marL="0">
                        <a:buNone/>
                      </a:pPr>
                      <a:r>
                        <a:rPr/>
                        <a:t>2013</a:t>
                      </a:r>
                    </a:p>
                  </a:txBody>
                </a:tc>
                <a:tc>
                  <a:txBody>
                    <a:bodyPr/>
                    <a:lstStyle/>
                    <a:p>
                      <a:pPr lvl="0" indent="0" marL="0">
                        <a:buNone/>
                      </a:pPr>
                      <a:r>
                        <a:rPr/>
                        <a:t>Launched Aventro Aero (Petrol &amp; Diesel)</a:t>
                      </a:r>
                    </a:p>
                  </a:txBody>
                </a:tc>
                <a:tc>
                  <a:txBody>
                    <a:bodyPr/>
                    <a:lstStyle/>
                    <a:p>
                      <a:pPr lvl="0" indent="0" marL="0">
                        <a:buNone/>
                      </a:pPr>
                      <a:r>
                        <a:rPr/>
                        <a:t>100</a:t>
                      </a:r>
                    </a:p>
                  </a:txBody>
                </a:tc>
                <a:tc>
                  <a:txBody>
                    <a:bodyPr/>
                    <a:lstStyle/>
                    <a:p>
                      <a:pPr lvl="0" indent="0" marL="0">
                        <a:buNone/>
                      </a:pPr>
                      <a:r>
                        <a:rPr/>
                        <a:t>First model released</a:t>
                      </a:r>
                    </a:p>
                  </a:txBody>
                </a:tc>
              </a:tr>
              <a:tr h="0">
                <a:tc>
                  <a:txBody>
                    <a:bodyPr/>
                    <a:lstStyle/>
                    <a:p>
                      <a:pPr lvl="0" indent="0" marL="0">
                        <a:buNone/>
                      </a:pPr>
                      <a:r>
                        <a:rPr/>
                        <a:t>2015</a:t>
                      </a:r>
                    </a:p>
                  </a:txBody>
                </a:tc>
                <a:tc>
                  <a:txBody>
                    <a:bodyPr/>
                    <a:lstStyle/>
                    <a:p>
                      <a:pPr lvl="0" indent="0" marL="0">
                        <a:buNone/>
                      </a:pPr>
                      <a:r>
                        <a:rPr/>
                        <a:t>Inaugurated manufacturing plant in Haryana</a:t>
                      </a:r>
                    </a:p>
                  </a:txBody>
                </a:tc>
                <a:tc>
                  <a:txBody>
                    <a:bodyPr/>
                    <a:lstStyle/>
                    <a:p>
                      <a:pPr lvl="0" indent="0" marL="0">
                        <a:buNone/>
                      </a:pPr>
                      <a:r>
                        <a:rPr/>
                        <a:t>300</a:t>
                      </a:r>
                    </a:p>
                  </a:txBody>
                </a:tc>
                <a:tc>
                  <a:txBody>
                    <a:bodyPr/>
                    <a:lstStyle/>
                    <a:p>
                      <a:pPr lvl="0" indent="0" marL="0">
                        <a:buNone/>
                      </a:pPr>
                      <a:r>
                        <a:rPr/>
                        <a:t>Factory operational</a:t>
                      </a:r>
                    </a:p>
                  </a:txBody>
                </a:tc>
              </a:tr>
              <a:tr h="0">
                <a:tc>
                  <a:txBody>
                    <a:bodyPr/>
                    <a:lstStyle/>
                    <a:p>
                      <a:pPr lvl="0" indent="0" marL="0">
                        <a:buNone/>
                      </a:pPr>
                      <a:r>
                        <a:rPr/>
                        <a:t>2017</a:t>
                      </a:r>
                    </a:p>
                  </a:txBody>
                </a:tc>
                <a:tc>
                  <a:txBody>
                    <a:bodyPr/>
                    <a:lstStyle/>
                    <a:p>
                      <a:pPr lvl="0" indent="0" marL="0">
                        <a:buNone/>
                      </a:pPr>
                      <a:r>
                        <a:rPr/>
                        <a:t>Rolled out Electric &amp; Hybrid Variants</a:t>
                      </a:r>
                    </a:p>
                  </a:txBody>
                </a:tc>
                <a:tc>
                  <a:txBody>
                    <a:bodyPr/>
                    <a:lstStyle/>
                    <a:p>
                      <a:pPr lvl="0" indent="0" marL="0">
                        <a:buNone/>
                      </a:pPr>
                      <a:r>
                        <a:rPr/>
                        <a:t>500</a:t>
                      </a:r>
                    </a:p>
                  </a:txBody>
                </a:tc>
                <a:tc>
                  <a:txBody>
                    <a:bodyPr/>
                    <a:lstStyle/>
                    <a:p>
                      <a:pPr lvl="0" indent="0" marL="0">
                        <a:buNone/>
                      </a:pPr>
                      <a:r>
                        <a:rPr/>
                        <a:t>Entered EVs/Hybrids</a:t>
                      </a:r>
                    </a:p>
                  </a:txBody>
                </a:tc>
              </a:tr>
              <a:tr h="0">
                <a:tc>
                  <a:txBody>
                    <a:bodyPr/>
                    <a:lstStyle/>
                    <a:p>
                      <a:pPr lvl="0" indent="0" marL="0">
                        <a:buNone/>
                      </a:pPr>
                      <a:r>
                        <a:rPr/>
                        <a:t>2019</a:t>
                      </a:r>
                    </a:p>
                  </a:txBody>
                </a:tc>
                <a:tc>
                  <a:txBody>
                    <a:bodyPr/>
                    <a:lstStyle/>
                    <a:p>
                      <a:pPr lvl="0" indent="0" marL="0">
                        <a:buNone/>
                      </a:pPr>
                      <a:r>
                        <a:rPr/>
                        <a:t>10th dealership opened; 1,000th car on road</a:t>
                      </a:r>
                    </a:p>
                  </a:txBody>
                </a:tc>
                <a:tc>
                  <a:txBody>
                    <a:bodyPr/>
                    <a:lstStyle/>
                    <a:p>
                      <a:pPr lvl="0" indent="0" marL="0">
                        <a:buNone/>
                      </a:pPr>
                      <a:r>
                        <a:rPr/>
                        <a:t>1200</a:t>
                      </a:r>
                    </a:p>
                  </a:txBody>
                </a:tc>
                <a:tc>
                  <a:txBody>
                    <a:bodyPr/>
                    <a:lstStyle/>
                    <a:p>
                      <a:pPr lvl="0" indent="0" marL="0">
                        <a:buNone/>
                      </a:pPr>
                      <a:r>
                        <a:rPr/>
                        <a:t>Market expansion</a:t>
                      </a:r>
                    </a:p>
                  </a:txBody>
                </a:tc>
              </a:tr>
              <a:tr h="0">
                <a:tc>
                  <a:txBody>
                    <a:bodyPr/>
                    <a:lstStyle/>
                    <a:p>
                      <a:pPr lvl="0" indent="0" marL="0">
                        <a:buNone/>
                      </a:pPr>
                      <a:r>
                        <a:rPr/>
                        <a:t>2020</a:t>
                      </a:r>
                    </a:p>
                  </a:txBody>
                </a:tc>
                <a:tc>
                  <a:txBody>
                    <a:bodyPr/>
                    <a:lstStyle/>
                    <a:p>
                      <a:pPr lvl="0" indent="0" marL="0">
                        <a:buNone/>
                      </a:pPr>
                      <a:r>
                        <a:rPr/>
                        <a:t>Green-tech investor funding</a:t>
                      </a:r>
                    </a:p>
                  </a:txBody>
                </a:tc>
                <a:tc>
                  <a:txBody>
                    <a:bodyPr/>
                    <a:lstStyle/>
                    <a:p>
                      <a:pPr lvl="0" indent="0" marL="0">
                        <a:buNone/>
                      </a:pPr>
                      <a:r>
                        <a:rPr/>
                        <a:t>1500</a:t>
                      </a:r>
                    </a:p>
                  </a:txBody>
                </a:tc>
                <a:tc>
                  <a:txBody>
                    <a:bodyPr/>
                    <a:lstStyle/>
                    <a:p>
                      <a:pPr lvl="0" indent="0" marL="0">
                        <a:buNone/>
                      </a:pPr>
                      <a:r>
                        <a:rPr/>
                        <a:t>EV development boost</a:t>
                      </a:r>
                    </a:p>
                  </a:txBody>
                </a:tc>
              </a:tr>
              <a:tr h="0">
                <a:tc>
                  <a:txBody>
                    <a:bodyPr/>
                    <a:lstStyle/>
                    <a:p>
                      <a:pPr lvl="0" indent="0" marL="0">
                        <a:buNone/>
                      </a:pPr>
                      <a:r>
                        <a:rPr/>
                        <a:t>2021</a:t>
                      </a:r>
                    </a:p>
                  </a:txBody>
                </a:tc>
                <a:tc>
                  <a:txBody>
                    <a:bodyPr/>
                    <a:lstStyle/>
                    <a:p>
                      <a:pPr lvl="0" indent="0" marL="0">
                        <a:buNone/>
                      </a:pPr>
                      <a:r>
                        <a:rPr/>
                        <a:t>Launched advanced infotainment &amp; connected car features</a:t>
                      </a:r>
                    </a:p>
                  </a:txBody>
                </a:tc>
                <a:tc>
                  <a:txBody>
                    <a:bodyPr/>
                    <a:lstStyle/>
                    <a:p>
                      <a:pPr lvl="0" indent="0" marL="0">
                        <a:buNone/>
                      </a:pPr>
                      <a:r>
                        <a:rPr/>
                        <a:t>1700</a:t>
                      </a:r>
                    </a:p>
                  </a:txBody>
                </a:tc>
                <a:tc>
                  <a:txBody>
                    <a:bodyPr/>
                    <a:lstStyle/>
                    <a:p>
                      <a:pPr lvl="0" indent="0" marL="0">
                        <a:buNone/>
                      </a:pPr>
                      <a:r>
                        <a:rPr/>
                        <a:t>Digital innovation</a:t>
                      </a:r>
                    </a:p>
                  </a:txBody>
                </a:tc>
              </a:tr>
              <a:tr h="0">
                <a:tc>
                  <a:txBody>
                    <a:bodyPr/>
                    <a:lstStyle/>
                    <a:p>
                      <a:pPr lvl="0" indent="0" marL="0">
                        <a:buNone/>
                      </a:pPr>
                      <a:r>
                        <a:rPr/>
                        <a:t>2023</a:t>
                      </a:r>
                    </a:p>
                  </a:txBody>
                </a:tc>
                <a:tc>
                  <a:txBody>
                    <a:bodyPr/>
                    <a:lstStyle/>
                    <a:p>
                      <a:pPr lvl="0" indent="0" marL="0">
                        <a:buNone/>
                      </a:pPr>
                      <a:r>
                        <a:rPr/>
                        <a:t>20+ service centers across India; launched “Aventro Zen”</a:t>
                      </a:r>
                    </a:p>
                  </a:txBody>
                </a:tc>
                <a:tc>
                  <a:txBody>
                    <a:bodyPr/>
                    <a:lstStyle/>
                    <a:p>
                      <a:pPr lvl="0" indent="0" marL="0">
                        <a:buNone/>
                      </a:pPr>
                      <a:r>
                        <a:rPr/>
                        <a:t>2000</a:t>
                      </a:r>
                    </a:p>
                  </a:txBody>
                </a:tc>
                <a:tc>
                  <a:txBody>
                    <a:bodyPr/>
                    <a:lstStyle/>
                    <a:p>
                      <a:pPr lvl="0" indent="0" marL="0">
                        <a:buNone/>
                      </a:pPr>
                      <a:r>
                        <a:rPr/>
                        <a:t>National footprint</a:t>
                      </a:r>
                    </a:p>
                  </a:txBody>
                </a:tc>
              </a:tr>
              <a:tr h="0">
                <a:tc>
                  <a:txBody>
                    <a:bodyPr/>
                    <a:lstStyle/>
                    <a:p>
                      <a:pPr lvl="0" indent="0" marL="0">
                        <a:buNone/>
                      </a:pPr>
                      <a:r>
                        <a:rPr/>
                        <a:t>2024</a:t>
                      </a:r>
                    </a:p>
                  </a:txBody>
                </a:tc>
                <a:tc>
                  <a:txBody>
                    <a:bodyPr/>
                    <a:lstStyle/>
                    <a:p>
                      <a:pPr lvl="0" indent="0" marL="0">
                        <a:buNone/>
                      </a:pPr>
                      <a:r>
                        <a:rPr/>
                        <a:t>Crossed 50,000 cumulative vehicle sales</a:t>
                      </a:r>
                    </a:p>
                  </a:txBody>
                </a:tc>
                <a:tc>
                  <a:txBody>
                    <a:bodyPr/>
                    <a:lstStyle/>
                    <a:p>
                      <a:pPr lvl="0" indent="0" marL="0">
                        <a:buNone/>
                      </a:pPr>
                      <a:r>
                        <a:rPr/>
                        <a:t>2100</a:t>
                      </a:r>
                    </a:p>
                  </a:txBody>
                </a:tc>
                <a:tc>
                  <a:txBody>
                    <a:bodyPr/>
                    <a:lstStyle/>
                    <a:p>
                      <a:pPr lvl="0" indent="0" marL="0">
                        <a:buNone/>
                      </a:pPr>
                      <a:r>
                        <a:rPr/>
                        <a:t>Sales milestone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Company Philosophy</a:t>
            </a:r>
          </a:p>
        </p:txBody>
      </p:sp>
      <p:sp>
        <p:nvSpPr>
          <p:cNvPr id="3" name="Content Placeholder 2"/>
          <p:cNvSpPr>
            <a:spLocks noGrp="1"/>
          </p:cNvSpPr>
          <p:nvPr>
            <p:ph idx="1"/>
          </p:nvPr>
        </p:nvSpPr>
        <p:spPr/>
        <p:txBody>
          <a:bodyPr/>
          <a:lstStyle/>
          <a:p>
            <a:pPr lvl="0"/>
            <a:r>
              <a:rPr b="1"/>
              <a:t>Mission:</a:t>
            </a:r>
            <a:r>
              <a:rPr/>
              <a:t> To drive India towards a cleaner, smarter, and more connected automotive future.</a:t>
            </a:r>
          </a:p>
          <a:p>
            <a:pPr lvl="0"/>
            <a:r>
              <a:rPr b="1"/>
              <a:t>Values:</a:t>
            </a:r>
            <a:r>
              <a:rPr/>
              <a:t> Innovation, Sustainability, Customer Focus, Integrity, Teamwork.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For more information, visit </a:t>
            </a:r>
            <a:r>
              <a:rPr i="1">
                <a:hlinkClick r:id="rId2"/>
              </a:rPr>
              <a:t>aventromotors.com</a:t>
            </a:r>
            <a:r>
              <a:rPr i="1"/>
              <a:t> or call +91 124 1234567.</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2025-07-30T08:17:03Z</dcterms:created>
  <dcterms:modified xsi:type="dcterms:W3CDTF">2025-07-30T08:17:03Z</dcterms:modified>
</cp:coreProperties>
</file>

<file path=docProps/custom.xml><?xml version="1.0" encoding="utf-8"?>
<Properties xmlns="http://schemas.openxmlformats.org/officeDocument/2006/custom-properties" xmlns:vt="http://schemas.openxmlformats.org/officeDocument/2006/docPropsVTypes"/>
</file>