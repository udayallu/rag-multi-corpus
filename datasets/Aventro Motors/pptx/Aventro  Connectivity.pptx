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Guide: Connecting Smartwatch Connectivity, Works with Alexa, and CarPlay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your Aventro vehicle’s connected features guide! This document explains how to connect and use: - </a:t>
            </a:r>
            <a:r>
              <a:rPr b="1"/>
              <a:t>Smartwatch Connectivity</a:t>
            </a:r>
            <a:r>
              <a:rPr/>
              <a:t> - </a:t>
            </a:r>
            <a:r>
              <a:rPr b="1"/>
              <a:t>Works with Alexa</a:t>
            </a:r>
            <a:r>
              <a:rPr/>
              <a:t> - </a:t>
            </a:r>
            <a:r>
              <a:rPr b="1"/>
              <a:t>Apple CarPlay</a:t>
            </a:r>
          </a:p>
          <a:p>
            <a:pPr lvl="0" indent="0" marL="0">
              <a:buNone/>
            </a:pPr>
            <a:r>
              <a:rPr/>
              <a:t>Below, you’ll find step-by-step setup instructions and troubleshooting tips for each feature.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Smartwatch Connectivity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Smartwatch connectivity allows you to interact with select vehicle functions directly from your smartwatch. This may include lock/unlock, remote start, finding your car, and vehicle health reports.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Compatible Smartwatches</a:t>
            </a:r>
          </a:p>
          <a:p>
            <a:pPr lvl="0"/>
            <a:r>
              <a:rPr/>
              <a:t>Apple Watch (watchOS 6 and above)</a:t>
            </a:r>
          </a:p>
          <a:p>
            <a:pPr lvl="0"/>
            <a:r>
              <a:rPr/>
              <a:t>Android Wear OS Watches (Wear OS 2 and above)</a:t>
            </a:r>
          </a:p>
          <a:p>
            <a:pPr lvl="0"/>
            <a:r>
              <a:rPr/>
              <a:t>Samsung Galaxy Watches (Tizen 4 and above)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Steps to Connect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A. Install the Aventro Connect App</a:t>
            </a:r>
          </a:p>
          <a:p>
            <a:pPr lvl="0" indent="-342900" marL="342900">
              <a:buAutoNum type="arabicPeriod"/>
            </a:pPr>
            <a:r>
              <a:rPr/>
              <a:t>On your smartphone, download the </a:t>
            </a:r>
            <a:r>
              <a:rPr b="1"/>
              <a:t>Aventro Connect</a:t>
            </a:r>
            <a:r>
              <a:rPr/>
              <a:t> app from Google Play Store or Apple App Store.</a:t>
            </a:r>
          </a:p>
          <a:p>
            <a:pPr lvl="0" indent="-342900" marL="342900">
              <a:buAutoNum type="arabicPeriod"/>
            </a:pPr>
            <a:r>
              <a:rPr/>
              <a:t>Create or log into your Aventro account.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 Pair Your Smartwatch</a:t>
            </a:r>
          </a:p>
          <a:p>
            <a:pPr lvl="0" indent="-342900" marL="342900">
              <a:buAutoNum type="arabicPeriod"/>
            </a:pPr>
            <a:r>
              <a:rPr/>
              <a:t>Ensure your smartwatch is paired with your smartphone via Bluetooth and both are connected to the Internet.</a:t>
            </a:r>
          </a:p>
          <a:p>
            <a:pPr lvl="0" indent="-342900" marL="342900">
              <a:buAutoNum type="arabicPeriod"/>
            </a:pPr>
            <a:r>
              <a:rPr/>
              <a:t>On your watch, open the relevant app store (Apple Watch App Store, Google Play for Wear OS, or Galaxy Store).</a:t>
            </a:r>
          </a:p>
          <a:p>
            <a:pPr lvl="0" indent="-342900" marL="342900">
              <a:buAutoNum type="arabicPeriod"/>
            </a:pPr>
            <a:r>
              <a:rPr/>
              <a:t>Search for </a:t>
            </a:r>
            <a:r>
              <a:rPr b="1"/>
              <a:t>Aventro Connect</a:t>
            </a:r>
            <a:r>
              <a:rPr/>
              <a:t> and install it.</a:t>
            </a:r>
          </a:p>
          <a:p>
            <a:pPr lvl="0" indent="-342900" marL="342900">
              <a:buAutoNum type="arabicPeriod"/>
            </a:pPr>
            <a:r>
              <a:rPr/>
              <a:t>Open the app on your smartwatch. You may be prompted to sign in with your Aventro account or grant permissions.</a:t>
            </a:r>
          </a:p>
          <a:p>
            <a:pPr lvl="0" indent="-342900" marL="342900">
              <a:buAutoNum type="arabicPeriod"/>
            </a:pPr>
            <a:r>
              <a:rPr/>
              <a:t>On your smartphone’s Aventro Connect app, go to </a:t>
            </a:r>
            <a:r>
              <a:rPr i="1"/>
              <a:t>Settings</a:t>
            </a:r>
            <a:r>
              <a:rPr/>
              <a:t> &gt; </a:t>
            </a:r>
            <a:r>
              <a:rPr i="1"/>
              <a:t>Device Connections</a:t>
            </a:r>
            <a:r>
              <a:rPr/>
              <a:t> &gt; </a:t>
            </a:r>
            <a:r>
              <a:rPr i="1"/>
              <a:t>Add Smartwatch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Follow on-screen instructions to authorize and link the smartwatch.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C. Using Smartwatch Features</a:t>
            </a:r>
          </a:p>
          <a:p>
            <a:pPr lvl="0"/>
            <a:r>
              <a:rPr b="1"/>
              <a:t>Lock/Unlock:</a:t>
            </a:r>
            <a:r>
              <a:rPr/>
              <a:t> Tap the respective button in the app.</a:t>
            </a:r>
          </a:p>
          <a:p>
            <a:pPr lvl="0"/>
            <a:r>
              <a:rPr b="1"/>
              <a:t>Remote Start:</a:t>
            </a:r>
            <a:r>
              <a:rPr/>
              <a:t> Press and hold the remote start icon in the app.</a:t>
            </a:r>
          </a:p>
          <a:p>
            <a:pPr lvl="0"/>
            <a:r>
              <a:rPr b="1"/>
              <a:t>Find My Car:</a:t>
            </a:r>
            <a:r>
              <a:rPr/>
              <a:t> View your vehicle’s last parked location.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Troubleshooting</a:t>
            </a:r>
          </a:p>
          <a:p>
            <a:pPr lvl="0"/>
            <a:r>
              <a:rPr/>
              <a:t>Make sure Bluetooth is enabled on both watch and phone.</a:t>
            </a:r>
          </a:p>
          <a:p>
            <a:pPr lvl="0"/>
            <a:r>
              <a:rPr/>
              <a:t>Both devices must be within range.</a:t>
            </a:r>
          </a:p>
          <a:p>
            <a:pPr lvl="0"/>
            <a:r>
              <a:rPr/>
              <a:t>Both devices must have an internet connection.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Works with Alexa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Control your Aventro car using Alexa-enabled devices and voice commands: lock/unlock car, remote start, check fuel/battery status, etc.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/>
            <a:r>
              <a:rPr/>
              <a:t>Alexa-enabled device (Echo Dot, Echo Show, Amazon App)</a:t>
            </a:r>
          </a:p>
          <a:p>
            <a:pPr lvl="0"/>
            <a:r>
              <a:rPr/>
              <a:t>Aventro Connect account</a:t>
            </a:r>
          </a:p>
          <a:p>
            <a:pPr lvl="0"/>
            <a:r>
              <a:rPr/>
              <a:t>Vehicle registered on Aventro Connect app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Steps to Connect</a:t>
            </a:r>
          </a:p>
          <a:p>
            <a:pPr lvl="0" indent="-342900" marL="342900">
              <a:buAutoNum type="arabicPeriod"/>
            </a:pPr>
            <a:r>
              <a:rPr/>
              <a:t>On your smartphone, open the </a:t>
            </a:r>
            <a:r>
              <a:rPr b="1"/>
              <a:t>Amazon Alexa</a:t>
            </a:r>
            <a:r>
              <a:rPr/>
              <a:t> app.</a:t>
            </a:r>
          </a:p>
          <a:p>
            <a:pPr lvl="0" indent="-342900" marL="342900">
              <a:buAutoNum type="arabicPeriod"/>
            </a:pPr>
            <a:r>
              <a:rPr/>
              <a:t>Tap the menu and select </a:t>
            </a:r>
            <a:r>
              <a:rPr b="1"/>
              <a:t>Skills &amp; Games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Search for </a:t>
            </a:r>
            <a:r>
              <a:rPr b="1"/>
              <a:t>Aventro Motors</a:t>
            </a:r>
            <a:r>
              <a:rPr/>
              <a:t> (Aventro Connect Skill).</a:t>
            </a:r>
          </a:p>
          <a:p>
            <a:pPr lvl="0" indent="-342900" marL="342900">
              <a:buAutoNum type="arabicPeriod"/>
            </a:pPr>
            <a:r>
              <a:rPr/>
              <a:t>Tap </a:t>
            </a:r>
            <a:r>
              <a:rPr b="1"/>
              <a:t>Enable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Log in with your Aventro Connect account to link it.</a:t>
            </a:r>
          </a:p>
          <a:p>
            <a:pPr lvl="0" indent="-342900" marL="342900">
              <a:buAutoNum type="arabicPeriod"/>
            </a:pPr>
            <a:r>
              <a:rPr/>
              <a:t>Grant requested permissions (vehicle control, location, etc.).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Example Voice Commands</a:t>
            </a:r>
          </a:p>
          <a:p>
            <a:pPr lvl="0"/>
            <a:r>
              <a:rPr/>
              <a:t>“Alexa, ask Aventro to start my car.”</a:t>
            </a:r>
          </a:p>
          <a:p>
            <a:pPr lvl="0"/>
            <a:r>
              <a:rPr/>
              <a:t>“Alexa, ask Aventro if my car is locked.”</a:t>
            </a:r>
          </a:p>
          <a:p>
            <a:pPr lvl="0"/>
            <a:r>
              <a:rPr/>
              <a:t>“Alexa, ask Aventro how much battery my Aero has left.”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Troubleshooting</a:t>
            </a:r>
          </a:p>
          <a:p>
            <a:pPr lvl="0"/>
            <a:r>
              <a:rPr/>
              <a:t>Ensure car has active Internet connectivity (SIM/eSIM).</a:t>
            </a:r>
          </a:p>
          <a:p>
            <a:pPr lvl="0"/>
            <a:r>
              <a:rPr/>
              <a:t>User permissions in Aventro Connect app must be up to date.</a:t>
            </a:r>
          </a:p>
          <a:p>
            <a:pPr lvl="0"/>
            <a:r>
              <a:rPr/>
              <a:t>If unresponsive, try disabling and re-enabling the Aventro skill in the Alexa app.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Apple CarPlay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Apple CarPlay seamlessly integrates your iPhone with your Aventro vehicle’s infotainment system. Use Maps, Music, Calls, and Messages hands-free.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/>
            <a:r>
              <a:rPr/>
              <a:t>iPhone 6 or newer (iOS 13 or above)</a:t>
            </a:r>
          </a:p>
          <a:p>
            <a:pPr lvl="0"/>
            <a:r>
              <a:rPr/>
              <a:t>Genuine Apple Lightning cable </a:t>
            </a:r>
            <a:r>
              <a:rPr b="1"/>
              <a:t>or</a:t>
            </a:r>
            <a:r>
              <a:rPr/>
              <a:t> wireless pairing (in supported models)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Steps to Connect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A. Wired CarPlay Connection</a:t>
            </a:r>
          </a:p>
          <a:p>
            <a:pPr lvl="0" indent="-342900" marL="342900">
              <a:buAutoNum type="arabicPeriod"/>
            </a:pPr>
            <a:r>
              <a:rPr/>
              <a:t>Start your car and turn on the infotainment system.</a:t>
            </a:r>
          </a:p>
          <a:p>
            <a:pPr lvl="0" indent="-342900" marL="342900">
              <a:buAutoNum type="arabicPeriod"/>
            </a:pPr>
            <a:r>
              <a:rPr/>
              <a:t>Plug your iPhone into the car’s USB port with a genuine Apple Lightning cable.</a:t>
            </a:r>
          </a:p>
          <a:p>
            <a:pPr lvl="0" indent="-342900" marL="342900">
              <a:buAutoNum type="arabicPeriod"/>
            </a:pPr>
            <a:r>
              <a:rPr/>
              <a:t>CarPlay prompt will appear on your infotainment display. Tap </a:t>
            </a:r>
            <a:r>
              <a:rPr b="1"/>
              <a:t>Allow</a:t>
            </a:r>
            <a:r>
              <a:rPr/>
              <a:t> on your iPhone if asked.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 Wireless CarPlay (If Supported)</a:t>
            </a:r>
          </a:p>
          <a:p>
            <a:pPr lvl="0" indent="-342900" marL="342900">
              <a:buAutoNum type="arabicPeriod"/>
            </a:pPr>
            <a:r>
              <a:rPr/>
              <a:t>Enable both Bluetooth and Wi-Fi on your iPhone.</a:t>
            </a:r>
          </a:p>
          <a:p>
            <a:pPr lvl="0" indent="-342900" marL="342900">
              <a:buAutoNum type="arabicPeriod"/>
            </a:pPr>
            <a:r>
              <a:rPr/>
              <a:t>On the car’s infotainment display, go to </a:t>
            </a:r>
            <a:r>
              <a:rPr i="1"/>
              <a:t>Settings</a:t>
            </a:r>
            <a:r>
              <a:rPr/>
              <a:t> &gt; </a:t>
            </a:r>
            <a:r>
              <a:rPr i="1"/>
              <a:t>Apple CarPlay</a:t>
            </a:r>
            <a:r>
              <a:rPr/>
              <a:t> &gt; </a:t>
            </a:r>
            <a:r>
              <a:rPr i="1"/>
              <a:t>Pair New Device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On your iPhone, go to </a:t>
            </a:r>
            <a:r>
              <a:rPr i="1"/>
              <a:t>Settings</a:t>
            </a:r>
            <a:r>
              <a:rPr/>
              <a:t> &gt; </a:t>
            </a:r>
            <a:r>
              <a:rPr i="1"/>
              <a:t>General</a:t>
            </a:r>
            <a:r>
              <a:rPr/>
              <a:t> &gt; </a:t>
            </a:r>
            <a:r>
              <a:rPr i="1"/>
              <a:t>CarPlay</a:t>
            </a:r>
            <a:r>
              <a:rPr/>
              <a:t> and select your Aventro car.</a:t>
            </a:r>
          </a:p>
          <a:p>
            <a:pPr lvl="0" indent="-342900" marL="342900">
              <a:buAutoNum type="arabicPeriod"/>
            </a:pPr>
            <a:r>
              <a:rPr/>
              <a:t>Follow on-screen instructions to pair wirelessly.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Common CarPlay Features</a:t>
            </a:r>
          </a:p>
          <a:p>
            <a:pPr lvl="0"/>
            <a:r>
              <a:rPr/>
              <a:t>Voice: Press and hold the steering wheel’s voice button for Siri.</a:t>
            </a:r>
          </a:p>
          <a:p>
            <a:pPr lvl="0"/>
            <a:r>
              <a:rPr/>
              <a:t>Maps: Use Apple Maps, Google Maps, Waze, etc.</a:t>
            </a:r>
          </a:p>
          <a:p>
            <a:pPr lvl="0"/>
            <a:r>
              <a:rPr/>
              <a:t>Messages: Listen and respond hands-free.</a:t>
            </a:r>
          </a:p>
          <a:p>
            <a:pPr lvl="0"/>
            <a:r>
              <a:rPr/>
              <a:t>Music &amp; Audio: Apple Music, Spotify, Podcasts, etc.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Troubleshooting</a:t>
            </a:r>
          </a:p>
          <a:p>
            <a:pPr lvl="0"/>
            <a:r>
              <a:rPr/>
              <a:t>Restart your iPhone and the infotainment system if CarPlay won’t connect.</a:t>
            </a:r>
          </a:p>
          <a:p>
            <a:pPr lvl="0"/>
            <a:r>
              <a:rPr/>
              <a:t>Use only Apple-certified cables for wired connections.</a:t>
            </a:r>
          </a:p>
          <a:p>
            <a:pPr lvl="0"/>
            <a:r>
              <a:rPr/>
              <a:t>Make sure your Aventro model supports wireless CarPlay if attempting wireless.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Support</a:t>
            </a:r>
          </a:p>
          <a:p>
            <a:pPr lvl="0" indent="0" marL="0">
              <a:buNone/>
            </a:pPr>
            <a:r>
              <a:rPr/>
              <a:t>If you have any issues or questions: - Call Aventro Helpdesk: +91 124 1234567 - Email: info@aventromotors.com - Visit your nearest Aventro Service Center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Enjoy your connected Aventro driving experience!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2025-07-30T08:16:00Z</dcterms:created>
  <dcterms:modified xsi:type="dcterms:W3CDTF">2025-07-30T08:16:00Z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