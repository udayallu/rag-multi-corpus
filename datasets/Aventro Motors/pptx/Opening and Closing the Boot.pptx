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info@aventromotors.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Opening and Closing the Boot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Opening the Boot</a:t>
            </a:r>
          </a:p>
        </p:txBody>
      </p:sp>
      <p:sp>
        <p:nvSpPr>
          <p:cNvPr id="3" name="Content Placeholder 2"/>
          <p:cNvSpPr>
            <a:spLocks noGrp="1"/>
          </p:cNvSpPr>
          <p:nvPr>
            <p:ph idx="1"/>
          </p:nvPr>
        </p:nvSpPr>
        <p:spPr/>
        <p:txBody>
          <a:bodyPr/>
          <a:lstStyle/>
          <a:p>
            <a:pPr lvl="0" indent="0" marL="0">
              <a:buNone/>
            </a:pPr>
            <a:r>
              <a:rPr/>
              <a:t>There are several ways you can open the boot (trunk) of your Aventro vehicle, depending on the model and features equipped:</a:t>
            </a:r>
          </a:p>
          <a:p>
            <a:pPr lvl="0" indent="0" marL="0">
              <a:spcBef>
                <a:spcPts val="3000"/>
              </a:spcBef>
              <a:buNone/>
            </a:pPr>
            <a:r>
              <a:rPr b="1"/>
              <a:t>1. Manual Release (Lever/Button)</a:t>
            </a:r>
          </a:p>
          <a:p>
            <a:pPr lvl="0"/>
            <a:r>
              <a:rPr/>
              <a:t>Locate the boot release lever or button inside the vehicle.</a:t>
            </a:r>
          </a:p>
          <a:p>
            <a:pPr lvl="1"/>
            <a:r>
              <a:rPr/>
              <a:t>Usually found near the driver’s seat or on the driver’s side door panel.</a:t>
            </a:r>
          </a:p>
          <a:p>
            <a:pPr lvl="0"/>
            <a:r>
              <a:rPr/>
              <a:t>Pull the lever or press the button.</a:t>
            </a:r>
          </a:p>
          <a:p>
            <a:pPr lvl="1"/>
            <a:r>
              <a:rPr/>
              <a:t>You’ll hear a click indicating the boot is unlocked.</a:t>
            </a:r>
          </a:p>
          <a:p>
            <a:pPr lvl="0"/>
            <a:r>
              <a:rPr/>
              <a:t>Go to the rear of the vehicle and lift the boot lid upwards to open.</a:t>
            </a:r>
          </a:p>
          <a:p>
            <a:pPr lvl="0" indent="0" marL="0">
              <a:spcBef>
                <a:spcPts val="3000"/>
              </a:spcBef>
              <a:buNone/>
            </a:pPr>
            <a:r>
              <a:rPr b="1"/>
              <a:t>2. Remote Key Fob</a:t>
            </a:r>
          </a:p>
          <a:p>
            <a:pPr lvl="0"/>
            <a:r>
              <a:rPr/>
              <a:t>Press and hold the boot release button on your vehicle’s remote key fob.</a:t>
            </a:r>
          </a:p>
          <a:p>
            <a:pPr lvl="0"/>
            <a:r>
              <a:rPr/>
              <a:t>The boot will unlock and, on some models, may open slightly for you to lift.</a:t>
            </a:r>
          </a:p>
          <a:p>
            <a:pPr lvl="0" indent="0" marL="0">
              <a:spcBef>
                <a:spcPts val="3000"/>
              </a:spcBef>
              <a:buNone/>
            </a:pPr>
            <a:r>
              <a:rPr b="1"/>
              <a:t>3. Exterior Button or Handle</a:t>
            </a:r>
          </a:p>
          <a:p>
            <a:pPr lvl="0"/>
            <a:r>
              <a:rPr/>
              <a:t>With the vehicle unlocked, press the soft-touch button or lift the handle located just above the number plate or under the boot lid.</a:t>
            </a:r>
          </a:p>
          <a:p>
            <a:pPr lvl="0"/>
            <a:r>
              <a:rPr/>
              <a:t>Lift the boot gently to open.</a:t>
            </a:r>
          </a:p>
          <a:p>
            <a:pPr lvl="0" indent="0" marL="0">
              <a:spcBef>
                <a:spcPts val="3000"/>
              </a:spcBef>
              <a:buNone/>
            </a:pPr>
            <a:r>
              <a:rPr b="1"/>
              <a:t>4. Hands-Free Option (If Equipped)</a:t>
            </a:r>
          </a:p>
          <a:p>
            <a:pPr lvl="0"/>
            <a:r>
              <a:rPr/>
              <a:t>With the key fob in your possession, stand behind the boot and make a gentle kicking motion under the center of the rear bumper (sensor area).</a:t>
            </a:r>
          </a:p>
          <a:p>
            <a:pPr lvl="0"/>
            <a:r>
              <a:rPr/>
              <a:t>Wait for a few seconds; the boot will unlatch automatically. Lift to open.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Closing the Boot</a:t>
            </a:r>
          </a:p>
        </p:txBody>
      </p:sp>
      <p:sp>
        <p:nvSpPr>
          <p:cNvPr id="3" name="Content Placeholder 2"/>
          <p:cNvSpPr>
            <a:spLocks noGrp="1"/>
          </p:cNvSpPr>
          <p:nvPr>
            <p:ph idx="1"/>
          </p:nvPr>
        </p:nvSpPr>
        <p:spPr/>
        <p:txBody>
          <a:bodyPr/>
          <a:lstStyle/>
          <a:p>
            <a:pPr lvl="0" indent="0" marL="0">
              <a:spcBef>
                <a:spcPts val="3000"/>
              </a:spcBef>
              <a:buNone/>
            </a:pPr>
            <a:r>
              <a:rPr b="1"/>
              <a:t>1. Manual Closing</a:t>
            </a:r>
          </a:p>
          <a:p>
            <a:pPr lvl="0"/>
            <a:r>
              <a:rPr/>
              <a:t>Grip the inner handle or any designated area on the inside of the boot lid.</a:t>
            </a:r>
          </a:p>
          <a:p>
            <a:pPr lvl="0"/>
            <a:r>
              <a:rPr/>
              <a:t>Pull the boot lid down smoothly and press gently until you hear it latch.</a:t>
            </a:r>
          </a:p>
          <a:p>
            <a:pPr lvl="0" indent="0" marL="0">
              <a:spcBef>
                <a:spcPts val="3000"/>
              </a:spcBef>
              <a:buNone/>
            </a:pPr>
            <a:r>
              <a:rPr b="1"/>
              <a:t>2. Electrically Assisted/Tailgate Models (If Equipped)</a:t>
            </a:r>
          </a:p>
          <a:p>
            <a:pPr lvl="0"/>
            <a:r>
              <a:rPr/>
              <a:t>Press the boot’s close button (located on the edge of the boot lid).</a:t>
            </a:r>
          </a:p>
          <a:p>
            <a:pPr lvl="0"/>
            <a:r>
              <a:rPr/>
              <a:t>The lid will automatically close and latch securely.</a:t>
            </a:r>
          </a:p>
          <a:p>
            <a:pPr lvl="0" indent="0" marL="0">
              <a:spcBef>
                <a:spcPts val="3000"/>
              </a:spcBef>
              <a:buNone/>
            </a:pPr>
            <a:r>
              <a:rPr b="1"/>
              <a:t>3. Cautions When Closing</a:t>
            </a:r>
          </a:p>
          <a:p>
            <a:pPr lvl="0"/>
            <a:r>
              <a:rPr/>
              <a:t>Make sure there are no obstructions or luggage sticking out.</a:t>
            </a:r>
          </a:p>
          <a:p>
            <a:pPr lvl="0"/>
            <a:r>
              <a:rPr/>
              <a:t>Ensure all hands and fingers are away from the boot area before closing.</a:t>
            </a:r>
          </a:p>
          <a:p>
            <a:pPr lvl="0"/>
            <a:r>
              <a:rPr/>
              <a:t>Do not slam the boot lid; close it with a gentle but firm push.</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br/>
            <a:r>
              <a:rPr sz="2000"/>
              <a:t>If the boot does not open or close properly, check if the vehicle is in ‘Valet Mode’ or if the child safety lock for the boot is engaged. For electrically operated boots, ensure the battery has sufficient charge.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Need Help?</a:t>
            </a:r>
          </a:p>
        </p:txBody>
      </p:sp>
      <p:sp>
        <p:nvSpPr>
          <p:cNvPr id="3" name="Content Placeholder 2"/>
          <p:cNvSpPr>
            <a:spLocks noGrp="1"/>
          </p:cNvSpPr>
          <p:nvPr>
            <p:ph idx="1"/>
          </p:nvPr>
        </p:nvSpPr>
        <p:spPr/>
        <p:txBody>
          <a:bodyPr/>
          <a:lstStyle/>
          <a:p>
            <a:pPr lvl="0" indent="0" marL="0">
              <a:buNone/>
            </a:pPr>
            <a:r>
              <a:rPr/>
              <a:t>If you experience any issues with your boot mechanism, please visit the nearest Aventro Service Center or contact Aventro Motors Pvt. Ltd.</a:t>
            </a:r>
          </a:p>
          <a:p>
            <a:pPr lvl="0"/>
            <a:r>
              <a:rPr b="1"/>
              <a:t>Email:</a:t>
            </a:r>
            <a:r>
              <a:rPr/>
              <a:t> </a:t>
            </a:r>
            <a:r>
              <a:rPr>
                <a:hlinkClick r:id="rId2"/>
              </a:rPr>
              <a:t>info@aventromotors.com</a:t>
            </a:r>
          </a:p>
          <a:p>
            <a:pPr lvl="0"/>
            <a:r>
              <a:rPr b="1"/>
              <a:t>Phone:</a:t>
            </a:r>
            <a:r>
              <a:rPr/>
              <a:t> +91 124 1234567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2025-07-30T08:17:26Z</dcterms:created>
  <dcterms:modified xsi:type="dcterms:W3CDTF">2025-07-30T08:17:26Z</dcterms:modified>
</cp:coreProperties>
</file>

<file path=docProps/custom.xml><?xml version="1.0" encoding="utf-8"?>
<Properties xmlns="http://schemas.openxmlformats.org/officeDocument/2006/custom-properties" xmlns:vt="http://schemas.openxmlformats.org/officeDocument/2006/docPropsVTypes"/>
</file>