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nhtsa.gov/equipment/adaptive-cruise-control" TargetMode="External" /><Relationship Id="rId3" Type="http://schemas.openxmlformats.org/officeDocument/2006/relationships/hyperlink" Target="https://www.sae.org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Adaptive Cruise Control (ACC): What is it &amp; How Does it Work?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Adaptive Cruise Control (ACC)</a:t>
            </a:r>
            <a:r>
              <a:rPr/>
              <a:t> is an advanced driver assistance system (ADAS) designed to automatically adjust a vehicle’s cruising speed to maintain a safe following distance from vehicles ahead. It’s an evolution of traditional cruise control, offering greater safety, comfort, and convenience—especially in highway and stop-and-go traffic scenarios.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Adaptive Cruise Control?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Traditional Cruise Control</a:t>
            </a:r>
            <a:r>
              <a:rPr/>
              <a:t>: Maintains a set vehicle speed as chosen by the driver.</a:t>
            </a:r>
          </a:p>
          <a:p>
            <a:pPr lvl="0"/>
            <a:r>
              <a:rPr b="1"/>
              <a:t>Adaptive Cruise Control</a:t>
            </a:r>
            <a:r>
              <a:rPr/>
              <a:t>: Uses sensors to detect vehicles ahead and can increase, decrease, or maintain speed based on traffic conditions.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Functions</a:t>
            </a:r>
          </a:p>
          <a:p>
            <a:pPr lvl="0" indent="-342900" marL="342900">
              <a:buAutoNum type="arabicPeriod"/>
            </a:pPr>
            <a:r>
              <a:rPr b="1"/>
              <a:t>Automatic Speed Regulation</a:t>
            </a:r>
            <a:br/>
            <a:r>
              <a:rPr/>
              <a:t>Keeps the car traveling at a set speed until it detects a slower-moving vehicle in its path.</a:t>
            </a:r>
          </a:p>
          <a:p>
            <a:pPr lvl="0" indent="-342900" marL="342900">
              <a:buAutoNum type="arabicPeriod"/>
            </a:pPr>
            <a:r>
              <a:rPr b="1"/>
              <a:t>Distance Monitoring &amp; Maintenance</a:t>
            </a:r>
            <a:br/>
            <a:r>
              <a:rPr/>
              <a:t>Constantly monitors the distance to the vehicle in front and adjusts speed to maintain a safe, pre-set gap.</a:t>
            </a:r>
          </a:p>
          <a:p>
            <a:pPr lvl="0" indent="-342900" marL="342900">
              <a:buAutoNum type="arabicPeriod"/>
            </a:pPr>
            <a:r>
              <a:rPr b="1"/>
              <a:t>Automatic Braking and Acceleration</a:t>
            </a:r>
            <a:br/>
            <a:r>
              <a:rPr/>
              <a:t>Decelerates when a slower vehicle is detected, and speeds back up to the original set speed when the lane clears.</a:t>
            </a:r>
          </a:p>
          <a:p>
            <a:pPr lvl="0" indent="-342900" marL="342900">
              <a:buAutoNum type="arabicPeriod"/>
            </a:pPr>
            <a:r>
              <a:rPr b="1"/>
              <a:t>Stop &amp; Go Functionality</a:t>
            </a:r>
            <a:r>
              <a:rPr/>
              <a:t> </a:t>
            </a:r>
            <a:r>
              <a:rPr i="1"/>
              <a:t>(in advanced systems)</a:t>
            </a:r>
            <a:br/>
            <a:r>
              <a:rPr/>
              <a:t>In heavy traffic, can bring the car to a complete stop and resume motion as traffic moves.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Does Adaptive Cruise Control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Main Components</a:t>
            </a:r>
          </a:p>
          <a:p>
            <a:pPr lvl="0"/>
            <a:r>
              <a:rPr b="1"/>
              <a:t>Radar Sensors:</a:t>
            </a:r>
            <a:br/>
            <a:r>
              <a:rPr/>
              <a:t>Typically mounted in the grille or front bumper to detect vehicles ahead and measure their speed and distance.</a:t>
            </a:r>
          </a:p>
          <a:p>
            <a:pPr lvl="0"/>
            <a:r>
              <a:rPr b="1"/>
              <a:t>Lidar Sensors or Cameras:</a:t>
            </a:r>
            <a:br/>
            <a:r>
              <a:rPr/>
              <a:t>Used in some systems for enhanced object detection and lane tracking.</a:t>
            </a:r>
          </a:p>
          <a:p>
            <a:pPr lvl="0"/>
            <a:r>
              <a:rPr b="1"/>
              <a:t>ECU (Electronic Control Unit):</a:t>
            </a:r>
            <a:br/>
            <a:r>
              <a:rPr/>
              <a:t>Processes sensor data and commands the throttle and brakes as needed.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Working Principle</a:t>
            </a:r>
          </a:p>
          <a:p>
            <a:pPr lvl="0" indent="-342900" marL="342900">
              <a:buAutoNum type="arabicPeriod"/>
            </a:pPr>
            <a:r>
              <a:rPr b="1"/>
              <a:t>Activation</a:t>
            </a:r>
            <a:br/>
            <a:r>
              <a:rPr/>
              <a:t>The driver activates ACC and sets a desired speed and following distance (often via steering wheel controls).</a:t>
            </a:r>
          </a:p>
          <a:p>
            <a:pPr lvl="0" indent="-342900" marL="342900">
              <a:buAutoNum type="arabicPeriod"/>
            </a:pPr>
            <a:r>
              <a:rPr b="1"/>
              <a:t>Monitoring</a:t>
            </a:r>
            <a:br/>
            <a:r>
              <a:rPr/>
              <a:t>The system continuously scans the road ahead using radar, lidar, and/or cameras.</a:t>
            </a:r>
          </a:p>
          <a:p>
            <a:pPr lvl="0" indent="-342900" marL="342900">
              <a:buAutoNum type="arabicPeriod"/>
            </a:pPr>
            <a:r>
              <a:rPr b="1"/>
              <a:t>Detection</a:t>
            </a:r>
          </a:p>
          <a:p>
            <a:pPr lvl="1"/>
            <a:r>
              <a:rPr/>
              <a:t>If the road ahead is clear, ACC maintains the set speed.</a:t>
            </a:r>
          </a:p>
          <a:p>
            <a:pPr lvl="1"/>
            <a:r>
              <a:rPr/>
              <a:t>If a slower vehicle is detected within the pre-set following distance, ACC automatically reduces vehicle speed by controlling throttle and brakes.</a:t>
            </a:r>
          </a:p>
          <a:p>
            <a:pPr lvl="0" indent="-342900" marL="342900">
              <a:buAutoNum type="arabicPeriod"/>
            </a:pPr>
            <a:r>
              <a:rPr b="1"/>
              <a:t>Control</a:t>
            </a:r>
          </a:p>
          <a:p>
            <a:pPr lvl="1"/>
            <a:r>
              <a:rPr/>
              <a:t>If the vehicle ahead speeds up, ACC accelerates (up to the set speed limit).</a:t>
            </a:r>
          </a:p>
          <a:p>
            <a:pPr lvl="1"/>
            <a:r>
              <a:rPr/>
              <a:t>If the vehicle ahead slows down or stops, ACC decelerates and—if equipped with stop &amp; go—can bring the car to a halt.</a:t>
            </a:r>
          </a:p>
          <a:p>
            <a:pPr lvl="0" indent="-342900" marL="342900">
              <a:buAutoNum type="arabicPeriod"/>
            </a:pPr>
            <a:r>
              <a:rPr b="1"/>
              <a:t>Resuming</a:t>
            </a:r>
            <a:br/>
            <a:r>
              <a:rPr/>
              <a:t>The system accelerates back to the set speed once the lane ahead is clear.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Example Scenario</a:t>
            </a:r>
          </a:p>
          <a:p>
            <a:pPr lvl="0"/>
            <a:r>
              <a:rPr/>
              <a:t>You set ACC to </a:t>
            </a:r>
            <a:r>
              <a:rPr b="1"/>
              <a:t>100 km/h</a:t>
            </a:r>
            <a:r>
              <a:rPr/>
              <a:t> and the following distance to </a:t>
            </a:r>
            <a:r>
              <a:rPr b="1"/>
              <a:t>2 seconds</a:t>
            </a:r>
            <a:r>
              <a:rPr/>
              <a:t>.</a:t>
            </a:r>
          </a:p>
          <a:p>
            <a:pPr lvl="0"/>
            <a:r>
              <a:rPr/>
              <a:t>A car merges ahead traveling at </a:t>
            </a:r>
            <a:r>
              <a:rPr b="1"/>
              <a:t>80 km/h</a:t>
            </a:r>
            <a:r>
              <a:rPr/>
              <a:t>.</a:t>
            </a:r>
          </a:p>
          <a:p>
            <a:pPr lvl="0"/>
            <a:r>
              <a:rPr/>
              <a:t>ACC detects the vehicle and smoothly reduces your speed to maintain a safe gap.</a:t>
            </a:r>
          </a:p>
          <a:p>
            <a:pPr lvl="0"/>
            <a:r>
              <a:rPr/>
              <a:t>When the lane ahead is clear, ACC returns your car to </a:t>
            </a:r>
            <a:r>
              <a:rPr b="1"/>
              <a:t>100 km/h</a:t>
            </a:r>
            <a:r>
              <a:rPr/>
              <a:t>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Safety:</a:t>
            </a:r>
            <a:r>
              <a:rPr/>
              <a:t> Reduces risk of rear-end collisions.</a:t>
            </a:r>
          </a:p>
          <a:p>
            <a:pPr lvl="0"/>
            <a:r>
              <a:rPr b="1"/>
              <a:t>Convenience:</a:t>
            </a:r>
            <a:r>
              <a:rPr/>
              <a:t> Less driver fatigue on long trips and in traffic jams.</a:t>
            </a:r>
          </a:p>
          <a:p>
            <a:pPr lvl="0"/>
            <a:r>
              <a:rPr b="1"/>
              <a:t>Efficiency:</a:t>
            </a:r>
            <a:r>
              <a:rPr/>
              <a:t> Optimized speed and braking can improve fuel economy.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Sensor Limitations:</a:t>
            </a:r>
            <a:r>
              <a:rPr/>
              <a:t> May be affected by weather conditions, dirt, or obstructions.</a:t>
            </a:r>
          </a:p>
          <a:p>
            <a:pPr lvl="0"/>
            <a:r>
              <a:rPr b="1"/>
              <a:t>Not a Substitute for Attention:</a:t>
            </a:r>
            <a:r>
              <a:rPr/>
              <a:t> The driver must remain alert and ready to take control at all times.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ACC:</a:t>
            </a:r>
            <a:r>
              <a:rPr/>
              <a:t> Adaptive Cruise Control</a:t>
            </a:r>
          </a:p>
          <a:p>
            <a:pPr lvl="0"/>
            <a:r>
              <a:rPr b="1"/>
              <a:t>ADAS:</a:t>
            </a:r>
            <a:r>
              <a:rPr/>
              <a:t> Advanced Driver Assistance Systems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Traditional Cruise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Adaptive Cruise Control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Maintains Set Speed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Senses Vehicles Ahead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Adjusts Following 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Automatic Braking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Resumes after Stopping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In advanced ACC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NHTSA: Adaptive Cruise Control</a:t>
            </a:r>
          </a:p>
          <a:p>
            <a:pPr lvl="0"/>
            <a:r>
              <a:rPr>
                <a:hlinkClick r:id="rId3"/>
              </a:rPr>
              <a:t>SAE International: ADAS Features Guide</a:t>
            </a:r>
          </a:p>
          <a:p>
            <a:pPr lvl="0"/>
            <a:r>
              <a:rPr/>
              <a:t>Vehicle Owner’s Manuals (Various Manufacturers)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2025-07-30T08:15:13Z</dcterms:created>
  <dcterms:modified xsi:type="dcterms:W3CDTF">2025-07-30T08:15:13Z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