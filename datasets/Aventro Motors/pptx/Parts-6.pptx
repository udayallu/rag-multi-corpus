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Motors Pvt. Ltd.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Aventro Tower, Sector 18, Gurgaon, Haryana - 122018, India</a:t>
            </a:r>
            <a:br/>
            <a:r>
              <a:rPr/>
              <a:t>Contact: +91 124 1234567</a:t>
            </a:r>
            <a:br/>
            <a:r>
              <a:rPr/>
              <a:t>Email: info@aventromotors.com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Parts Details and Prices (Industry Standard Estimate)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S.No.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Assembly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engine unit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₹60,000 - ₹1,50,000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Pack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 electric/hybrid vehicles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₹90,000 - ₹2,00,000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Transmission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Manual/Automatic gearbox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₹50,000 - ₹1,20,000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Brake Pads (Set of 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 &amp; rear disc brake pads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₹2,200 - ₹6,000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Suspension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Shock absorbers &amp; struts (set)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₹8,000 - ₹20,000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Air Filter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air filter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₹400 - ₹1,000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Oil Filter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oil filter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₹250 - ₹700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Fuel Injector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injector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₹2,500 - ₹7,500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Spark Plug (each)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Standard/iridium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₹200 - ₹650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Alloy Wheels (each)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15-18 inch alloys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₹6,000 - ₹18,000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Headlamps (each)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Halogen/LED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₹2,500 - ₹8,000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Tail Lamps (each)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Halogen/LED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₹1,800 - ₹4,500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Windshield Wipers (pair)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 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₹400 - ₹1,200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Dashboard 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digital unit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₹8,000 - ₹35,000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Infotainment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Touchscreen unit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₹10,000 - ₹40,000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 Compressor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 AC unit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₹7,500 - ₹15,000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Shock Absorber (each)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Front/Rear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₹2,500 - ₹5,500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Radiator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radiator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₹4,000 - ₹10,000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Alternator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 generator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₹5,000 - ₹18,000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Bumper (each)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Front/Rear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₹4,500 - ₹12,000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Seats (each)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Fabric/Leather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₹3,000 - ₹10,000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Door Locks (set of 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Central/Manual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₹1,000 - ₹2,500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Exhaust System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Muffler, pipes, catalytic converter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₹8,000 - ₹25,000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Steering Column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Steering shaft assembly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₹6,000 - ₹15,000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Side Mirrors (each)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Electrically adjustable/heated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₹1,200 - ₹6,000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Services and Prices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Windshield Replacement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 windshield (including fitting)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₹4,500 - ₹10,000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Roadside Assistance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Towing, breakdown support, emergency repairs, etc.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₹1,200 - ₹2,500 per call / ₹3,500 annual membership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Insurance Claim Assistance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Help with paperwork &amp; claim process for accident repairs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₹1,000 - ₹2,000 per claim (consultancy charges only)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Pre-Owned Vehicle Inspection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150-point vehicle health inspection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₹1,500 - ₹3,000 per car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Custom Accessories Fitting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Installation of additional accessories (seat covers, infotainment, lighting, etc.)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₹800 - ₹3,000 per job, part price extra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Note:</a:t>
            </a:r>
            <a:br/>
            <a:r>
              <a:rPr/>
              <a:t>- All prices are indicative average industry rates (2024) and may vary depending on model, city, and taxes.</a:t>
            </a:r>
            <a:br/>
            <a:r>
              <a:rPr/>
              <a:t>- For exact part/model-specific pricing, contact your nearest Aventro dealership or service center.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2025-07-30T08:17:38Z</dcterms:created>
  <dcterms:modified xsi:type="dcterms:W3CDTF">2025-07-30T08:17:38Z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