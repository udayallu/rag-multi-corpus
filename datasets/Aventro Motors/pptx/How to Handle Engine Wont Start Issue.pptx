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How to Handle “Engine Won’t Start” Issue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your Aventro vehicle’s engine refuses to start, it can be frustrating. Use this step-by-step guide to help diagnose and resolve the problem, or to gather information before contacting an Aventro Service Center.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1. Check the Basics</a:t>
            </a:r>
          </a:p>
          <a:p>
            <a:pPr lvl="0"/>
            <a:r>
              <a:rPr b="1"/>
              <a:t>Gear Position:</a:t>
            </a:r>
            <a:r>
              <a:rPr/>
              <a:t> Ensure the car is in ‘Park’ (automatic) or ‘Neutral’ (manual).</a:t>
            </a:r>
          </a:p>
          <a:p>
            <a:pPr lvl="0"/>
            <a:r>
              <a:rPr b="1"/>
              <a:t>Steering Lock:</a:t>
            </a:r>
            <a:r>
              <a:rPr/>
              <a:t> Gently turn the steering wheel while turning the key if steering is locked.</a:t>
            </a:r>
          </a:p>
          <a:p>
            <a:pPr lvl="0"/>
            <a:r>
              <a:rPr b="1"/>
              <a:t>Key/Start Button:</a:t>
            </a:r>
            <a:r>
              <a:rPr/>
              <a:t> Switch ignition off and retry. For push-button start, press brake/clutch while starting.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Battery Check</a:t>
            </a:r>
          </a:p>
          <a:p>
            <a:pPr lvl="0"/>
            <a:r>
              <a:rPr b="1"/>
              <a:t>Symptoms:</a:t>
            </a:r>
            <a:r>
              <a:rPr/>
              <a:t> No lights/display, slow/absent cranking sounds, clicking noise.</a:t>
            </a:r>
          </a:p>
          <a:p>
            <a:pPr lvl="0"/>
            <a:r>
              <a:rPr b="1"/>
              <a:t>Actions:</a:t>
            </a:r>
          </a:p>
          <a:p>
            <a:pPr lvl="1"/>
            <a:r>
              <a:rPr/>
              <a:t>Inspect dashboard for dim or no lights.</a:t>
            </a:r>
          </a:p>
          <a:p>
            <a:pPr lvl="1"/>
            <a:r>
              <a:rPr/>
              <a:t>Try using headlights or infotainment; if dim or off, battery may be the culprit.</a:t>
            </a:r>
          </a:p>
          <a:p>
            <a:pPr lvl="1"/>
            <a:r>
              <a:rPr/>
              <a:t>If available, try jump-starting with a healthy battery.</a:t>
            </a:r>
          </a:p>
          <a:p>
            <a:pPr lvl="1"/>
            <a:r>
              <a:rPr/>
              <a:t>For Electric variants: Ensure Battery Pack has adequate charge. Attempt Fast Charging if possible.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3. Fuel System Inspection</a:t>
            </a:r>
          </a:p>
          <a:p>
            <a:pPr lvl="0"/>
            <a:r>
              <a:rPr b="1"/>
              <a:t>Low Fuel/Empty Tank:</a:t>
            </a:r>
            <a:r>
              <a:rPr/>
              <a:t> Check fuel gauge and fill if necessary.</a:t>
            </a:r>
          </a:p>
          <a:p>
            <a:pPr lvl="0"/>
            <a:r>
              <a:rPr b="1"/>
              <a:t>Diesel Vehicles:</a:t>
            </a:r>
            <a:r>
              <a:rPr/>
              <a:t> Ensure there’s no air lock or recent filter change.</a:t>
            </a:r>
          </a:p>
          <a:p>
            <a:pPr lvl="0"/>
            <a:r>
              <a:rPr b="1"/>
              <a:t>Hybrid/Electric:</a:t>
            </a:r>
            <a:r>
              <a:rPr/>
              <a:t> Ensure main battery charge is sufficient.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4. Starter Motor &amp; Electricals</a:t>
            </a:r>
          </a:p>
          <a:p>
            <a:pPr lvl="0"/>
            <a:r>
              <a:rPr b="1"/>
              <a:t>Symptoms:</a:t>
            </a:r>
            <a:r>
              <a:rPr/>
              <a:t> Single click or silence, even with good battery.</a:t>
            </a:r>
          </a:p>
          <a:p>
            <a:pPr lvl="0"/>
            <a:r>
              <a:rPr b="1"/>
              <a:t>Actions:</a:t>
            </a:r>
          </a:p>
          <a:p>
            <a:pPr lvl="1"/>
            <a:r>
              <a:rPr/>
              <a:t>Check for blown fuses (refer to user manual location).</a:t>
            </a:r>
          </a:p>
          <a:p>
            <a:pPr lvl="1"/>
            <a:r>
              <a:rPr/>
              <a:t>Test if interior lights stay bright when key is turned; if yes, suspect starter relay/motor.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5. Check Engine Warning Lights</a:t>
            </a:r>
          </a:p>
          <a:p>
            <a:pPr lvl="0"/>
            <a:r>
              <a:rPr b="1"/>
              <a:t>Look for:</a:t>
            </a:r>
            <a:r>
              <a:rPr/>
              <a:t> Engine/Malfunction lights on dashboard.</a:t>
            </a:r>
          </a:p>
          <a:p>
            <a:pPr lvl="0"/>
            <a:r>
              <a:rPr b="1"/>
              <a:t>Action:</a:t>
            </a:r>
            <a:r>
              <a:rPr/>
              <a:t> If warning lights appear, note down symbol/color for service personnel.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6. Listen for Sounds</a:t>
            </a:r>
          </a:p>
          <a:p>
            <a:pPr lvl="0"/>
            <a:r>
              <a:rPr b="1"/>
              <a:t>Rapid Clicking:</a:t>
            </a:r>
            <a:r>
              <a:rPr/>
              <a:t> Battery/starter issues.</a:t>
            </a:r>
          </a:p>
          <a:p>
            <a:pPr lvl="0"/>
            <a:r>
              <a:rPr b="1"/>
              <a:t>Engine Cranking (but not starting):</a:t>
            </a:r>
            <a:r>
              <a:rPr/>
              <a:t> Possible fuel, ignition, or electrical problems.</a:t>
            </a:r>
          </a:p>
          <a:p>
            <a:pPr lvl="0"/>
            <a:r>
              <a:rPr b="1"/>
              <a:t>No Sound at all:</a:t>
            </a:r>
            <a:r>
              <a:rPr/>
              <a:t> Battery, ignition switch, or starter.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7. Check Engine Components</a:t>
            </a:r>
          </a:p>
          <a:p>
            <a:pPr lvl="0"/>
            <a:r>
              <a:rPr b="1"/>
              <a:t>Loose Battery Terminals:</a:t>
            </a:r>
            <a:r>
              <a:rPr/>
              <a:t> Tighten if needed.</a:t>
            </a:r>
          </a:p>
          <a:p>
            <a:pPr lvl="0"/>
            <a:r>
              <a:rPr b="1"/>
              <a:t>Corroded Terminals:</a:t>
            </a:r>
            <a:r>
              <a:rPr/>
              <a:t> Clean carefully.</a:t>
            </a:r>
          </a:p>
          <a:p>
            <a:pPr lvl="0"/>
            <a:r>
              <a:rPr b="1"/>
              <a:t>Fuses:</a:t>
            </a:r>
            <a:r>
              <a:rPr/>
              <a:t> Replace if blown (carry spare fuses if possible).</a:t>
            </a:r>
          </a:p>
          <a:p>
            <a:pPr lvl="0"/>
            <a:r>
              <a:rPr b="1"/>
              <a:t>Relays:</a:t>
            </a:r>
            <a:r>
              <a:rPr/>
              <a:t> Swap with identical relays if available for testing.</a:t>
            </a:r>
          </a:p>
          <a:p>
            <a:pPr lvl="0"/>
            <a:r>
              <a:rPr b="1"/>
              <a:t>Security Systems:</a:t>
            </a:r>
            <a:r>
              <a:rPr/>
              <a:t> Deactivate aftermarket alarms/immobilizers, if installed.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8. Call Aventro Roadside Assistance</a:t>
            </a:r>
          </a:p>
          <a:p>
            <a:pPr lvl="0"/>
            <a:r>
              <a:rPr/>
              <a:t>If the car still won’t start after these checks, contact </a:t>
            </a:r>
            <a:r>
              <a:rPr b="1"/>
              <a:t>Aventro Roadside Assistance</a:t>
            </a:r>
            <a:r>
              <a:rPr/>
              <a:t>:</a:t>
            </a:r>
          </a:p>
          <a:p>
            <a:pPr lvl="1"/>
            <a:r>
              <a:rPr b="1"/>
              <a:t>Location:</a:t>
            </a:r>
            <a:r>
              <a:rPr/>
              <a:t> Find nearest Aventro Service Center.</a:t>
            </a:r>
          </a:p>
          <a:p>
            <a:pPr lvl="1"/>
            <a:r>
              <a:rPr b="1"/>
              <a:t>Helpline:</a:t>
            </a:r>
            <a:r>
              <a:rPr/>
              <a:t> +91 124 1234567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2025-07-30T08:15:45Z</dcterms:created>
  <dcterms:modified xsi:type="dcterms:W3CDTF">2025-07-30T08:15:45Z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