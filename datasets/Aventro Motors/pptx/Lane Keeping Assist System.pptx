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nhtsa.gov/equipment/driver-assistance-technologies" TargetMode="External" /><Relationship Id="rId3" Type="http://schemas.openxmlformats.org/officeDocument/2006/relationships/hyperlink" Target="https://www.iihs.org/topics/advanced-driver-assistance/feature-lane-departure-prevention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Lane Keeping Assist System (LKAS): Overview &amp; Functionality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Lane Keeping Assist System (LKAS)?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Lane Keeping Assist System (LKAS)</a:t>
            </a:r>
            <a:r>
              <a:rPr/>
              <a:t> is an advanced driver assistance system (ADAS) designed to enhance road safety by helping drivers keep their vehicles within marked lane boundaries. LKAS is commonly found in modern vehicles and acts as a semi-autonomous feature, working alongside the driver to prevent unintentional lane departure.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is LKAS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Reduces Accidents:</a:t>
            </a:r>
            <a:r>
              <a:rPr/>
              <a:t> Lane departures are a major cause of road accidents, especially due to driver drowsiness, distraction, or inattention.</a:t>
            </a:r>
          </a:p>
          <a:p>
            <a:pPr lvl="0"/>
            <a:r>
              <a:rPr b="1"/>
              <a:t>Enhances Safety:</a:t>
            </a:r>
            <a:r>
              <a:rPr/>
              <a:t> By consistently monitoring the vehicle’s position, LKAS can help avoid unintended drift into adjacent lanes.</a:t>
            </a:r>
          </a:p>
          <a:p>
            <a:pPr lvl="0"/>
            <a:r>
              <a:rPr b="1"/>
              <a:t>Supports the Driver:</a:t>
            </a:r>
            <a:r>
              <a:rPr/>
              <a:t> LKAS provides gentle steering inputs or alerts, acting as a backup to human oversight.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Does Lane Keeping Assist System 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Sensing the Lane</a:t>
            </a:r>
          </a:p>
          <a:p>
            <a:pPr lvl="0"/>
            <a:r>
              <a:rPr b="1"/>
              <a:t>Cameras:</a:t>
            </a:r>
            <a:r>
              <a:rPr/>
              <a:t> Typically, a forward-facing camera mounted near the rear-view mirror scans the road ahead for lane markings (white/yellow lines).</a:t>
            </a:r>
          </a:p>
          <a:p>
            <a:pPr lvl="0"/>
            <a:r>
              <a:rPr b="1"/>
              <a:t>Sensors:</a:t>
            </a:r>
            <a:r>
              <a:rPr/>
              <a:t> Some advanced systems use a combination of cameras, LIDAR, or radar to enhance accuracy in different lighting and weather conditions.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Processing the Image</a:t>
            </a:r>
          </a:p>
          <a:p>
            <a:pPr lvl="0"/>
            <a:r>
              <a:rPr/>
              <a:t>The camera/system detects lane boundaries by analyzing road markings in real-time.</a:t>
            </a:r>
          </a:p>
          <a:p>
            <a:pPr lvl="0"/>
            <a:r>
              <a:rPr/>
              <a:t>On-board computers determine if the vehicle is unintentionally veering out of its lane.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Warning the Driver</a:t>
            </a:r>
          </a:p>
          <a:p>
            <a:pPr lvl="0"/>
            <a:r>
              <a:rPr/>
              <a:t>If the vehicle starts drifting toward a lane marking without indicating (using a turn signal), the system may give audible or visual warnings (e.g., a beep, steering wheel vibration, or dashboard alert).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Active Assistance</a:t>
            </a:r>
          </a:p>
          <a:p>
            <a:pPr lvl="0"/>
            <a:r>
              <a:rPr/>
              <a:t>If the driver doesn’t respond to the warnings, LKAS can automatically provide gentle steering input to guide the car back toward the center of the lane.</a:t>
            </a:r>
          </a:p>
          <a:p>
            <a:pPr lvl="0"/>
            <a:r>
              <a:rPr/>
              <a:t>Some systems may also use selective braking on one side of the vehicle to assist in correcting the course.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Automatic Steering Correction:</a:t>
            </a:r>
            <a:r>
              <a:rPr/>
              <a:t> Minor, smooth counter-steering to stay centered in the lane.</a:t>
            </a:r>
          </a:p>
          <a:p>
            <a:pPr lvl="0"/>
            <a:r>
              <a:rPr b="1"/>
              <a:t>Customizable Sensitivity:</a:t>
            </a:r>
            <a:r>
              <a:rPr/>
              <a:t> Most systems allow drivers to adjust the responsiveness or can be switched off.</a:t>
            </a:r>
          </a:p>
          <a:p>
            <a:pPr lvl="0"/>
            <a:r>
              <a:rPr b="1"/>
              <a:t>Integrated with Other Systems:</a:t>
            </a:r>
            <a:r>
              <a:rPr/>
              <a:t> Often works alongside Lane Departure Warning (LDW) and Adaptive Cruise Control (ACC).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Limitations &amp;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Reliant on Lane Markings:</a:t>
            </a:r>
            <a:r>
              <a:rPr/>
              <a:t> LKAS requires clear, visible lane lines; performance may degrade in poor weather, faded markings, or during road construction.</a:t>
            </a:r>
          </a:p>
          <a:p>
            <a:pPr lvl="0"/>
            <a:r>
              <a:rPr b="1"/>
              <a:t>Not a Substitute for Attention:</a:t>
            </a:r>
            <a:r>
              <a:rPr/>
              <a:t> LKAS assists, but the driver must keep hands on the wheel and remain attentive at all times.</a:t>
            </a:r>
          </a:p>
          <a:p>
            <a:pPr lvl="0"/>
            <a:r>
              <a:rPr b="1"/>
              <a:t>May Not Operate at All Speeds:</a:t>
            </a:r>
            <a:r>
              <a:rPr/>
              <a:t> Some systems only work above certain speeds (e.g., above 60 km/h).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Typical LKAS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Vehicle Camera Detects Lane</a:t>
            </a:r>
          </a:p>
          <a:p>
            <a:pPr lvl="0" indent="-342900" marL="342900">
              <a:buAutoNum type="arabicPeriod"/>
            </a:pPr>
            <a:r>
              <a:rPr b="1"/>
              <a:t>Control Unit Monitors Position Relative to Lane Marks</a:t>
            </a:r>
          </a:p>
          <a:p>
            <a:pPr lvl="0" indent="-342900" marL="342900">
              <a:buAutoNum type="arabicPeriod"/>
            </a:pPr>
            <a:r>
              <a:rPr b="1"/>
              <a:t>If Drift Detected:</a:t>
            </a:r>
            <a:r>
              <a:rPr/>
              <a:t> System Alerts Driver</a:t>
            </a:r>
          </a:p>
          <a:p>
            <a:pPr lvl="0" indent="-342900" marL="342900">
              <a:buAutoNum type="arabicPeriod"/>
            </a:pPr>
            <a:r>
              <a:rPr b="1"/>
              <a:t>If No Response:</a:t>
            </a:r>
            <a:r>
              <a:rPr/>
              <a:t> System Gently Steers Vehicle Back to Lane Center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Lane Keeping Assist System is a valuable safety technology that helps prevent unintentional lane departures, reducing the risk of side-swipe collisions and road departure accidents. While it offers significant safety benefits, it is not an autonomous driving system—driver vigilance and control remain essential.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References/For More Information</a:t>
            </a:r>
            <a:br/>
            <a:r>
              <a:rPr/>
              <a:t>- </a:t>
            </a:r>
            <a:r>
              <a:rPr>
                <a:hlinkClick r:id="rId2"/>
              </a:rPr>
              <a:t>NHTSA on Lane Assistance Features</a:t>
            </a:r>
            <a:r>
              <a:rPr/>
              <a:t> - </a:t>
            </a:r>
            <a:r>
              <a:rPr>
                <a:hlinkClick r:id="rId3"/>
              </a:rPr>
              <a:t>IIHS: Lane Departure Prevention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2025-07-30T08:18:13Z</dcterms:created>
  <dcterms:modified xsi:type="dcterms:W3CDTF">2025-07-30T08:18:13Z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