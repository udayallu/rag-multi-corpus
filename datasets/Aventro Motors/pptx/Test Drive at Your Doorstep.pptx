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Request a Test Drive at Your Doorstep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Aventro Motors Pvt. Ltd.!</a:t>
            </a:r>
            <a:br/>
            <a:r>
              <a:rPr/>
              <a:t>Experience the future of mobility from the comfort of your home. Book a test drive for any Aventro car, and we’ll bring your chosen model to your doorstep, anywhere in India.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It Works</a:t>
            </a:r>
          </a:p>
          <a:p>
            <a:pPr lvl="0" indent="-342900" marL="342900">
              <a:buAutoNum type="arabicPeriod"/>
            </a:pPr>
            <a:r>
              <a:rPr b="1"/>
              <a:t>Choose Your Car</a:t>
            </a:r>
            <a:br/>
            <a:r>
              <a:rPr/>
              <a:t>Select from 20 models across Hatchback, Sedan, and SUV categories, with Petrol, Diesel, Electric, and Hybrid variants.</a:t>
            </a:r>
          </a:p>
          <a:p>
            <a:pPr lvl="0" indent="-342900" marL="342900">
              <a:buAutoNum type="arabicPeriod"/>
            </a:pPr>
            <a:r>
              <a:rPr b="1"/>
              <a:t>Pick a Convenient Time</a:t>
            </a:r>
            <a:br/>
            <a:r>
              <a:rPr/>
              <a:t>Let us know your preferred date and time for the test drive.</a:t>
            </a:r>
          </a:p>
          <a:p>
            <a:pPr lvl="0" indent="-342900" marL="342900">
              <a:buAutoNum type="arabicPeriod"/>
            </a:pPr>
            <a:r>
              <a:rPr b="1"/>
              <a:t>We Bring the Car to You</a:t>
            </a:r>
            <a:br/>
            <a:r>
              <a:rPr/>
              <a:t>Our representative will arrive at your location for the test drive at the scheduled time.</a:t>
            </a:r>
          </a:p>
          <a:p>
            <a:pPr lvl="0" indent="-342900" marL="342900">
              <a:buAutoNum type="arabicPeriod"/>
            </a:pPr>
            <a:r>
              <a:rPr b="1"/>
              <a:t>Explore &amp; Experience</a:t>
            </a:r>
            <a:br/>
            <a:r>
              <a:rPr/>
              <a:t>Take your time to explore features, ask questions, and experience the drive.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Book a Test Drive</a:t>
            </a:r>
          </a:p>
          <a:p>
            <a:pPr lvl="0" indent="0" marL="0">
              <a:buNone/>
            </a:pPr>
            <a:r>
              <a:rPr b="1"/>
              <a:t>Fill in the form below or contact us directly:</a:t>
            </a:r>
            <a:br/>
            <a:r>
              <a:rPr/>
              <a:t>- </a:t>
            </a:r>
            <a:r>
              <a:rPr b="1"/>
              <a:t>Phone:</a:t>
            </a:r>
            <a:r>
              <a:rPr/>
              <a:t> +91 124 1234567</a:t>
            </a:r>
            <a:br/>
            <a:r>
              <a:rPr/>
              <a:t>- </a:t>
            </a:r>
            <a:r>
              <a:rPr b="1"/>
              <a:t>Email:</a:t>
            </a:r>
            <a:r>
              <a:rPr/>
              <a:t> </a:t>
            </a:r>
            <a:r>
              <a:rPr>
                <a:hlinkClick r:id="rId2"/>
              </a:rPr>
              <a:t>info@aventromotors.com</a:t>
            </a:r>
          </a:p>
          <a:p>
            <a:pPr lvl="0" indent="0" marL="0">
              <a:buNone/>
            </a:pPr>
            <a:r>
              <a:rPr/>
              <a:t>If you are submitting via email, mention:</a:t>
            </a:r>
            <a:r>
              <a:rPr b="1"/>
              <a:t>Test Drive at Doorstep Request</a:t>
            </a:r>
            <a:r>
              <a:rPr/>
              <a:t> in the subject line.</a:t>
            </a:r>
          </a:p>
          <a:p>
            <a:pPr lvl="0" indent="0" marL="0">
              <a:buNone/>
            </a:pPr>
            <a:r>
              <a:rPr b="1"/>
              <a:t>Required Details:</a:t>
            </a:r>
            <a:r>
              <a:rPr/>
              <a:t> - Full Name - Mobile Number - Email Address - Preferred Model &amp; Variant (e.g., Aventro Zoom Petrol ZX) - Preferred Date &amp; Time - Complete Address for Test Drive - Any Special Requests/Comments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Email Request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2025-07-30T08:15:21Z</dcterms:created>
  <dcterms:modified xsi:type="dcterms:W3CDTF">2025-07-30T08:15:21Z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