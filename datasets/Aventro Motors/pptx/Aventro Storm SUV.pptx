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Aventro Motors Pvt. Ltd.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Focus: </a:t>
            </a:r>
            <a:r>
              <a:rPr b="1"/>
              <a:t>Aventro Storm SUV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Overview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 b="1"/>
              <a:t>Aventro Storm</a:t>
            </a:r>
            <a:r>
              <a:rPr/>
              <a:t> is a premium SUV designed for modern adventurers and families, blending robust performance, advanced safety, elegant design, and cutting-edge technology. Whether city driving or off-the-grid journeys, the Storm SUV ensures comfort, safety, and excitement.</a:t>
            </a:r>
          </a:p>
          <a:p>
            <a:pPr lvl="0" indent="0" marL="0">
              <a:buNone/>
            </a:pPr>
            <a:r>
              <a:rPr b="1"/>
              <a:t>Body Type:</a:t>
            </a:r>
            <a:r>
              <a:rPr/>
              <a:t> SUV</a:t>
            </a:r>
            <a:br/>
            <a:r>
              <a:rPr b="1"/>
              <a:t>Seating Capacity:</a:t>
            </a:r>
            <a:r>
              <a:rPr/>
              <a:t> 5</a:t>
            </a:r>
            <a:br/>
            <a:r>
              <a:rPr b="1"/>
              <a:t>Available Engine Types:</a:t>
            </a:r>
            <a:r>
              <a:rPr/>
              <a:t> Petrol, Diesel, Electric, Hybrid</a:t>
            </a:r>
            <a:br/>
            <a:r>
              <a:rPr b="1"/>
              <a:t>Transmission:</a:t>
            </a:r>
            <a:r>
              <a:rPr/>
              <a:t> Automatic &amp; Manual (depending on variant)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Specifications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Details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Engine Options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Petrol, Diesel, Hybrid, Electric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Power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130–210 HP (depending on variant)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Drive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2WD / 4WD options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Safety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Airbags, ABS, ESP, HSA, ADAS*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Infotainment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11-inch Touchscreen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Comfort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Leather Seats (ZX), Rear AC, Auto Climate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Connectivity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Android Auto, Apple CarPlay, Navigation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17”–18” Alloy Wheels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Others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Panoramic Sunroof (X &amp; ZX), Keyless Entry, Push Button Start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*ADAS: Advanced Driver Assistance Systems; Features vary by variant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Storm Variants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Engine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Ex-Showroom Price (₹ Lakh)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7-inch Infotainment, Standard Safety, Fabric Seats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Infotainment</a:t>
                      </a:r>
                      <a:r>
                        <a:rPr/>
                        <a:t>, Panoramic Sunroof, ADAS Level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360º Camera</a:t>
                      </a:r>
                      <a:r>
                        <a:rPr/>
                        <a:t>, 11-inch Harman Infotainment, </a:t>
                      </a:r>
                      <a:r>
                        <a:rPr b="1"/>
                        <a:t>ADAS Level 2</a:t>
                      </a:r>
                      <a:r>
                        <a:rPr/>
                        <a:t>, Leather Seats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7-inch Infotainment, Standard Safety, Fabric Seats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Infotainment</a:t>
                      </a:r>
                      <a:r>
                        <a:rPr/>
                        <a:t>, Panoramic Sunroof, ADAS Level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360º Camera</a:t>
                      </a:r>
                      <a:r>
                        <a:rPr/>
                        <a:t>, 11-inch Harman Infotainment, </a:t>
                      </a:r>
                      <a:r>
                        <a:rPr b="1"/>
                        <a:t>ADAS Level 2</a:t>
                      </a:r>
                      <a:r>
                        <a:rPr/>
                        <a:t>, Leather Seats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7-inch Infotainment, Standard Safety, Fabric Seats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Infotainment</a:t>
                      </a:r>
                      <a:r>
                        <a:rPr/>
                        <a:t>, Panoramic Sunroof, ADAS Level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360º Camera</a:t>
                      </a:r>
                      <a:r>
                        <a:rPr/>
                        <a:t>, 11-inch Harman Infotainment, </a:t>
                      </a:r>
                      <a:r>
                        <a:rPr b="1"/>
                        <a:t>ADAS Level 2</a:t>
                      </a:r>
                      <a:r>
                        <a:rPr/>
                        <a:t>, Leather Seats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7-inch Infotainment, Standard Safety, Fabric Seats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11-inch Infotainment</a:t>
                      </a:r>
                      <a:r>
                        <a:rPr/>
                        <a:t>, Panoramic Sunroof, ADAS Level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360º Camera</a:t>
                      </a:r>
                      <a:r>
                        <a:rPr/>
                        <a:t>, 11-inch Harman Infotainment, </a:t>
                      </a:r>
                      <a:r>
                        <a:rPr b="1"/>
                        <a:t>ADAS Level 2</a:t>
                      </a:r>
                      <a:r>
                        <a:rPr/>
                        <a:t>, Leather Seats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19.3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Highlighted Features by Variant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X Variant Exclusive:</a:t>
            </a:r>
          </a:p>
          <a:p>
            <a:pPr lvl="0"/>
            <a:r>
              <a:rPr b="1"/>
              <a:t>11-inch Touchscreen Infotainment System</a:t>
            </a:r>
          </a:p>
          <a:p>
            <a:pPr lvl="0"/>
            <a:r>
              <a:rPr/>
              <a:t>ADAS Level 1: Lane Keep Assist, Forward Collision Warning, Auto Emergency Braking</a:t>
            </a:r>
          </a:p>
          <a:p>
            <a:pPr lvl="0"/>
            <a:r>
              <a:rPr/>
              <a:t>Panoramic Sunroof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ZX Variant Exclusive:</a:t>
            </a:r>
          </a:p>
          <a:p>
            <a:pPr lvl="0"/>
            <a:r>
              <a:rPr b="1"/>
              <a:t>11-inch Touchscreen Infotainment System (Harman Audio)</a:t>
            </a:r>
          </a:p>
          <a:p>
            <a:pPr lvl="0"/>
            <a:r>
              <a:rPr b="1"/>
              <a:t>360º Surround View Camera</a:t>
            </a:r>
          </a:p>
          <a:p>
            <a:pPr lvl="0"/>
            <a:r>
              <a:rPr b="1"/>
              <a:t>ADAS Level 2</a:t>
            </a:r>
            <a:r>
              <a:rPr/>
              <a:t>: Adaptive Cruise, Lane Centering, Traffic Sign Recognition</a:t>
            </a:r>
          </a:p>
          <a:p>
            <a:pPr lvl="0"/>
            <a:r>
              <a:rPr b="1"/>
              <a:t>Leather Seats &amp; Premium Interior</a:t>
            </a:r>
          </a:p>
          <a:p>
            <a:pPr lvl="0"/>
            <a:r>
              <a:rPr/>
              <a:t>Powered Driver Seat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Safety &amp; Tech Packages</a:t>
            </a:r>
          </a:p>
          <a:p>
            <a:pPr lvl="0"/>
            <a:r>
              <a:rPr/>
              <a:t>6 Airbags Standard</a:t>
            </a:r>
          </a:p>
          <a:p>
            <a:pPr lvl="0"/>
            <a:r>
              <a:rPr/>
              <a:t>ABS, Electronic Stability Program (ESP)</a:t>
            </a:r>
          </a:p>
          <a:p>
            <a:pPr lvl="0"/>
            <a:r>
              <a:rPr/>
              <a:t>Rear Parking Sensors &amp; Camera (All Variants)</a:t>
            </a:r>
          </a:p>
          <a:p>
            <a:pPr lvl="0"/>
            <a:r>
              <a:rPr/>
              <a:t>ISOFIX Child Seat Mounts</a:t>
            </a:r>
          </a:p>
          <a:p>
            <a:pPr lvl="0"/>
            <a:r>
              <a:rPr/>
              <a:t>Tyre Pressure Monitoring System (X &amp; ZX)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Colors Available</a:t>
            </a:r>
          </a:p>
          <a:p>
            <a:pPr lvl="0"/>
            <a:r>
              <a:rPr/>
              <a:t>Arctic White</a:t>
            </a:r>
          </a:p>
          <a:p>
            <a:pPr lvl="0"/>
            <a:r>
              <a:rPr/>
              <a:t>Midnight Black</a:t>
            </a:r>
          </a:p>
          <a:p>
            <a:pPr lvl="0"/>
            <a:r>
              <a:rPr/>
              <a:t>Lava Red</a:t>
            </a:r>
          </a:p>
          <a:p>
            <a:pPr lvl="0"/>
            <a:r>
              <a:rPr/>
              <a:t>Forest Green</a:t>
            </a:r>
          </a:p>
          <a:p>
            <a:pPr lvl="0"/>
            <a:r>
              <a:rPr/>
              <a:t>Royal Blue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Contact &amp; Test Drive</a:t>
            </a:r>
          </a:p>
          <a:p>
            <a:pPr lvl="0" indent="0" marL="0">
              <a:buNone/>
            </a:pPr>
            <a:r>
              <a:rPr b="1"/>
              <a:t>Book a test drive today at your nearest Aventro dealership or service center!</a:t>
            </a:r>
            <a:br/>
            <a:r>
              <a:rPr/>
              <a:t>For bookings and more information:</a:t>
            </a:r>
            <a:br/>
            <a:r>
              <a:rPr/>
              <a:t>📞 +91 124 1234567</a:t>
            </a:r>
            <a:br/>
            <a:r>
              <a:rPr/>
              <a:t>✉️ info@aventromotors.com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⬅ Back to All Models Overview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2025-07-30T08:15:25Z</dcterms:created>
  <dcterms:modified xsi:type="dcterms:W3CDTF">2025-07-30T08:15:25Z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