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Open the Hood of an Aventro Vehicle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Opening the hood of your Aventro car is a simple process that gives you access to the engine compartment for checks and maintenance. Follow these steps: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Steps to Open the Hood</a:t>
            </a:r>
          </a:p>
          <a:p>
            <a:pPr lvl="0" indent="-342900" marL="342900">
              <a:buAutoNum type="arabicPeriod"/>
            </a:pPr>
            <a:r>
              <a:rPr b="1"/>
              <a:t>Park the Car Safely</a:t>
            </a:r>
          </a:p>
          <a:p>
            <a:pPr lvl="1"/>
            <a:r>
              <a:rPr/>
              <a:t>Ensure your car is parked on a level surface.</a:t>
            </a:r>
          </a:p>
          <a:p>
            <a:pPr lvl="1"/>
            <a:r>
              <a:rPr/>
              <a:t>Turn off the engine and engage the parking brake.</a:t>
            </a:r>
          </a:p>
          <a:p>
            <a:pPr lvl="0" indent="-342900" marL="342900">
              <a:buAutoNum type="arabicPeriod"/>
            </a:pPr>
            <a:r>
              <a:rPr b="1"/>
              <a:t>Locate the Hood Release Lever</a:t>
            </a:r>
          </a:p>
          <a:p>
            <a:pPr lvl="1"/>
            <a:r>
              <a:rPr/>
              <a:t>The hood release lever is usually located under the dashboard, to the right or left of the driver’s seat (near the footwell).</a:t>
            </a:r>
          </a:p>
          <a:p>
            <a:pPr lvl="1"/>
            <a:r>
              <a:rPr/>
              <a:t>Look for a lever with a hood icon (it may show a car with an open hood).</a:t>
            </a:r>
          </a:p>
          <a:p>
            <a:pPr lvl="0" indent="-342900" marL="342900">
              <a:buAutoNum type="arabicPeriod"/>
            </a:pPr>
            <a:r>
              <a:rPr b="1"/>
              <a:t>Pull the Hood Release Lever</a:t>
            </a:r>
          </a:p>
          <a:p>
            <a:pPr lvl="1"/>
            <a:r>
              <a:rPr/>
              <a:t>Pull the lever firmly. You should hear a slight click as the hood pops up a little.</a:t>
            </a:r>
          </a:p>
          <a:p>
            <a:pPr lvl="0" indent="-342900" marL="342900">
              <a:buAutoNum type="arabicPeriod"/>
            </a:pPr>
            <a:r>
              <a:rPr b="1"/>
              <a:t>Move to the Front of the Car</a:t>
            </a:r>
          </a:p>
          <a:p>
            <a:pPr lvl="1"/>
            <a:r>
              <a:rPr/>
              <a:t>Go to the front of the vehicle.</a:t>
            </a:r>
          </a:p>
          <a:p>
            <a:pPr lvl="1"/>
            <a:r>
              <a:rPr/>
              <a:t>The hood will now be slightly raised.</a:t>
            </a:r>
          </a:p>
          <a:p>
            <a:pPr lvl="0" indent="-342900" marL="342900">
              <a:buAutoNum type="arabicPeriod"/>
            </a:pPr>
            <a:r>
              <a:rPr b="1"/>
              <a:t>Find the Secondary Latch</a:t>
            </a:r>
          </a:p>
          <a:p>
            <a:pPr lvl="1"/>
            <a:r>
              <a:rPr/>
              <a:t>Slide your hand under the center front edge of the hood.</a:t>
            </a:r>
          </a:p>
          <a:p>
            <a:pPr lvl="1"/>
            <a:r>
              <a:rPr/>
              <a:t>Feel for the secondary latch (usually a small lever or tab).</a:t>
            </a:r>
          </a:p>
          <a:p>
            <a:pPr lvl="1"/>
            <a:r>
              <a:rPr/>
              <a:t>Push or slide the latch to one side to release the hood completely.</a:t>
            </a:r>
          </a:p>
          <a:p>
            <a:pPr lvl="0" indent="-342900" marL="342900">
              <a:buAutoNum type="arabicPeriod"/>
            </a:pPr>
            <a:r>
              <a:rPr b="1"/>
              <a:t>Lift the Hood</a:t>
            </a:r>
          </a:p>
          <a:p>
            <a:pPr lvl="1"/>
            <a:r>
              <a:rPr/>
              <a:t>Lift the hood open.</a:t>
            </a:r>
          </a:p>
          <a:p>
            <a:pPr lvl="1"/>
            <a:r>
              <a:rPr/>
              <a:t>(Some models may have hydraulic struts; if not, locate the prop rod and secure the hood in the open position.)</a:t>
            </a:r>
          </a:p>
          <a:p>
            <a:pPr lvl="0" indent="-342900" marL="342900">
              <a:buAutoNum type="arabicPeriod"/>
            </a:pPr>
            <a:r>
              <a:rPr b="1"/>
              <a:t>Secure the Hood</a:t>
            </a:r>
          </a:p>
          <a:p>
            <a:pPr lvl="1"/>
            <a:r>
              <a:rPr/>
              <a:t>If your model uses a prop rod:</a:t>
            </a:r>
          </a:p>
          <a:p>
            <a:pPr lvl="2" indent="-342900" marL="1028700">
              <a:buAutoNum type="arabicPeriod"/>
            </a:pPr>
            <a:r>
              <a:rPr/>
              <a:t>Find the prop rod and insert it into the designated slot on the underside of the hood.</a:t>
            </a:r>
          </a:p>
          <a:p>
            <a:pPr lvl="1"/>
            <a:r>
              <a:rPr/>
              <a:t>For hoods with hydraulic struts, the hood will stay open automatically.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Closing the Hood</a:t>
            </a:r>
          </a:p>
          <a:p>
            <a:pPr lvl="0" indent="-342900" marL="342900">
              <a:buAutoNum type="arabicPeriod"/>
            </a:pPr>
            <a:r>
              <a:rPr b="1"/>
              <a:t>Remove the Prop Rod</a:t>
            </a:r>
            <a:r>
              <a:rPr/>
              <a:t> (if applicable) and place it back into its holder.</a:t>
            </a:r>
          </a:p>
          <a:p>
            <a:pPr lvl="0" indent="-342900" marL="342900">
              <a:buAutoNum type="arabicPeriod"/>
            </a:pPr>
            <a:r>
              <a:rPr b="1"/>
              <a:t>Lower the Hood Gently</a:t>
            </a:r>
            <a:r>
              <a:rPr/>
              <a:t> to about 30 cm (1 foot) above the latch, then allow it to drop shut.</a:t>
            </a:r>
          </a:p>
          <a:p>
            <a:pPr lvl="0" indent="-342900" marL="342900">
              <a:buAutoNum type="arabicPeriod"/>
            </a:pPr>
            <a:r>
              <a:rPr b="1"/>
              <a:t>Check it is Securely Latched</a:t>
            </a:r>
            <a:r>
              <a:rPr/>
              <a:t> by pressing gently on the front edge—do not slam.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Safety Tips</a:t>
            </a:r>
          </a:p>
          <a:p>
            <a:pPr lvl="0"/>
            <a:r>
              <a:rPr/>
              <a:t>Never open the hood while the car is moving.</a:t>
            </a:r>
          </a:p>
          <a:p>
            <a:pPr lvl="0"/>
            <a:r>
              <a:rPr/>
              <a:t>Allow engine components to cool before touching.</a:t>
            </a:r>
          </a:p>
          <a:p>
            <a:pPr lvl="0"/>
            <a:r>
              <a:rPr/>
              <a:t>Always ensure the hood is closed securely before driving.</a:t>
            </a:r>
          </a:p>
          <a:p>
            <a:pPr lvl="0" indent="0" marL="0">
              <a:buNone/>
            </a:pPr>
            <a:r>
              <a:rPr b="1"/>
              <a:t>For any difficulties or if the hood does not open as expected, refer to your Aventro Owner’s Manual or visit your nearest Aventro Service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2025-07-30T08:16:32Z</dcterms:created>
  <dcterms:modified xsi:type="dcterms:W3CDTF">2025-07-30T08:16:32Z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