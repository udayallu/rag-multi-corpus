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Pulse Hatchback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/>
              <a:t>Aventro Tower, Sector 18, Gurgaon, Haryana - 122018, India</a:t>
            </a:r>
            <a:br/>
            <a:r>
              <a:rPr/>
              <a:t>Contact: +91 124 1234567</a:t>
            </a:r>
            <a:br/>
            <a:r>
              <a:rPr/>
              <a:t>Email: info@aventromotors.com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 b="1"/>
              <a:t>Aventro Pulse Hatchback</a:t>
            </a:r>
            <a:r>
              <a:rPr/>
              <a:t> is the perfect blend of peppy performance, efficiency, and feature-rich technology, making it an ideal city companion. With striking looks and a youthful personality, Pulse is as versatile as your everyday needs.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Specifications</a:t>
            </a:r>
          </a:p>
          <a:p>
            <a:pPr lvl="0"/>
            <a:r>
              <a:rPr b="1"/>
              <a:t>Body Type:</a:t>
            </a:r>
            <a:r>
              <a:rPr/>
              <a:t> Hatchback</a:t>
            </a:r>
            <a:br/>
          </a:p>
          <a:p>
            <a:pPr lvl="0"/>
            <a:r>
              <a:rPr b="1"/>
              <a:t>Seating Capacity:</a:t>
            </a:r>
            <a:r>
              <a:rPr/>
              <a:t> 5</a:t>
            </a:r>
            <a:br/>
          </a:p>
          <a:p>
            <a:pPr lvl="0"/>
            <a:r>
              <a:rPr b="1"/>
              <a:t>Boot Space:</a:t>
            </a:r>
            <a:r>
              <a:rPr/>
              <a:t> 270L (approx.)</a:t>
            </a:r>
            <a:br/>
          </a:p>
          <a:p>
            <a:pPr lvl="0"/>
            <a:r>
              <a:rPr b="1"/>
              <a:t>Safety Features:</a:t>
            </a:r>
            <a:r>
              <a:rPr/>
              <a:t> Dual airbags, ABS with EBD, Reverse Parking Sensors (on all variants)</a:t>
            </a:r>
            <a:br/>
          </a:p>
          <a:p>
            <a:pPr lvl="0"/>
            <a:r>
              <a:rPr b="1"/>
              <a:t>Infotainment:</a:t>
            </a:r>
            <a:r>
              <a:rPr/>
              <a:t> Upto 11-inch touchscreen (on X &amp; ZX)</a:t>
            </a:r>
            <a:br/>
          </a:p>
          <a:p>
            <a:pPr lvl="0"/>
            <a:r>
              <a:rPr b="1"/>
              <a:t>Advanced Driver Assistance:</a:t>
            </a:r>
            <a:r>
              <a:rPr/>
              <a:t> ADAS from X variant onwards</a:t>
            </a:r>
            <a:br/>
          </a:p>
          <a:p>
            <a:pPr lvl="0"/>
            <a:r>
              <a:rPr b="1"/>
              <a:t>Available in:</a:t>
            </a:r>
            <a:r>
              <a:rPr/>
              <a:t> Petrol, Diesel, Electric, Hybrid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Variant &amp; Price List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Features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7” Touchscreen, 2 Airbags, Manual AC, Rear Parking Sensors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Infotainment, ADAS L1, Reverse Camera, Auto 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Harman System, 360° Camera, ADAS L2, Leather Seats, Alloys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7” Touchscreen, 2 Airbags, Manual AC, Rear Sensors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Infotainment, ADAS L1, Reverse Camera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Harman System, 360° Camera, ADAS L2,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7” Touchscreen, Fast Charging 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Infotainment, ADAS L1, Fast Charging, Hill Start Assist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Harman System, 360° Camera, ADAS L2,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7” Touchscreen, Manual AC, Dual Airbags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Infotainment, ADAS L1, Auto 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Harman System, 360° Camera, ADAS L2, Leather Seats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 Highlights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Standard Across All Variants</a:t>
            </a:r>
          </a:p>
          <a:p>
            <a:pPr lvl="0"/>
            <a:r>
              <a:rPr b="1"/>
              <a:t>Dual Airbags</a:t>
            </a:r>
          </a:p>
          <a:p>
            <a:pPr lvl="0"/>
            <a:r>
              <a:rPr b="1"/>
              <a:t>ABS with EBD</a:t>
            </a:r>
          </a:p>
          <a:p>
            <a:pPr lvl="0"/>
            <a:r>
              <a:rPr b="1"/>
              <a:t>Front Power Windows</a:t>
            </a:r>
          </a:p>
          <a:p>
            <a:pPr lvl="0"/>
            <a:r>
              <a:rPr b="1"/>
              <a:t>Remote Central Locking</a:t>
            </a:r>
          </a:p>
          <a:p>
            <a:pPr lvl="0"/>
            <a:r>
              <a:rPr b="1"/>
              <a:t>Manual/Auto AC</a:t>
            </a:r>
            <a:r>
              <a:rPr/>
              <a:t> (from X)</a:t>
            </a:r>
          </a:p>
          <a:p>
            <a:pPr lvl="0"/>
            <a:r>
              <a:rPr b="1"/>
              <a:t>7” Touchscreen Infotainment</a:t>
            </a:r>
            <a:r>
              <a:rPr/>
              <a:t> (Base)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X Variant (From X for All Fuel Types)</a:t>
            </a:r>
          </a:p>
          <a:p>
            <a:pPr lvl="0"/>
            <a:r>
              <a:rPr b="1"/>
              <a:t>11-inch Infotainment System</a:t>
            </a:r>
          </a:p>
          <a:p>
            <a:pPr lvl="0"/>
            <a:r>
              <a:rPr b="1"/>
              <a:t>ADAS Level 1 (Lane Departure Warning, Collision Alert, Auto Emergency Braking)</a:t>
            </a:r>
          </a:p>
          <a:p>
            <a:pPr lvl="0"/>
            <a:r>
              <a:rPr b="1"/>
              <a:t>Rear View Camera</a:t>
            </a:r>
          </a:p>
          <a:p>
            <a:pPr lvl="0"/>
            <a:r>
              <a:rPr b="1"/>
              <a:t>Height Adjustable Driver Seat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ZX Variant (From ZX for All Fuel Types)</a:t>
            </a:r>
          </a:p>
          <a:p>
            <a:pPr lvl="0"/>
            <a:r>
              <a:rPr b="1"/>
              <a:t>11-inch Infotainment System with Harman Premium Audio</a:t>
            </a:r>
          </a:p>
          <a:p>
            <a:pPr lvl="0"/>
            <a:r>
              <a:rPr b="1"/>
              <a:t>ADAS Level 2 (adds Adaptive Cruise, Lane Keep Assist, Traffic Sign Recognition)</a:t>
            </a:r>
          </a:p>
          <a:p>
            <a:pPr lvl="0"/>
            <a:r>
              <a:rPr b="1"/>
              <a:t>360-Degree Surround View Camera</a:t>
            </a:r>
          </a:p>
          <a:p>
            <a:pPr lvl="0"/>
            <a:r>
              <a:rPr b="1"/>
              <a:t>Leather Upholstery</a:t>
            </a:r>
          </a:p>
          <a:p>
            <a:pPr lvl="0"/>
            <a:r>
              <a:rPr b="1"/>
              <a:t>Alloy Wheels</a:t>
            </a:r>
          </a:p>
          <a:p>
            <a:pPr lvl="0"/>
            <a:r>
              <a:rPr b="1"/>
              <a:t>Wireless Smartphone Connectivity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Color Options</a:t>
            </a:r>
          </a:p>
          <a:p>
            <a:pPr lvl="0"/>
            <a:r>
              <a:rPr/>
              <a:t>Crimson Red</a:t>
            </a:r>
          </a:p>
          <a:p>
            <a:pPr lvl="0"/>
            <a:r>
              <a:rPr/>
              <a:t>Pearl White</a:t>
            </a:r>
          </a:p>
          <a:p>
            <a:pPr lvl="0"/>
            <a:r>
              <a:rPr/>
              <a:t>Deep Blue</a:t>
            </a:r>
          </a:p>
          <a:p>
            <a:pPr lvl="0"/>
            <a:r>
              <a:rPr/>
              <a:t>Graphite Grey</a:t>
            </a:r>
          </a:p>
          <a:p>
            <a:pPr lvl="0"/>
            <a:r>
              <a:rPr/>
              <a:t>Silver Mist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Pulse?</a:t>
            </a:r>
          </a:p>
          <a:p>
            <a:pPr lvl="0"/>
            <a:r>
              <a:rPr b="1"/>
              <a:t>Eco-Friendly options:</a:t>
            </a:r>
            <a:r>
              <a:rPr/>
              <a:t> Choose from Petrol, Diesel, Electric, or Hybrid</a:t>
            </a:r>
          </a:p>
          <a:p>
            <a:pPr lvl="0"/>
            <a:r>
              <a:rPr b="1"/>
              <a:t>Safety tech:</a:t>
            </a:r>
            <a:r>
              <a:rPr/>
              <a:t> ADAS Level 1/2 on higher trims</a:t>
            </a:r>
          </a:p>
          <a:p>
            <a:pPr lvl="0"/>
            <a:r>
              <a:rPr b="1"/>
              <a:t>Premium features:</a:t>
            </a:r>
            <a:r>
              <a:rPr/>
              <a:t> Segment-leading infotainment and comfort in ZX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Test Drive or Enquiry</a:t>
            </a:r>
          </a:p>
          <a:p>
            <a:pPr lvl="0" indent="0" marL="0">
              <a:buNone/>
            </a:pPr>
            <a:r>
              <a:rPr/>
              <a:t>Mail: info@aventromotors.com</a:t>
            </a:r>
            <a:br/>
            <a:r>
              <a:rPr/>
              <a:t>Call: +91 124 1234567</a:t>
            </a:r>
          </a:p>
          <a:p>
            <a:pPr lvl="0" indent="0" marL="0">
              <a:buNone/>
            </a:pPr>
            <a:r>
              <a:rPr/>
              <a:t>Or visit your nearest </a:t>
            </a:r>
            <a:r>
              <a:rPr b="1"/>
              <a:t>Aventro Service Center</a:t>
            </a:r>
            <a:r>
              <a:rPr/>
              <a:t> (Mumbai, Delhi, Bengaluru, Chennai, Hyderabad, Pune, Kolkata, and more…)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Your City Drive, Accelerated With Aventro Pulse!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2025-07-30T08:16:04Z</dcterms:created>
  <dcterms:modified xsi:type="dcterms:W3CDTF">2025-07-30T08:16:04Z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