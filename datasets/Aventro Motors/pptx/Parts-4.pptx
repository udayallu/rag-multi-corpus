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Parts and Services Price List – Industry Standard Reference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Parts Price List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 Standard Price (₹, in thousands)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 – 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Varies by material, segment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Door Locks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 –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Central locking cost extra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Exhaust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– 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Depends on vehicle &amp; material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Steering Column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 – 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Could be manual or power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 Mirrors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– 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With/without electrical adjust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Types of Services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 Standard Price (₹, in thousands)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Frequency/Notes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Regular 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3.5 – 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 service, varies by 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Overhaul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 – 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Rare, depends on engine size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– 18 (petrol/diesel)50 – 160 (EV)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Lower for standard, high for EV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 Repair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– 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 costlier than MT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Brake 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2.2 – 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Pads &amp; discs extra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Suspension Check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 – 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Excludes actual part replacement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Notes</a:t>
            </a:r>
          </a:p>
          <a:p>
            <a:pPr lvl="0"/>
            <a:r>
              <a:rPr/>
              <a:t>Prices are in thousands of Indian Rupees (₹), exclusive of taxes and labour unless specified.</a:t>
            </a:r>
          </a:p>
          <a:p>
            <a:pPr lvl="0"/>
            <a:r>
              <a:rPr/>
              <a:t>Actual prices at Aventro Motors authorized service centers may vary depending on city, model, and part variants.</a:t>
            </a:r>
          </a:p>
          <a:p>
            <a:pPr lvl="0"/>
            <a:r>
              <a:rPr/>
              <a:t>For Electric Vehicles (EV), battery costs are significantly higher due to advanced technology.</a:t>
            </a:r>
          </a:p>
          <a:p>
            <a:pPr lvl="0"/>
            <a:r>
              <a:rPr/>
              <a:t>All service estimates are approximations and subject to vehicle condition and variant.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parts/service-specific quote and booking:</a:t>
            </a:r>
            <a:br/>
            <a:r>
              <a:rPr/>
              <a:t>Contact: </a:t>
            </a:r>
            <a:r>
              <a:rPr>
                <a:hlinkClick r:id="rId2"/>
              </a:rPr>
              <a:t>info@aventromotors.com</a:t>
            </a:r>
            <a:br/>
            <a:r>
              <a:rPr/>
              <a:t>Or visit your nearest Aventro Service Center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2025-07-30T08:15:37Z</dcterms:created>
  <dcterms:modified xsi:type="dcterms:W3CDTF">2025-07-30T08:15:37Z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