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Adjusting the Steering 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 steering wheel adjustment is essential for comfortable and safe driving. Follow these steps to adjust your steering wheel for an optimal driving position.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Adjust the Steering Wheel?</a:t>
            </a:r>
          </a:p>
          <a:p>
            <a:pPr lvl="0"/>
            <a:r>
              <a:rPr b="1"/>
              <a:t>Comfort:</a:t>
            </a:r>
            <a:r>
              <a:rPr/>
              <a:t> Reduces fatigue during long drives.</a:t>
            </a:r>
          </a:p>
          <a:p>
            <a:pPr lvl="0"/>
            <a:r>
              <a:rPr b="1"/>
              <a:t>Control:</a:t>
            </a:r>
            <a:r>
              <a:rPr/>
              <a:t> Ensures effective steering and better handling.</a:t>
            </a:r>
          </a:p>
          <a:p>
            <a:pPr lvl="0"/>
            <a:r>
              <a:rPr b="1"/>
              <a:t>Safety:</a:t>
            </a:r>
            <a:r>
              <a:rPr/>
              <a:t> Ensures clear view of the instrument cluster and optimal airbag positioning.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Types of Steering Wheel Adjustments</a:t>
            </a:r>
          </a:p>
          <a:p>
            <a:pPr lvl="0" indent="0" marL="0">
              <a:buNone/>
            </a:pPr>
            <a:r>
              <a:rPr/>
              <a:t>Most Aventro Motors vehicles come with either or both of the following:</a:t>
            </a:r>
          </a:p>
          <a:p>
            <a:pPr lvl="0"/>
            <a:r>
              <a:rPr b="1"/>
              <a:t>Tilt Adjustment:</a:t>
            </a:r>
            <a:r>
              <a:rPr/>
              <a:t> Allows the wheel to move up and down.</a:t>
            </a:r>
          </a:p>
          <a:p>
            <a:pPr lvl="0"/>
            <a:r>
              <a:rPr b="1"/>
              <a:t>Telescopic Adjustment:</a:t>
            </a:r>
            <a:r>
              <a:rPr/>
              <a:t> Allows the wheel to move closer or farther from the driver.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Guide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Park the Vehicle Safely</a:t>
            </a:r>
          </a:p>
          <a:p>
            <a:pPr lvl="0"/>
            <a:r>
              <a:rPr/>
              <a:t>Ensure the vehicle is on a flat surface and engage the parking brake.</a:t>
            </a:r>
          </a:p>
          <a:p>
            <a:pPr lvl="0"/>
            <a:r>
              <a:rPr/>
              <a:t>Turn off the engine for safety.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Locate the Adjustment Lever</a:t>
            </a:r>
          </a:p>
          <a:p>
            <a:pPr lvl="0"/>
            <a:r>
              <a:rPr/>
              <a:t>Look for the steering adjustment lever beneath or on the side of the steering column, usually beneath the wheel.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Release the Lever</a:t>
            </a:r>
          </a:p>
          <a:p>
            <a:pPr lvl="0"/>
            <a:r>
              <a:rPr/>
              <a:t>Pull (or push, depending on the model) the adjustment lever to unlock the steering wheel movement.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Adjust the Steering Wheel</a:t>
            </a:r>
          </a:p>
          <a:p>
            <a:pPr lvl="0"/>
            <a:r>
              <a:rPr b="1"/>
              <a:t>Tilt:</a:t>
            </a:r>
            <a:r>
              <a:rPr/>
              <a:t> Move the wheel up or down to a comfortable height.</a:t>
            </a:r>
          </a:p>
          <a:p>
            <a:pPr lvl="0"/>
            <a:r>
              <a:rPr b="1"/>
              <a:t>Telescopic:</a:t>
            </a:r>
            <a:r>
              <a:rPr/>
              <a:t> Pull the wheel towards you or push it away to set a comfortable distance.</a:t>
            </a:r>
          </a:p>
          <a:p>
            <a:pPr lvl="0"/>
            <a:r>
              <a:rPr/>
              <a:t>The steering wheel should not obstruct your view of the gauges.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Lock the Steering Wheel Position</a:t>
            </a:r>
          </a:p>
          <a:p>
            <a:pPr lvl="0"/>
            <a:r>
              <a:rPr/>
              <a:t>Once set, firmly push the adjustment lever back to the locked position.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Check Positioning</a:t>
            </a:r>
          </a:p>
          <a:p>
            <a:pPr lvl="0"/>
            <a:r>
              <a:rPr/>
              <a:t>With your back against the seat, extend your arms and rest your wrists on top of the wheel; your elbows should be slightly bent.</a:t>
            </a:r>
          </a:p>
          <a:p>
            <a:pPr lvl="0"/>
            <a:r>
              <a:rPr/>
              <a:t>Ensure there is at least 25 cm (10 inches) between your chest and the wheel (important for airbag safety).</a:t>
            </a:r>
          </a:p>
          <a:p>
            <a:pPr lvl="0"/>
            <a:r>
              <a:rPr/>
              <a:t>Confirm that all indicator lights and gauges are fully visible.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Tips</a:t>
            </a:r>
          </a:p>
          <a:p>
            <a:pPr lvl="0"/>
            <a:r>
              <a:rPr/>
              <a:t>Adjust your seat first before the steering wheel.</a:t>
            </a:r>
          </a:p>
          <a:p>
            <a:pPr lvl="0"/>
            <a:r>
              <a:rPr/>
              <a:t>If your vehicle has a heated steering wheel or steering wheel memory settings, consult your owner’s manual for additional features.</a:t>
            </a:r>
          </a:p>
          <a:p>
            <a:pPr lvl="0"/>
            <a:r>
              <a:rPr/>
              <a:t>Never adjust the steering wheel while driving.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Troubleshooting</a:t>
            </a:r>
          </a:p>
          <a:p>
            <a:pPr lvl="0"/>
            <a:r>
              <a:rPr b="1"/>
              <a:t>Stuck Lever:</a:t>
            </a:r>
            <a:r>
              <a:rPr/>
              <a:t> Check for obstructions under/around the lever or consult your nearest Aventro Service Center.</a:t>
            </a:r>
          </a:p>
          <a:p>
            <a:pPr lvl="0"/>
            <a:r>
              <a:rPr b="1"/>
              <a:t>Loose Wheel:</a:t>
            </a:r>
            <a:r>
              <a:rPr/>
              <a:t> Ensure the lever is locked; if the wheel remains loose, have it inspected by a professional.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Further Assistance</a:t>
            </a:r>
          </a:p>
          <a:p>
            <a:pPr lvl="0" indent="0" marL="0">
              <a:buNone/>
            </a:pPr>
            <a:r>
              <a:rPr/>
              <a:t>If you encounter issues or need help with adjustments, visit your nearest Aventro Service Center or contact Aventro Motors Support:</a:t>
            </a:r>
          </a:p>
          <a:p>
            <a:pPr lvl="0"/>
            <a:r>
              <a:rPr b="1"/>
              <a:t>Email:</a:t>
            </a:r>
            <a:r>
              <a:rPr/>
              <a:t> info@aventromotors.com</a:t>
            </a:r>
          </a:p>
          <a:p>
            <a:pPr lvl="0"/>
            <a:r>
              <a:rPr b="1"/>
              <a:t>Phone:</a:t>
            </a:r>
            <a:r>
              <a:rPr/>
              <a:t> +91 124 1234567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Drive safely and comfortably!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2025-07-30T08:16:20Z</dcterms:created>
  <dcterms:modified xsi:type="dcterms:W3CDTF">2025-07-30T08:16:20Z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