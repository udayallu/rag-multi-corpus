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2" Type="http://schemas.openxmlformats.org/officeDocument/2006/relationships/viewProps" Target="viewProps.xml" /><Relationship Id="rId11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4" Type="http://schemas.openxmlformats.org/officeDocument/2006/relationships/tableStyles" Target="tableStyles.xml" /><Relationship Id="rId13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://www.aventromotors.com" TargetMode="Externa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Aventro Motors Pvt. Ltd. - Awards &amp; Recognitions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Aventro Motors Pvt. Ltd. has been recognized for its excellence in research, innovation, customer satisfaction, and commitment to sustainability within the automotive industry. The company’s state-of-the-art vehicles and services have earned several prestigious awards and industry recognitions.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Awards &amp; Achievements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2024</a:t>
            </a:r>
          </a:p>
          <a:p>
            <a:pPr lvl="0"/>
            <a:r>
              <a:rPr b="1"/>
              <a:t>“Car Manufacturer of the Year”</a:t>
            </a:r>
            <a:br/>
            <a:r>
              <a:rPr i="1"/>
              <a:t>AutoTech India Awards 2024</a:t>
            </a:r>
            <a:br/>
            <a:r>
              <a:rPr/>
              <a:t>For consistent innovation and leadership in India’s passenger vehicle market.</a:t>
            </a:r>
          </a:p>
          <a:p>
            <a:pPr lvl="0"/>
            <a:r>
              <a:rPr b="1"/>
              <a:t>“Best Electric Vehicle Launch”</a:t>
            </a:r>
            <a:br/>
            <a:r>
              <a:rPr i="1"/>
              <a:t>Green Wheels Expo 2024</a:t>
            </a:r>
            <a:br/>
            <a:r>
              <a:rPr/>
              <a:t>Awarded for the successful launch of the Aventro Aero Electric variant.</a:t>
            </a:r>
          </a:p>
          <a:p>
            <a:pPr lvl="0"/>
            <a:r>
              <a:rPr b="1"/>
              <a:t>“Best Customer Service Experience”</a:t>
            </a:r>
            <a:br/>
            <a:r>
              <a:rPr i="1"/>
              <a:t>National Auto Customer Choice Awards 2024</a:t>
            </a:r>
            <a:br/>
            <a:r>
              <a:rPr/>
              <a:t>For outstanding after-sales and service center network across India.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2023</a:t>
            </a:r>
          </a:p>
          <a:p>
            <a:pPr lvl="0"/>
            <a:r>
              <a:rPr b="1"/>
              <a:t>“Innovation in Hybrid Technology”</a:t>
            </a:r>
            <a:br/>
            <a:r>
              <a:rPr i="1"/>
              <a:t>Indian Automobile Innovation Forum 2023</a:t>
            </a:r>
            <a:br/>
            <a:r>
              <a:rPr/>
              <a:t>For developing advanced hybrid powertrains across multiple models.</a:t>
            </a:r>
          </a:p>
          <a:p>
            <a:pPr lvl="0"/>
            <a:r>
              <a:rPr b="1"/>
              <a:t>“Safety Award – Passenger Segment”</a:t>
            </a:r>
            <a:br/>
            <a:r>
              <a:rPr i="1"/>
              <a:t>SafeDrive India Conference 2023</a:t>
            </a:r>
            <a:br/>
            <a:r>
              <a:rPr/>
              <a:t>Recognizing Aventro Bolt’s industry-leading safety and crash-test ratings.</a:t>
            </a:r>
          </a:p>
          <a:p>
            <a:pPr lvl="0"/>
            <a:r>
              <a:rPr b="1"/>
              <a:t>“Eco-Friendly Automaker of the Year”</a:t>
            </a:r>
            <a:br/>
            <a:r>
              <a:rPr i="1"/>
              <a:t>Clean Mobility India Awards 2023</a:t>
            </a:r>
            <a:br/>
            <a:r>
              <a:rPr/>
              <a:t>For introducing sustainable manufacturing practices and electric drivetrains.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2022</a:t>
            </a:r>
          </a:p>
          <a:p>
            <a:pPr lvl="0"/>
            <a:r>
              <a:rPr b="1"/>
              <a:t>“Best New SUV”</a:t>
            </a:r>
            <a:br/>
            <a:r>
              <a:rPr i="1"/>
              <a:t>Top Cars Magazine Awards 2022</a:t>
            </a:r>
            <a:br/>
            <a:r>
              <a:rPr/>
              <a:t>For the successful launch of the Aventro Zoom SUV.</a:t>
            </a:r>
          </a:p>
          <a:p>
            <a:pPr lvl="0"/>
            <a:r>
              <a:rPr b="1"/>
              <a:t>“Outstanding Design &amp; Aesthetics”</a:t>
            </a:r>
            <a:br/>
            <a:r>
              <a:rPr i="1"/>
              <a:t>India Design Awards 2022</a:t>
            </a:r>
            <a:br/>
            <a:r>
              <a:rPr/>
              <a:t>Awarded for unique, functional, and stylish vehicle design language.</a:t>
            </a:r>
          </a:p>
          <a:p>
            <a:pPr lvl="0"/>
            <a:r>
              <a:rPr b="1"/>
              <a:t>“Dealer Satisfaction Award”</a:t>
            </a:r>
            <a:br/>
            <a:r>
              <a:rPr i="1"/>
              <a:t>Automotive Dealer Forum 2022</a:t>
            </a:r>
            <a:br/>
            <a:r>
              <a:rPr/>
              <a:t>For transparent, supportive, and effective dealer programs.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2021</a:t>
            </a:r>
          </a:p>
          <a:p>
            <a:pPr lvl="0"/>
            <a:r>
              <a:rPr b="1"/>
              <a:t>“Best Entry-level Hatchback”</a:t>
            </a:r>
            <a:br/>
            <a:r>
              <a:rPr i="1"/>
              <a:t>Car Reviewers Guild of India 2021</a:t>
            </a:r>
            <a:br/>
            <a:r>
              <a:rPr/>
              <a:t>For Aventro Nova’s class-leading value, mileage, and features.</a:t>
            </a:r>
          </a:p>
          <a:p>
            <a:pPr lvl="0"/>
            <a:r>
              <a:rPr b="1"/>
              <a:t>“Top Auto Employer”</a:t>
            </a:r>
            <a:br/>
            <a:r>
              <a:rPr i="1"/>
              <a:t>India Great Place to Work Survey 2021</a:t>
            </a:r>
            <a:br/>
            <a:r>
              <a:rPr/>
              <a:t>Recognizing industry-best workplace culture and employee development.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Other Recognitions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Featured in </a:t>
            </a:r>
            <a:r>
              <a:rPr b="1"/>
              <a:t>“Most Trusted Brands in India”</a:t>
            </a:r>
            <a:r>
              <a:rPr/>
              <a:t> survey, 2023, by Business Insight Weekly.</a:t>
            </a:r>
          </a:p>
          <a:p>
            <a:pPr lvl="0"/>
            <a:r>
              <a:rPr/>
              <a:t>Consistent 5-star ratings for multiple models in </a:t>
            </a:r>
            <a:r>
              <a:rPr b="1"/>
              <a:t>Global New Car Assessment Programme (Global NCAP)</a:t>
            </a:r>
            <a:r>
              <a:rPr/>
              <a:t>, 2022–2024.</a:t>
            </a:r>
          </a:p>
          <a:p>
            <a:pPr lvl="0"/>
            <a:r>
              <a:rPr/>
              <a:t>Recognized for CSR Initiatives in Automotive Sustainability, 2023.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Media Mentions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“Aventro Motors setting new benchmarks in electric mobility” – </a:t>
            </a:r>
            <a:r>
              <a:rPr i="1"/>
              <a:t>The Economic Times</a:t>
            </a:r>
            <a:r>
              <a:rPr/>
              <a:t>, Oct 2023</a:t>
            </a:r>
          </a:p>
          <a:p>
            <a:pPr lvl="0"/>
            <a:r>
              <a:rPr/>
              <a:t>“Customer First: Aventro’s Service Network Success Story” – </a:t>
            </a:r>
            <a:r>
              <a:rPr i="1"/>
              <a:t>AutoCar India</a:t>
            </a:r>
            <a:r>
              <a:rPr/>
              <a:t>, July 2023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For more information:</a:t>
            </a:r>
            <a:r>
              <a:rPr/>
              <a:t> Aventro Motors Pvt. Ltd.</a:t>
            </a:r>
            <a:br/>
            <a:r>
              <a:rPr/>
              <a:t>Aventro Tower, Sector 18, Gurgaon, Haryana - 122018, India</a:t>
            </a:r>
            <a:br/>
            <a:r>
              <a:rPr/>
              <a:t>Email: info@aventromotors.com</a:t>
            </a:r>
            <a:br/>
            <a:r>
              <a:rPr/>
              <a:t>Official Website: </a:t>
            </a:r>
            <a:r>
              <a:rPr>
                <a:hlinkClick r:id="rId2"/>
              </a:rPr>
              <a:t>www.aventromotors.com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2025-07-30T08:18:17Z</dcterms:created>
  <dcterms:modified xsi:type="dcterms:W3CDTF">2025-07-30T08:18:17Z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