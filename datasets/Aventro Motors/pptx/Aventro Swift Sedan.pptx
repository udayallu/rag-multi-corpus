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info@aventromotors.com" TargetMode="External" /><Relationship Id="rId3" Type="http://schemas.openxmlformats.org/officeDocument/2006/relationships/hyperlink" Target="http://www.aventromotors.com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Aventro Swift Sedan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Aventro Swift Sedan</a:t>
            </a:r>
            <a:r>
              <a:rPr/>
              <a:t> is an elegant and performance-driven sedan designed for Indian roads. With a blend of advanced safety, modern features, and fuel-efficient technology, the Swift promises comfort, technology, and style. Available in Petrol, Diesel, Electric, and Hybrid variants.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Body Type:</a:t>
            </a:r>
            <a:r>
              <a:rPr/>
              <a:t> Sedan</a:t>
            </a:r>
            <a:br/>
          </a:p>
          <a:p>
            <a:pPr lvl="0"/>
            <a:r>
              <a:rPr b="1"/>
              <a:t>Seating Capacity:</a:t>
            </a:r>
            <a:r>
              <a:rPr/>
              <a:t> 5</a:t>
            </a:r>
            <a:br/>
          </a:p>
          <a:p>
            <a:pPr lvl="0"/>
            <a:r>
              <a:rPr b="1"/>
              <a:t>Transmission:</a:t>
            </a:r>
            <a:r>
              <a:rPr/>
              <a:t> Manual / Automatic (depending on variant)</a:t>
            </a:r>
            <a:br/>
          </a:p>
          <a:p>
            <a:pPr lvl="0"/>
            <a:r>
              <a:rPr b="1"/>
              <a:t>Infotainment System:</a:t>
            </a:r>
            <a:r>
              <a:rPr/>
              <a:t> Up to 11-inch touchscreen</a:t>
            </a:r>
            <a:br/>
          </a:p>
          <a:p>
            <a:pPr lvl="0"/>
            <a:r>
              <a:rPr b="1"/>
              <a:t>ADAS:</a:t>
            </a:r>
            <a:r>
              <a:rPr/>
              <a:t> Level 1 and Level 2 (on higher trims)</a:t>
            </a:r>
            <a:br/>
          </a:p>
          <a:p>
            <a:pPr lvl="0"/>
            <a:r>
              <a:rPr b="1"/>
              <a:t>Audio:</a:t>
            </a:r>
            <a:r>
              <a:rPr/>
              <a:t> Up to Harman sound system</a:t>
            </a:r>
            <a:br/>
          </a:p>
          <a:p>
            <a:pPr lvl="0"/>
            <a:r>
              <a:rPr b="1"/>
              <a:t>Upholstery:</a:t>
            </a:r>
            <a:r>
              <a:rPr/>
              <a:t> Premium leather seats (on ZX)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Engine &amp; Performance Specs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Engine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Fuel Type / Battery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1.5L SmartTech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5MT / 6AT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113 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1.5L TurboCRDi 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108 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 kWh Li-ion battery, FWD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136 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1.5L Hybrid Petrol-Electric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CVT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105 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Notable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Safety:</a:t>
            </a:r>
            <a:r>
              <a:rPr/>
              <a:t> Dual airbags, ABS with EBD, Rear parking sensors, ESC</a:t>
            </a:r>
          </a:p>
          <a:p>
            <a:pPr lvl="0"/>
            <a:r>
              <a:rPr b="1"/>
              <a:t>Technology:</a:t>
            </a:r>
            <a:r>
              <a:rPr/>
              <a:t> 11-inch touchscreen entertainment (X &amp; ZX), Android Auto/Apple CarPlay</a:t>
            </a:r>
          </a:p>
          <a:p>
            <a:pPr lvl="0"/>
            <a:r>
              <a:rPr b="1"/>
              <a:t>ADAS:</a:t>
            </a:r>
            <a:r>
              <a:rPr/>
              <a:t> Level 1 (X), Level 2 (ZX)</a:t>
            </a:r>
          </a:p>
          <a:p>
            <a:pPr lvl="0"/>
            <a:r>
              <a:rPr b="1"/>
              <a:t>Entertainment:</a:t>
            </a:r>
            <a:r>
              <a:rPr/>
              <a:t> Harman Audio System (ZX)</a:t>
            </a:r>
          </a:p>
          <a:p>
            <a:pPr lvl="0"/>
            <a:r>
              <a:rPr b="1"/>
              <a:t>Convenience:</a:t>
            </a:r>
            <a:r>
              <a:rPr/>
              <a:t> Push-button start, Keyless entry</a:t>
            </a:r>
          </a:p>
          <a:p>
            <a:pPr lvl="0"/>
            <a:r>
              <a:rPr b="1"/>
              <a:t>Comfort:</a:t>
            </a:r>
            <a:r>
              <a:rPr/>
              <a:t> Automatic climate control, Leather seats (ZX only)</a:t>
            </a:r>
          </a:p>
          <a:p>
            <a:pPr lvl="0"/>
            <a:r>
              <a:rPr b="1"/>
              <a:t>Camera:</a:t>
            </a:r>
            <a:r>
              <a:rPr/>
              <a:t> 360º camera (ZX only)</a:t>
            </a:r>
          </a:p>
          <a:p>
            <a:pPr lvl="0"/>
            <a:r>
              <a:rPr b="1"/>
              <a:t>Wheels:</a:t>
            </a:r>
            <a:r>
              <a:rPr/>
              <a:t> 16” dual-tone alloy wheels (X &amp; ZX)</a:t>
            </a:r>
          </a:p>
          <a:p>
            <a:pPr lvl="0"/>
            <a:r>
              <a:rPr b="1"/>
              <a:t>Lighting:</a:t>
            </a:r>
            <a:r>
              <a:rPr/>
              <a:t> LED headlamps and DRLs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Swift Sedan Variants &amp; Prices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(Lakh 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Highlighted Features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safety &amp; comfort features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11-inch infotainment, ADAS Level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11-inch + Harman Audio, 360º camera, ADAS Level 2, Leather seats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safety &amp; comfort features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11-inch infotainment, ADAS Level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11-inch + Harman Audio, 360º camera, ADAS Level 2, Leather seats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EV features, fast charging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11-inch infotainment, ADAS Level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11-inch + Harman Audio, 360º camera, ADAS Level 2, Leather seats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hybrid features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11-inch infotainment, ADAS Level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11-inch + Harman Audio, 360º camera, ADAS Level 2, Leather seats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Highlight: Technology Upgrades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X Trim:</a:t>
            </a:r>
          </a:p>
          <a:p>
            <a:pPr lvl="1"/>
            <a:r>
              <a:rPr/>
              <a:t>11-inch Advanced Touchscreen Infotainment System</a:t>
            </a:r>
          </a:p>
          <a:p>
            <a:pPr lvl="1"/>
            <a:r>
              <a:rPr/>
              <a:t>ADAS Level 1 (Collision Warning, Lane Assist, Emergency Braking)</a:t>
            </a:r>
          </a:p>
          <a:p>
            <a:pPr lvl="0"/>
            <a:r>
              <a:rPr b="1"/>
              <a:t>ZX Trim:</a:t>
            </a:r>
          </a:p>
          <a:p>
            <a:pPr lvl="1"/>
            <a:r>
              <a:rPr/>
              <a:t>11-inch Infotainment with Harman Premium Audio System</a:t>
            </a:r>
          </a:p>
          <a:p>
            <a:pPr lvl="1"/>
            <a:r>
              <a:rPr/>
              <a:t>360º Camera System</a:t>
            </a:r>
          </a:p>
          <a:p>
            <a:pPr lvl="1"/>
            <a:r>
              <a:rPr/>
              <a:t>ADAS Level 2 (Adaptive Cruise Control, Traffic Jam Assist, etc.)</a:t>
            </a:r>
          </a:p>
          <a:p>
            <a:pPr lvl="1"/>
            <a:r>
              <a:rPr/>
              <a:t>Premium Leather Seats</a:t>
            </a:r>
          </a:p>
          <a:p>
            <a:pPr lvl="1"/>
            <a:r>
              <a:rPr/>
              <a:t>Additional Driver Assistance &amp; Comfort features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 &amp; Test Drive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bookings or a test drive, contact your nearest Aventro dealership or service center.</a:t>
            </a:r>
          </a:p>
          <a:p>
            <a:pPr lvl="0" indent="0" marL="0">
              <a:buNone/>
            </a:pPr>
            <a:r>
              <a:rPr b="1"/>
              <a:t>Aventro Motors Pvt. Ltd.</a:t>
            </a:r>
            <a:br/>
            <a:r>
              <a:rPr/>
              <a:t>Aventro Tower, Sector 18, Gurgaon, Haryana - 122018, India</a:t>
            </a:r>
            <a:br/>
            <a:r>
              <a:rPr/>
              <a:t>Phone: +91 124 1234567</a:t>
            </a:r>
            <a:br/>
            <a:r>
              <a:rPr/>
              <a:t>Email: </a:t>
            </a:r>
            <a:r>
              <a:rPr>
                <a:hlinkClick r:id="rId2"/>
              </a:rPr>
              <a:t>info@aventromotors.com</a:t>
            </a:r>
            <a:br/>
            <a:r>
              <a:rPr/>
              <a:t>Website: </a:t>
            </a:r>
            <a:r>
              <a:rPr>
                <a:hlinkClick r:id="rId3"/>
              </a:rPr>
              <a:t>www.aventromotors.com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Experience the next level of comfort, technology, and safety with the Aventro Swift Sedan!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2025-07-30T08:17:30Z</dcterms:created>
  <dcterms:modified xsi:type="dcterms:W3CDTF">2025-07-30T08:17:30Z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