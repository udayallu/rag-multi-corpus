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8" Type="http://schemas.openxmlformats.org/officeDocument/2006/relationships/viewProps" Target="viewProps.xml" /><Relationship Id="rId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Best Ways to Maintain Good Mileage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Achieving and maintaining good mileage is essential for saving fuel costs, reducing environmental impact, and ensuring your vehicle’s long-term health. Whether you drive a petrol, diesel, hybrid, or electric car from Aventro Motors, the following practices will help you get the most out of every journey.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 Regular Maintenance</a:t>
            </a:r>
          </a:p>
          <a:p>
            <a:pPr lvl="0"/>
            <a:r>
              <a:rPr b="1"/>
              <a:t>Follow Service Schedules:</a:t>
            </a:r>
            <a:r>
              <a:rPr/>
              <a:t> Stick to the manufacturer’s recommended service intervals for oil changes, air filter replacements, and other checks.</a:t>
            </a:r>
          </a:p>
          <a:p>
            <a:pPr lvl="0"/>
            <a:r>
              <a:rPr b="1"/>
              <a:t>Use Genuine Parts:</a:t>
            </a:r>
            <a:r>
              <a:rPr/>
              <a:t> Always use genuine Aventro spare parts for optimal performance (e.g., Air Filter, Spark Plug, Oil Filter).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Check Tyre Pressure</a:t>
            </a:r>
          </a:p>
          <a:p>
            <a:pPr lvl="0"/>
            <a:r>
              <a:rPr b="1"/>
              <a:t>Maintain Proper Pressure:</a:t>
            </a:r>
            <a:r>
              <a:rPr/>
              <a:t> Under-inflated tyres increase rolling resistance and decrease mileage.</a:t>
            </a:r>
          </a:p>
          <a:p>
            <a:pPr lvl="0"/>
            <a:r>
              <a:rPr b="1"/>
              <a:t>Check Regularly:</a:t>
            </a:r>
            <a:r>
              <a:rPr/>
              <a:t> Inspect tyre pressure at least once a month and before long trips.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Drive Smoothly</a:t>
            </a:r>
          </a:p>
          <a:p>
            <a:pPr lvl="0"/>
            <a:r>
              <a:rPr b="1"/>
              <a:t>Avoid Sudden Acceleration or Braking:</a:t>
            </a:r>
            <a:r>
              <a:rPr/>
              <a:t> Rapid changes waste fuel and energy.</a:t>
            </a:r>
          </a:p>
          <a:p>
            <a:pPr lvl="0"/>
            <a:r>
              <a:rPr b="1"/>
              <a:t>Use Gentle Throttle Inputs:</a:t>
            </a:r>
            <a:r>
              <a:rPr/>
              <a:t> Gradual acceleration and deceleration help maximize efficiency.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 Limit Idling</a:t>
            </a:r>
          </a:p>
          <a:p>
            <a:pPr lvl="0"/>
            <a:r>
              <a:rPr b="1"/>
              <a:t>Turn Off Engine at Long Stops:</a:t>
            </a:r>
            <a:r>
              <a:rPr/>
              <a:t> Idling consumes fuel needlessly in petrol/diesel vehicles.</a:t>
            </a:r>
          </a:p>
          <a:p>
            <a:pPr lvl="0"/>
            <a:r>
              <a:rPr b="1"/>
              <a:t>Use Start-Stop Feature If Equipped:</a:t>
            </a:r>
            <a:r>
              <a:rPr/>
              <a:t> Many Aventro models have this for additional savings.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5. Reduce Excess Weight</a:t>
            </a:r>
          </a:p>
          <a:p>
            <a:pPr lvl="0"/>
            <a:r>
              <a:rPr b="1"/>
              <a:t>Remove Unnecessary Items:</a:t>
            </a:r>
            <a:r>
              <a:rPr/>
              <a:t> Extra load in the boot or cabin means more work for your engine.</a:t>
            </a:r>
          </a:p>
          <a:p>
            <a:pPr lvl="0"/>
            <a:r>
              <a:rPr b="1"/>
              <a:t>Avoid Unused Racks:</a:t>
            </a:r>
            <a:r>
              <a:rPr/>
              <a:t> Roof boxes or roof racks can reduce aerodynamic efficiency.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6. Monitor Battery Health (For Hybrids &amp; Electrics)</a:t>
            </a:r>
          </a:p>
          <a:p>
            <a:pPr lvl="0"/>
            <a:r>
              <a:rPr b="1"/>
              <a:t>Regular Battery Checks:</a:t>
            </a:r>
            <a:r>
              <a:rPr/>
              <a:t> Ensure the battery pack is in good health to maximize the range.</a:t>
            </a:r>
          </a:p>
          <a:p>
            <a:pPr lvl="0"/>
            <a:r>
              <a:rPr b="1"/>
              <a:t>Use Fast Charging Sparingly:</a:t>
            </a:r>
            <a:r>
              <a:rPr/>
              <a:t> Reserve fast-charging for emergencies to prolong battery life.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7. Use the Right Fuel &amp; Lubricants</a:t>
            </a:r>
          </a:p>
          <a:p>
            <a:pPr lvl="0"/>
            <a:r>
              <a:rPr b="1"/>
              <a:t>Recommended Grade:</a:t>
            </a:r>
            <a:r>
              <a:rPr/>
              <a:t> Always use the manufacturer-recommended fuel and lubricants for your vehicle.</a:t>
            </a:r>
          </a:p>
          <a:p>
            <a:pPr lvl="0"/>
            <a:r>
              <a:rPr b="1"/>
              <a:t>High-Quality Products:</a:t>
            </a:r>
            <a:r>
              <a:rPr/>
              <a:t> Inferior products can harm efficiency and engine health.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8. Maintain Alignment and Suspension</a:t>
            </a:r>
          </a:p>
          <a:p>
            <a:pPr lvl="0"/>
            <a:r>
              <a:rPr b="1"/>
              <a:t>Wheel Alignment:</a:t>
            </a:r>
            <a:r>
              <a:rPr/>
              <a:t> Misaligned wheels can drag and reduce mileage.</a:t>
            </a:r>
          </a:p>
          <a:p>
            <a:pPr lvl="0"/>
            <a:r>
              <a:rPr b="1"/>
              <a:t>Suspension Health:</a:t>
            </a:r>
            <a:r>
              <a:rPr/>
              <a:t> Worn-out suspension components (like Shock Absorbers) affect efficiency.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9. Use Air Conditioning Wisely</a:t>
            </a:r>
          </a:p>
          <a:p>
            <a:pPr lvl="0"/>
            <a:r>
              <a:rPr b="1"/>
              <a:t>AC Usage:</a:t>
            </a:r>
            <a:r>
              <a:rPr/>
              <a:t> Use Air Conditioning only when necessary as it can put extra load on the engine.</a:t>
            </a:r>
          </a:p>
          <a:p>
            <a:pPr lvl="0"/>
            <a:r>
              <a:rPr b="1"/>
              <a:t>Ventilation First:</a:t>
            </a:r>
            <a:r>
              <a:rPr/>
              <a:t> Try ventilation on cooler days instead of AC.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10. Smart Driving Habits</a:t>
            </a:r>
          </a:p>
          <a:p>
            <a:pPr lvl="0"/>
            <a:r>
              <a:rPr b="1"/>
              <a:t>Maintain Steady Speeds:</a:t>
            </a:r>
            <a:r>
              <a:rPr/>
              <a:t> Use cruise control on highways if available.</a:t>
            </a:r>
          </a:p>
          <a:p>
            <a:pPr lvl="0"/>
            <a:r>
              <a:rPr b="1"/>
              <a:t>Plan Routes:</a:t>
            </a:r>
            <a:r>
              <a:rPr/>
              <a:t> Avoid congested routes which lead to excessive stop-start driving.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Aventro Service Tip</a:t>
            </a:r>
          </a:p>
          <a:p>
            <a:pPr lvl="0" indent="0" marL="0">
              <a:buNone/>
            </a:pPr>
            <a:r>
              <a:rPr b="1"/>
              <a:t>Visit your nearest Aventro Service Center for a mileage check-up and expert maintenance.</a:t>
            </a:r>
            <a:br/>
            <a:r>
              <a:rPr/>
              <a:t>Find a Service Center ›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Maintaining good mileage is not only about saving money but also about fostering a responsible, eco-friendly driving culture. Start today for a smoother, more efficient journey!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For bookings and more tips, contact:</a:t>
            </a:r>
            <a:br/>
            <a:r>
              <a:rPr i="1"/>
              <a:t>Aventro Motors Pvt. Ltd.</a:t>
            </a:r>
            <a:br/>
            <a:r>
              <a:rPr i="1"/>
              <a:t>Aventro Tower, Sector 18, Gurgaon, Haryana - 122018, India</a:t>
            </a:r>
            <a:br/>
            <a:r>
              <a:rPr i="1"/>
              <a:t>Email: info@aventromotors.com | Contact: +91 124 1234567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2025-07-30T08:15:41Z</dcterms:created>
  <dcterms:modified xsi:type="dcterms:W3CDTF">2025-07-30T08:15:41Z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