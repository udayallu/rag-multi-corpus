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Instrument Cluster Warning Alerts</a:t>
            </a:r>
          </a:p>
        </p:txBody>
      </p:sp>
      <p:sp>
        <p:nvSpPr>
          <p:cNvPr id="3" name="Content Placeholder 2"/>
          <p:cNvSpPr>
            <a:spLocks noGrp="1"/>
          </p:cNvSpPr>
          <p:nvPr>
            <p:ph idx="1"/>
          </p:nvPr>
        </p:nvSpPr>
        <p:spPr/>
        <p:txBody>
          <a:bodyPr/>
          <a:lstStyle/>
          <a:p>
            <a:pPr lvl="0" indent="0" marL="0">
              <a:buNone/>
            </a:pPr>
            <a:r>
              <a:rPr/>
              <a:t>The instrument cluster in Aventro Motors vehicles is designed to inform the driver about the status of various vehicle systems. Each symbol or indicator light provides information on system performance, potential malfunctions, or urgent warnings requiring immediate action.</a:t>
            </a:r>
          </a:p>
          <a:p>
            <a:pPr lvl="0" indent="0" marL="0">
              <a:buNone/>
            </a:pPr>
            <a:r>
              <a:rPr/>
              <a:t>Below is a list of common warning alerts you may see in Aventro Motors cars, along with their meanings: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Engine Warning Light (Check Engine)</a:t>
            </a:r>
          </a:p>
          <a:p>
            <a:pPr lvl="0"/>
            <a:r>
              <a:rPr b="1"/>
              <a:t>Meaning:</a:t>
            </a:r>
            <a:r>
              <a:rPr/>
              <a:t> Indicates a problem with the engine or emissions control system. Immediate diagnosis is recommended.</a:t>
            </a:r>
          </a:p>
          <a:p>
            <a:pPr lvl="0" indent="0" marL="0">
              <a:spcBef>
                <a:spcPts val="3000"/>
              </a:spcBef>
              <a:buNone/>
            </a:pPr>
            <a:r>
              <a:rPr b="1"/>
              <a:t>2. Battery Warning Light</a:t>
            </a:r>
          </a:p>
          <a:p>
            <a:pPr lvl="0"/>
            <a:r>
              <a:rPr b="1"/>
              <a:t>Meaning:</a:t>
            </a:r>
            <a:r>
              <a:rPr/>
              <a:t> The battery is not charging properly. This could signal alternator failure, battery issues, or wiring problems.</a:t>
            </a:r>
          </a:p>
          <a:p>
            <a:pPr lvl="0" indent="0" marL="0">
              <a:spcBef>
                <a:spcPts val="3000"/>
              </a:spcBef>
              <a:buNone/>
            </a:pPr>
            <a:r>
              <a:rPr b="1"/>
              <a:t>3. Oil Pressure Warning Light</a:t>
            </a:r>
          </a:p>
          <a:p>
            <a:pPr lvl="0"/>
            <a:r>
              <a:rPr b="1"/>
              <a:t>Meaning:</a:t>
            </a:r>
            <a:r>
              <a:rPr/>
              <a:t> Low oil pressure detected. Stop the engine and check oil levels to avoid engine damage.</a:t>
            </a:r>
          </a:p>
          <a:p>
            <a:pPr lvl="0" indent="0" marL="0">
              <a:spcBef>
                <a:spcPts val="3000"/>
              </a:spcBef>
              <a:buNone/>
            </a:pPr>
            <a:r>
              <a:rPr b="1"/>
              <a:t>4. Brake System Warning Light</a:t>
            </a:r>
          </a:p>
          <a:p>
            <a:pPr lvl="0"/>
            <a:r>
              <a:rPr b="1"/>
              <a:t>Meaning:</a:t>
            </a:r>
            <a:r>
              <a:rPr/>
              <a:t> Possible issues with the brake system such as low fluid, worn brake pads, or handbrake engaged.</a:t>
            </a:r>
          </a:p>
          <a:p>
            <a:pPr lvl="0" indent="0" marL="0">
              <a:spcBef>
                <a:spcPts val="3000"/>
              </a:spcBef>
              <a:buNone/>
            </a:pPr>
            <a:r>
              <a:rPr b="1"/>
              <a:t>5. ABS Warning Light</a:t>
            </a:r>
          </a:p>
          <a:p>
            <a:pPr lvl="0"/>
            <a:r>
              <a:rPr b="1"/>
              <a:t>Meaning:</a:t>
            </a:r>
            <a:r>
              <a:rPr/>
              <a:t> Indicates a malfunction in the Anti-lock Braking System. Normal brakes may function, but ABS will not.</a:t>
            </a:r>
          </a:p>
          <a:p>
            <a:pPr lvl="0" indent="0" marL="0">
              <a:spcBef>
                <a:spcPts val="3000"/>
              </a:spcBef>
              <a:buNone/>
            </a:pPr>
            <a:r>
              <a:rPr b="1"/>
              <a:t>6. Airbag Warning Light</a:t>
            </a:r>
          </a:p>
          <a:p>
            <a:pPr lvl="0"/>
            <a:r>
              <a:rPr b="1"/>
              <a:t>Meaning:</a:t>
            </a:r>
            <a:r>
              <a:rPr/>
              <a:t> There may be a problem with the airbag system; airbags may not deploy in a collision.</a:t>
            </a:r>
          </a:p>
          <a:p>
            <a:pPr lvl="0" indent="0" marL="0">
              <a:spcBef>
                <a:spcPts val="3000"/>
              </a:spcBef>
              <a:buNone/>
            </a:pPr>
            <a:r>
              <a:rPr b="1"/>
              <a:t>7. Coolant Temperature Warning Light</a:t>
            </a:r>
          </a:p>
          <a:p>
            <a:pPr lvl="0"/>
            <a:r>
              <a:rPr b="1"/>
              <a:t>Meaning:</a:t>
            </a:r>
            <a:r>
              <a:rPr/>
              <a:t> Engine is overheating. Stop the vehicle in a safe place and check coolant levels.</a:t>
            </a:r>
          </a:p>
          <a:p>
            <a:pPr lvl="0" indent="0" marL="0">
              <a:spcBef>
                <a:spcPts val="3000"/>
              </a:spcBef>
              <a:buNone/>
            </a:pPr>
            <a:r>
              <a:rPr b="1"/>
              <a:t>8. Transmission Warning Light</a:t>
            </a:r>
          </a:p>
          <a:p>
            <a:pPr lvl="0"/>
            <a:r>
              <a:rPr b="1"/>
              <a:t>Meaning:</a:t>
            </a:r>
            <a:r>
              <a:rPr/>
              <a:t> Transmission malfunction, possible overheating or system fault. Immediate attention required.</a:t>
            </a:r>
          </a:p>
          <a:p>
            <a:pPr lvl="0" indent="0" marL="0">
              <a:spcBef>
                <a:spcPts val="3000"/>
              </a:spcBef>
              <a:buNone/>
            </a:pPr>
            <a:r>
              <a:rPr b="1"/>
              <a:t>9. Tire Pressure Monitoring System (TPMS) Light</a:t>
            </a:r>
          </a:p>
          <a:p>
            <a:pPr lvl="0"/>
            <a:r>
              <a:rPr b="1"/>
              <a:t>Meaning:</a:t>
            </a:r>
            <a:r>
              <a:rPr/>
              <a:t> One or more tires have low pressure or there’s a sensor malfunction.</a:t>
            </a:r>
          </a:p>
          <a:p>
            <a:pPr lvl="0" indent="0" marL="0">
              <a:spcBef>
                <a:spcPts val="3000"/>
              </a:spcBef>
              <a:buNone/>
            </a:pPr>
            <a:r>
              <a:rPr b="1"/>
              <a:t>10. Traction Control Warning Light</a:t>
            </a:r>
          </a:p>
          <a:p>
            <a:pPr lvl="0"/>
            <a:r>
              <a:rPr b="1"/>
              <a:t>Meaning:</a:t>
            </a:r>
            <a:r>
              <a:rPr/>
              <a:t> Indicates that the traction control system is currently in use or there is a system fault.</a:t>
            </a:r>
          </a:p>
          <a:p>
            <a:pPr lvl="0" indent="0" marL="0">
              <a:spcBef>
                <a:spcPts val="3000"/>
              </a:spcBef>
              <a:buNone/>
            </a:pPr>
            <a:r>
              <a:rPr b="1"/>
              <a:t>11. ESP/BAS Warning Light</a:t>
            </a:r>
          </a:p>
          <a:p>
            <a:pPr lvl="0"/>
            <a:r>
              <a:rPr b="1"/>
              <a:t>Symbol:</a:t>
            </a:r>
            <a:r>
              <a:rPr/>
              <a:t> ESP/BAS</a:t>
            </a:r>
          </a:p>
          <a:p>
            <a:pPr lvl="0"/>
            <a:r>
              <a:rPr b="1"/>
              <a:t>Meaning:</a:t>
            </a:r>
            <a:r>
              <a:rPr/>
              <a:t> Problem with Electronic Stability Program/Brake Assist System.</a:t>
            </a:r>
          </a:p>
          <a:p>
            <a:pPr lvl="0" indent="0" marL="0">
              <a:spcBef>
                <a:spcPts val="3000"/>
              </a:spcBef>
              <a:buNone/>
            </a:pPr>
            <a:r>
              <a:rPr b="1"/>
              <a:t>12. Power Steering Warning Light</a:t>
            </a:r>
          </a:p>
          <a:p>
            <a:pPr lvl="0"/>
            <a:r>
              <a:rPr b="1"/>
              <a:t>Meaning:</a:t>
            </a:r>
            <a:r>
              <a:rPr/>
              <a:t> Malfunction in the power steering system; steering may feel heavy.</a:t>
            </a:r>
          </a:p>
          <a:p>
            <a:pPr lvl="0" indent="0" marL="0">
              <a:spcBef>
                <a:spcPts val="3000"/>
              </a:spcBef>
              <a:buNone/>
            </a:pPr>
            <a:r>
              <a:rPr b="1"/>
              <a:t>13. Fuel Level Warning Light</a:t>
            </a:r>
          </a:p>
          <a:p>
            <a:pPr lvl="0"/>
            <a:r>
              <a:rPr b="1"/>
              <a:t>Meaning:</a:t>
            </a:r>
            <a:r>
              <a:rPr/>
              <a:t> Low fuel level; refuel soon.</a:t>
            </a:r>
          </a:p>
          <a:p>
            <a:pPr lvl="0" indent="0" marL="0">
              <a:spcBef>
                <a:spcPts val="3000"/>
              </a:spcBef>
              <a:buNone/>
            </a:pPr>
            <a:r>
              <a:rPr b="1"/>
              <a:t>14. Glow Plug Warning Light (Diesel)</a:t>
            </a:r>
          </a:p>
          <a:p>
            <a:pPr lvl="0"/>
            <a:r>
              <a:rPr b="1"/>
              <a:t>Meaning:</a:t>
            </a:r>
            <a:r>
              <a:rPr/>
              <a:t> Indicates pre-heating of diesel engine or a fault in the glow plug system.</a:t>
            </a:r>
          </a:p>
          <a:p>
            <a:pPr lvl="0" indent="0" marL="0">
              <a:spcBef>
                <a:spcPts val="3000"/>
              </a:spcBef>
              <a:buNone/>
            </a:pPr>
            <a:r>
              <a:rPr b="1"/>
              <a:t>15. Hybrid/Electric System Warning Light</a:t>
            </a:r>
          </a:p>
          <a:p>
            <a:pPr lvl="0"/>
            <a:r>
              <a:rPr b="1"/>
              <a:t>Symbol:</a:t>
            </a:r>
            <a:r>
              <a:rPr/>
              <a:t> Hybrid/EV Symbol</a:t>
            </a:r>
          </a:p>
          <a:p>
            <a:pPr lvl="0"/>
            <a:r>
              <a:rPr b="1"/>
              <a:t>Meaning:</a:t>
            </a:r>
            <a:r>
              <a:rPr/>
              <a:t> Malfunction in the hybrid or electric powertrain. Service required.</a:t>
            </a:r>
          </a:p>
          <a:p>
            <a:pPr lvl="0" indent="0" marL="0">
              <a:spcBef>
                <a:spcPts val="3000"/>
              </a:spcBef>
              <a:buNone/>
            </a:pPr>
            <a:r>
              <a:rPr b="1"/>
              <a:t>16. Service Reminder Light</a:t>
            </a:r>
          </a:p>
          <a:p>
            <a:pPr lvl="0"/>
            <a:r>
              <a:rPr b="1"/>
              <a:t>Symbol:</a:t>
            </a:r>
            <a:r>
              <a:rPr/>
              <a:t> Spanner/Wrench symbol</a:t>
            </a:r>
          </a:p>
          <a:p>
            <a:pPr lvl="0"/>
            <a:r>
              <a:rPr b="1"/>
              <a:t>Meaning:</a:t>
            </a:r>
            <a:r>
              <a:rPr/>
              <a:t> Indicates that regular maintenance is due.</a:t>
            </a:r>
          </a:p>
          <a:p>
            <a:pPr lvl="0" indent="0" marL="0">
              <a:spcBef>
                <a:spcPts val="3000"/>
              </a:spcBef>
              <a:buNone/>
            </a:pPr>
            <a:r>
              <a:rPr b="1"/>
              <a:t>17. Seatbelt Reminder Light</a:t>
            </a:r>
          </a:p>
          <a:p>
            <a:pPr lvl="0"/>
            <a:r>
              <a:rPr b="1"/>
              <a:t>Meaning:</a:t>
            </a:r>
            <a:r>
              <a:rPr/>
              <a:t> Driver or passenger (depending on sensor) seatbelt is not fastened.</a:t>
            </a:r>
          </a:p>
          <a:p>
            <a:pPr lvl="0" indent="0" marL="0">
              <a:spcBef>
                <a:spcPts val="3000"/>
              </a:spcBef>
              <a:buNone/>
            </a:pPr>
            <a:r>
              <a:rPr b="1"/>
              <a:t>18. Door Ajar Warning Light</a:t>
            </a:r>
          </a:p>
          <a:p>
            <a:pPr lvl="0"/>
            <a:r>
              <a:rPr b="1"/>
              <a:t>Symbol:</a:t>
            </a:r>
            <a:r>
              <a:rPr/>
              <a:t> Car with Doors Open</a:t>
            </a:r>
          </a:p>
          <a:p>
            <a:pPr lvl="0"/>
            <a:r>
              <a:rPr b="1"/>
              <a:t>Meaning:</a:t>
            </a:r>
            <a:r>
              <a:rPr/>
              <a:t> One or more doors are not fully closed.</a:t>
            </a:r>
          </a:p>
          <a:p>
            <a:pPr lvl="0" indent="0" marL="0">
              <a:spcBef>
                <a:spcPts val="3000"/>
              </a:spcBef>
              <a:buNone/>
            </a:pPr>
            <a:r>
              <a:rPr b="1"/>
              <a:t>19. Washer Fluid Warning Light</a:t>
            </a:r>
          </a:p>
          <a:p>
            <a:pPr lvl="0"/>
            <a:r>
              <a:rPr b="1"/>
              <a:t>Meaning:</a:t>
            </a:r>
            <a:r>
              <a:rPr/>
              <a:t> Windshield washer fluid is low.</a:t>
            </a:r>
          </a:p>
          <a:p>
            <a:pPr lvl="0" indent="0" marL="0">
              <a:spcBef>
                <a:spcPts val="3000"/>
              </a:spcBef>
              <a:buNone/>
            </a:pPr>
            <a:r>
              <a:rPr b="1"/>
              <a:t>20. High Beam Indicator</a:t>
            </a:r>
          </a:p>
          <a:p>
            <a:pPr lvl="0"/>
            <a:r>
              <a:rPr b="1"/>
              <a:t>Meaning:</a:t>
            </a:r>
            <a:r>
              <a:rPr/>
              <a:t> High beam headlights are turned on. (This is informational, not a warning.)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Important Notes</a:t>
            </a:r>
          </a:p>
          <a:p>
            <a:pPr lvl="0"/>
            <a:r>
              <a:rPr/>
              <a:t>If any </a:t>
            </a:r>
            <a:r>
              <a:rPr b="1"/>
              <a:t>red</a:t>
            </a:r>
            <a:r>
              <a:rPr/>
              <a:t> warning light appears, stop the vehicle in a safe location as soon as possible and consult your Aventro Motors dealer or the owner’s manual.</a:t>
            </a:r>
          </a:p>
          <a:p>
            <a:pPr lvl="0"/>
            <a:r>
              <a:rPr b="1"/>
              <a:t>Yellow/amber</a:t>
            </a:r>
            <a:r>
              <a:rPr/>
              <a:t> lights indicate caution; check the system soon.</a:t>
            </a:r>
          </a:p>
          <a:p>
            <a:pPr lvl="0"/>
            <a:r>
              <a:rPr/>
              <a:t>For </a:t>
            </a:r>
            <a:r>
              <a:rPr b="1"/>
              <a:t>hybrid/electric models</a:t>
            </a:r>
            <a:r>
              <a:rPr/>
              <a:t>, specific alerts will provide system details regarding battery, charging, and electric drive functions.</a:t>
            </a:r>
          </a:p>
          <a:p>
            <a:pPr lvl="0" indent="0" marL="0">
              <a:spcBef>
                <a:spcPts val="3000"/>
              </a:spcBef>
              <a:buNone/>
            </a:pPr>
            <a:r>
              <a:rPr b="1"/>
              <a:t>For Assistance</a:t>
            </a:r>
          </a:p>
          <a:p>
            <a:pPr lvl="0" indent="0" marL="0">
              <a:buNone/>
            </a:pPr>
            <a:r>
              <a:rPr/>
              <a:t>Contact your nearest Aventro Service Center or call Aventro Support at +91 124 1234567.</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2025-07-30T08:16:12Z</dcterms:created>
  <dcterms:modified xsi:type="dcterms:W3CDTF">2025-07-30T08:16:12Z</dcterms:modified>
</cp:coreProperties>
</file>

<file path=docProps/custom.xml><?xml version="1.0" encoding="utf-8"?>
<Properties xmlns="http://schemas.openxmlformats.org/officeDocument/2006/custom-properties" xmlns:vt="http://schemas.openxmlformats.org/officeDocument/2006/docPropsVTypes"/>
</file>