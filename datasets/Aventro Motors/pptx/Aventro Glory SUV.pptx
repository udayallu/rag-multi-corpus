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info@aventromotors.com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Aventro Motors Pvt. Ltd.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Head Office:</a:t>
            </a:r>
            <a:br/>
            <a:r>
              <a:rPr/>
              <a:t>Aventro Tower, Sector 18, Gurgaon, Haryana - 122018, India</a:t>
            </a:r>
            <a:br/>
            <a:r>
              <a:rPr b="1"/>
              <a:t>Contact:</a:t>
            </a:r>
            <a:r>
              <a:rPr/>
              <a:t> +91 124 1234567</a:t>
            </a:r>
            <a:br/>
            <a:r>
              <a:rPr b="1"/>
              <a:t>Email:</a:t>
            </a:r>
            <a:r>
              <a:rPr/>
              <a:t> info@aventromotors.com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Model Focus: Aventro Glory SUV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Overview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 b="1"/>
              <a:t>Aventro Glory</a:t>
            </a:r>
            <a:r>
              <a:rPr/>
              <a:t> is Aventro’s flagship SUV designed to deliver outstanding comfort, performance, and cutting-edge technology. Blending power, style, and the latest automotive innovations, the Glory caters to all types of drivers—from families to adventure enthusiasts.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Specifications</a:t>
            </a:r>
          </a:p>
          <a:p>
            <a:pPr lvl="0"/>
            <a:r>
              <a:rPr b="1"/>
              <a:t>Seating Capacity:</a:t>
            </a:r>
            <a:r>
              <a:rPr/>
              <a:t> 5</a:t>
            </a:r>
          </a:p>
          <a:p>
            <a:pPr lvl="0"/>
            <a:r>
              <a:rPr b="1"/>
              <a:t>Transmission Options:</a:t>
            </a:r>
            <a:r>
              <a:rPr/>
              <a:t> 6-speed manual / 7-speed automatic (variant specific)</a:t>
            </a:r>
          </a:p>
          <a:p>
            <a:pPr lvl="0"/>
            <a:r>
              <a:rPr b="1"/>
              <a:t>Boot Space:</a:t>
            </a:r>
            <a:r>
              <a:rPr/>
              <a:t> 505 litres</a:t>
            </a:r>
          </a:p>
          <a:p>
            <a:pPr lvl="0"/>
            <a:r>
              <a:rPr b="1"/>
              <a:t>Infotainment:</a:t>
            </a:r>
            <a:r>
              <a:rPr/>
              <a:t> Up to 11-inch advanced touchscreen system</a:t>
            </a:r>
          </a:p>
          <a:p>
            <a:pPr lvl="0"/>
            <a:r>
              <a:rPr b="1"/>
              <a:t>ADAS:</a:t>
            </a:r>
            <a:r>
              <a:rPr/>
              <a:t> Level 1 &amp; 2 (consult variants)</a:t>
            </a:r>
          </a:p>
          <a:p>
            <a:pPr lvl="0"/>
            <a:r>
              <a:rPr b="1"/>
              <a:t>Safety:</a:t>
            </a:r>
            <a:r>
              <a:rPr/>
              <a:t> 6 airbags, ABS with EBD, ESC, 360-degree camera (ZX)</a:t>
            </a:r>
          </a:p>
          <a:p>
            <a:pPr lvl="0"/>
            <a:r>
              <a:rPr b="1"/>
              <a:t>Tyre Size:</a:t>
            </a:r>
            <a:r>
              <a:rPr/>
              <a:t> 17-inch &amp; 18-inch alloy wheels (variant specific)</a:t>
            </a:r>
          </a:p>
          <a:p>
            <a:pPr lvl="0"/>
            <a:r>
              <a:rPr b="1"/>
              <a:t>Upholstery:</a:t>
            </a:r>
            <a:r>
              <a:rPr/>
              <a:t> Premium fabric &amp; leather (ZX)</a:t>
            </a:r>
          </a:p>
          <a:p>
            <a:pPr lvl="0"/>
            <a:r>
              <a:rPr b="1"/>
              <a:t>Audio:</a:t>
            </a:r>
            <a:r>
              <a:rPr/>
              <a:t> Standard/Advanced Harman Kardon system (ZX)</a:t>
            </a:r>
          </a:p>
          <a:p>
            <a:pPr lvl="0"/>
            <a:r>
              <a:rPr b="1"/>
              <a:t>Notable Features:</a:t>
            </a:r>
            <a:r>
              <a:rPr/>
              <a:t> Sunroof, Automatic Climate Control, Keyless Entry, Wireless Charging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Variants &amp; Prices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Fuel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(Lakh)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Notable Features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Glory 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infotainment, standard safety features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11-inch Infotainment, ADAS Level 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360 Camera, 11-inch Infotainment with Harman System, ADAS Level 2, Leather Seats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Glory 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infotainment, standard safety features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11-inch Infotainment, ADAS Level 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360 Camera, 11-inch Infotainment with Harman System, ADAS Level 2, Leather Seats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Glory 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infotainment, standard safety features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11-inch Infotainment, ADAS Level 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360 Camera, 11-inch Infotainment with Harman System, ADAS Level 2, Leather Seats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Glory 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infotainment, standard safety features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11-inch Infotainment, ADAS Level 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360 Camera, 11-inch Infotainment with Harman System, ADAS Level 2, Leather Seats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Highlighted Features By Variant</a:t>
            </a:r>
          </a:p>
          <a:p>
            <a:pPr lvl="0"/>
            <a:r>
              <a:rPr b="1"/>
              <a:t>X Model Highlights:</a:t>
            </a:r>
          </a:p>
          <a:p>
            <a:pPr lvl="1"/>
            <a:r>
              <a:rPr/>
              <a:t>11-inch Advanced Touchscreen Infotainment System</a:t>
            </a:r>
          </a:p>
          <a:p>
            <a:pPr lvl="1"/>
            <a:r>
              <a:rPr/>
              <a:t>ADAS Level 1 (Adaptive Cruise, Lane Assist, Auto Emergency Braking)</a:t>
            </a:r>
          </a:p>
          <a:p>
            <a:pPr lvl="1"/>
            <a:r>
              <a:rPr/>
              <a:t>Enhanced Connectivity (Android Auto/Apple CarPlay)</a:t>
            </a:r>
          </a:p>
          <a:p>
            <a:pPr lvl="1"/>
            <a:r>
              <a:rPr/>
              <a:t>Rear Camera &amp; Parking Sensors</a:t>
            </a:r>
          </a:p>
          <a:p>
            <a:pPr lvl="0"/>
            <a:r>
              <a:rPr b="1"/>
              <a:t>ZX Model Highlights:</a:t>
            </a:r>
          </a:p>
          <a:p>
            <a:pPr lvl="1"/>
            <a:r>
              <a:rPr b="1"/>
              <a:t>All X features plus:</a:t>
            </a:r>
          </a:p>
          <a:p>
            <a:pPr lvl="1"/>
            <a:r>
              <a:rPr/>
              <a:t>360-Degree Camera</a:t>
            </a:r>
          </a:p>
          <a:p>
            <a:pPr lvl="1"/>
            <a:r>
              <a:rPr/>
              <a:t>11-inch Infotainment System with Premium Harman Audio</a:t>
            </a:r>
          </a:p>
          <a:p>
            <a:pPr lvl="1"/>
            <a:r>
              <a:rPr/>
              <a:t>ADAS Level 2 (Includes additional features like Traffic Jam Assist, Lane Centering, Advanced Collision Avoidance)</a:t>
            </a:r>
          </a:p>
          <a:p>
            <a:pPr lvl="1"/>
            <a:r>
              <a:rPr/>
              <a:t>Premium Leather Seats</a:t>
            </a:r>
          </a:p>
          <a:p>
            <a:pPr lvl="1"/>
            <a:r>
              <a:rPr/>
              <a:t>Ventilated Front Seats</a:t>
            </a:r>
          </a:p>
          <a:p>
            <a:pPr lvl="1"/>
            <a:r>
              <a:rPr/>
              <a:t>Powered Driver’s Seat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Notable Safety Features (All Variants)</a:t>
            </a:r>
          </a:p>
          <a:p>
            <a:pPr lvl="0"/>
            <a:r>
              <a:rPr/>
              <a:t>6 Airbags</a:t>
            </a:r>
          </a:p>
          <a:p>
            <a:pPr lvl="0"/>
            <a:r>
              <a:rPr/>
              <a:t>ABS with EBD</a:t>
            </a:r>
          </a:p>
          <a:p>
            <a:pPr lvl="0"/>
            <a:r>
              <a:rPr/>
              <a:t>Electronic Stability Control (ESC)</a:t>
            </a:r>
          </a:p>
          <a:p>
            <a:pPr lvl="0"/>
            <a:r>
              <a:rPr/>
              <a:t>Traction Control</a:t>
            </a:r>
          </a:p>
          <a:p>
            <a:pPr lvl="0"/>
            <a:r>
              <a:rPr/>
              <a:t>TPMS (Tyre Pressure Monitoring Sys.)</a:t>
            </a:r>
          </a:p>
          <a:p>
            <a:pPr lvl="0"/>
            <a:r>
              <a:rPr/>
              <a:t>Hill Hold &amp; Descent Control (On selected trims)</a:t>
            </a:r>
          </a:p>
          <a:p>
            <a:pPr lvl="0"/>
            <a:r>
              <a:rPr/>
              <a:t>ISOFIX Child Seat Anchors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Contact &amp; Test Drive</a:t>
            </a:r>
          </a:p>
          <a:p>
            <a:pPr lvl="0"/>
            <a:r>
              <a:rPr/>
              <a:t>Visit </a:t>
            </a:r>
            <a:r>
              <a:rPr>
                <a:hlinkClick r:id="rId2"/>
              </a:rPr>
              <a:t>Aventro Motors Website</a:t>
            </a:r>
            <a:r>
              <a:rPr/>
              <a:t> or call us at </a:t>
            </a:r>
            <a:r>
              <a:rPr b="1"/>
              <a:t>+91 124 1234567</a:t>
            </a:r>
            <a:r>
              <a:rPr/>
              <a:t> to book a test drive.</a:t>
            </a:r>
          </a:p>
          <a:p>
            <a:pPr lvl="0"/>
            <a:r>
              <a:rPr/>
              <a:t>Find your nearest service center for more info on sales and aftersales – locations across all major Indian cities.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Explore the legacy of trust and innovation—Experience the Aventro Glory Today!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2025-07-30T08:17:07Z</dcterms:created>
  <dcterms:modified xsi:type="dcterms:W3CDTF">2025-07-30T08:17:07Z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