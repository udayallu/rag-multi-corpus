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Head Office:</a:t>
            </a:r>
            <a:br/>
            <a:r>
              <a:rPr/>
              <a:t>Aventro Tower, Sector 18, Gurgaon, Haryana - 122018, India</a:t>
            </a:r>
            <a:br/>
            <a:r>
              <a:rPr b="1"/>
              <a:t>Contact:</a:t>
            </a:r>
            <a:r>
              <a:rPr/>
              <a:t> +91 124 1234567</a:t>
            </a:r>
            <a:br/>
            <a:r>
              <a:rPr b="1"/>
              <a:t>Email:</a:t>
            </a:r>
            <a:r>
              <a:rPr/>
              <a:t> 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Aventro Car Models – Variants &amp; Pricing</a:t>
            </a:r>
          </a:p>
          <a:p>
            <a:pPr lvl="0" indent="0" marL="0">
              <a:buNone/>
            </a:pPr>
            <a:r>
              <a:rPr/>
              <a:t>Aventro Motors offers a wide range of 20 models, each available in multiple variants (Petrol, Diesel, Electric, Hybrid) and trims (Base, X, ZX).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Aero (Hatchback)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Bolt (Sedan)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Zoom (SUV)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Nova (Hatchback)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Swift (Sedan)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Glory (SUV)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Storm (SUV)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Pulse (Hatchback)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Spark (Hatchback)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Edge (Sedan)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(Other Models Continue Similarly…)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Colours Available for All Models</a:t>
            </a:r>
          </a:p>
          <a:p>
            <a:pPr lvl="0" indent="0" marL="1270000">
              <a:buNone/>
            </a:pPr>
            <a:r>
              <a:rPr sz="2000"/>
              <a:t>All car models at Aventro Motors are available in the following colours: - Arctic White - Sterling Silver - Midnight Black - Azure Blue - Fiery Red - Sunburst Orange - Forest Green</a:t>
            </a:r>
          </a:p>
          <a:p>
            <a:pPr lvl="0" indent="0" marL="0">
              <a:buNone/>
            </a:pPr>
            <a:r>
              <a:rPr/>
              <a:t>(Note: Availability of specific colours may vary by model and variant; please check with your nearest Avent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2025-07-30T08:16:40Z</dcterms:created>
  <dcterms:modified xsi:type="dcterms:W3CDTF">2025-07-30T08:16:40Z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