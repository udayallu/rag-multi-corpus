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Automotive Parts List &amp; Prices (Industry Standard Reference)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Parts - Details &amp;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Standard 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Standard Price (in 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Windshield Wipers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High-quality silicone blade with motor, 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1,500 – 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0.015 – 0.035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Digital LCD/Cluster Display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25,000 – 45,000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 – 0.45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Touchscreen, Bluetooth, Android Auto/CarPlay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30,000 – 75,000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 – 0.75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Compressor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OEM rotary/vane, all variants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12,000 – 25,000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 – 0.25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Shock Absorber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Gas-filled, per piece, front/rear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2,200 – 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0.022 – 0.08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Aluminium core, OE specifications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8,000 – 18,000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 – 0.18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Alternator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12V–14V OEM, assembly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8,500 – 18,000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0.085 – 0.18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Bumper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Painted/Unpainted, OEM grade, front/rear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6,000 – 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 – 0.20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Fabric/PU Leather, with recline, per piece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8,000 – 25,000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 – 0.25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/>
            <a:r>
              <a:rPr/>
              <a:t>Prices are inclusive of GST, exclusive of installation charges.</a:t>
            </a:r>
          </a:p>
          <a:p>
            <a:pPr lvl="0"/>
            <a:r>
              <a:rPr/>
              <a:t>Prices are reference only and may vary by location and model.</a:t>
            </a:r>
          </a:p>
          <a:p>
            <a:pPr lvl="0"/>
            <a:r>
              <a:rPr/>
              <a:t>All parts are OEM grade and compatible with Aventro Motors models.</a:t>
            </a:r>
          </a:p>
          <a:p>
            <a:pPr lvl="0"/>
            <a:r>
              <a:rPr/>
              <a:t>Prices as of June 2024 (Industry Estimates).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Support</a:t>
            </a:r>
          </a:p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Contact: +91 124 1234567</a:t>
            </a:r>
            <a:br/>
            <a:r>
              <a:rPr/>
              <a:t>Email: info@aventromotors.com</a:t>
            </a:r>
          </a:p>
          <a:p>
            <a:pPr lvl="0" indent="0" marL="0">
              <a:buNone/>
            </a:pPr>
            <a:r>
              <a:rPr/>
              <a:t>Find authorized service centers across India.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2025-07-30T08:18:09Z</dcterms:created>
  <dcterms:modified xsi:type="dcterms:W3CDTF">2025-07-30T08:18:09Z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