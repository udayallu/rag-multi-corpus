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3" Type="http://schemas.openxmlformats.org/officeDocument/2006/relationships/viewProps" Target="viewProps.xml" /><Relationship Id="rId12"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tableStyles" Target="tableStyles.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nhtsa.gov/technology-innovation/anti-lock-braking-systems-abs" TargetMode="External" /><Relationship Id="rId3" Type="http://schemas.openxmlformats.org/officeDocument/2006/relationships/hyperlink" Target="https://auto.howstuffworks.com/auto-parts/brakes/brake-types/anti-lock-brake.htm"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What is ABS (Anti-lock Braking System) and How Does It Work?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a:t>
            </a:r>
          </a:p>
        </p:txBody>
      </p:sp>
      <p:sp>
        <p:nvSpPr>
          <p:cNvPr id="3" name="Content Placeholder 2"/>
          <p:cNvSpPr>
            <a:spLocks noGrp="1"/>
          </p:cNvSpPr>
          <p:nvPr>
            <p:ph idx="1"/>
          </p:nvPr>
        </p:nvSpPr>
        <p:spPr/>
        <p:txBody>
          <a:bodyPr/>
          <a:lstStyle/>
          <a:p>
            <a:pPr lvl="0" indent="0" marL="0">
              <a:buNone/>
            </a:pPr>
            <a:r>
              <a:rPr/>
              <a:t>ABS stands for </a:t>
            </a:r>
            <a:r>
              <a:rPr b="1"/>
              <a:t>Anti-lock Braking System</a:t>
            </a:r>
            <a:r>
              <a:rPr/>
              <a:t>. It is a vital safety feature in modern vehicles, designed to prevent the wheels from locking up during emergency braking situations. By maintaining tractive contact with the road surface, ABS enhances vehicle control and reduces stopping distances on both wet and dry surfaces.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Purpose of ABS</a:t>
            </a:r>
          </a:p>
        </p:txBody>
      </p:sp>
      <p:sp>
        <p:nvSpPr>
          <p:cNvPr id="3" name="Content Placeholder 2"/>
          <p:cNvSpPr>
            <a:spLocks noGrp="1"/>
          </p:cNvSpPr>
          <p:nvPr>
            <p:ph idx="1"/>
          </p:nvPr>
        </p:nvSpPr>
        <p:spPr/>
        <p:txBody>
          <a:bodyPr/>
          <a:lstStyle/>
          <a:p>
            <a:pPr lvl="0"/>
            <a:r>
              <a:rPr b="1"/>
              <a:t>Prevents wheel lock-up</a:t>
            </a:r>
            <a:r>
              <a:rPr/>
              <a:t> during sudden or hard braking.</a:t>
            </a:r>
          </a:p>
          <a:p>
            <a:pPr lvl="0"/>
            <a:r>
              <a:rPr b="1"/>
              <a:t>Maintains steering control</a:t>
            </a:r>
            <a:r>
              <a:rPr/>
              <a:t>, allowing the driver to maneuver the vehicle while braking.</a:t>
            </a:r>
          </a:p>
          <a:p>
            <a:pPr lvl="0"/>
            <a:r>
              <a:rPr b="1"/>
              <a:t>Reduces the risk of skidding</a:t>
            </a:r>
            <a:r>
              <a:rPr/>
              <a:t> or uncontrolled vehicle movement.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Does ABS Work?</a:t>
            </a:r>
          </a:p>
        </p:txBody>
      </p:sp>
      <p:sp>
        <p:nvSpPr>
          <p:cNvPr id="3" name="Content Placeholder 2"/>
          <p:cNvSpPr>
            <a:spLocks noGrp="1"/>
          </p:cNvSpPr>
          <p:nvPr>
            <p:ph idx="1"/>
          </p:nvPr>
        </p:nvSpPr>
        <p:spPr/>
        <p:txBody>
          <a:bodyPr/>
          <a:lstStyle/>
          <a:p>
            <a:pPr lvl="0" indent="0" marL="0">
              <a:buNone/>
            </a:pPr>
            <a:r>
              <a:rPr/>
              <a:t>ABS operates using a combination of sensors, valves, and electronic control units. Here is a simplified step-by-step process:</a:t>
            </a:r>
          </a:p>
          <a:p>
            <a:pPr lvl="0" indent="0" marL="0">
              <a:spcBef>
                <a:spcPts val="3000"/>
              </a:spcBef>
              <a:buNone/>
            </a:pPr>
            <a:r>
              <a:rPr b="1"/>
              <a:t>Wheel Speed Sensors</a:t>
            </a:r>
          </a:p>
          <a:p>
            <a:pPr lvl="1"/>
            <a:r>
              <a:rPr/>
              <a:t>ABS uses sensors located at each wheel to </a:t>
            </a:r>
            <a:r>
              <a:rPr b="1"/>
              <a:t>monitor the rotational speed</a:t>
            </a:r>
            <a:r>
              <a:rPr/>
              <a:t> of the wheels continuously.</a:t>
            </a:r>
          </a:p>
          <a:p>
            <a:pPr lvl="1"/>
            <a:r>
              <a:rPr/>
              <a:t>If any sensor detects a sudden decrease in wheel speed (indicating potential lock-up), the ABS system is activated.</a:t>
            </a:r>
          </a:p>
          <a:p>
            <a:pPr lvl="0" indent="0" marL="0">
              <a:spcBef>
                <a:spcPts val="3000"/>
              </a:spcBef>
              <a:buNone/>
            </a:pPr>
            <a:r>
              <a:rPr b="1"/>
              <a:t>Electronic Control Unit (ECU)</a:t>
            </a:r>
          </a:p>
          <a:p>
            <a:pPr lvl="1"/>
            <a:r>
              <a:rPr/>
              <a:t>The ECU receives data from the wheel speed sensors.</a:t>
            </a:r>
          </a:p>
          <a:p>
            <a:pPr lvl="1"/>
            <a:r>
              <a:rPr/>
              <a:t>When it detects a wheel about to lock, it </a:t>
            </a:r>
            <a:r>
              <a:rPr b="1"/>
              <a:t>controls the hydraulic brake pressure</a:t>
            </a:r>
            <a:r>
              <a:rPr/>
              <a:t> through a modulator.</a:t>
            </a:r>
          </a:p>
          <a:p>
            <a:pPr lvl="0" indent="0" marL="0">
              <a:spcBef>
                <a:spcPts val="3000"/>
              </a:spcBef>
              <a:buNone/>
            </a:pPr>
            <a:r>
              <a:rPr b="1"/>
              <a:t>Hydraulic Valves/Modulator</a:t>
            </a:r>
          </a:p>
          <a:p>
            <a:pPr lvl="1"/>
            <a:r>
              <a:rPr/>
              <a:t>These valves rapidly </a:t>
            </a:r>
            <a:r>
              <a:rPr b="1"/>
              <a:t>increase or decrease brake pressure</a:t>
            </a:r>
            <a:r>
              <a:rPr/>
              <a:t> to each wheel as needed.</a:t>
            </a:r>
          </a:p>
          <a:p>
            <a:pPr lvl="1"/>
            <a:r>
              <a:rPr/>
              <a:t>This process occurs many times per second (often felt as a “pulsating” brake pedal).</a:t>
            </a:r>
          </a:p>
          <a:p>
            <a:pPr lvl="0" indent="0" marL="0">
              <a:spcBef>
                <a:spcPts val="3000"/>
              </a:spcBef>
              <a:buNone/>
            </a:pPr>
            <a:r>
              <a:rPr b="1"/>
              <a:t>Brake Release and Reapplication</a:t>
            </a:r>
          </a:p>
          <a:p>
            <a:pPr lvl="1"/>
            <a:r>
              <a:rPr/>
              <a:t>By releasing and then reapplying the brakes repeatedly in quick succession, ABS </a:t>
            </a:r>
            <a:r>
              <a:rPr b="1"/>
              <a:t>prevents the wheels from locking up</a:t>
            </a:r>
            <a:r>
              <a:rPr/>
              <a:t>.</a:t>
            </a:r>
          </a:p>
          <a:p>
            <a:pPr lvl="1"/>
            <a:r>
              <a:rPr/>
              <a:t>The driver can continue to steer effectively even during heavy braking.</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Advantages of ABS</a:t>
            </a:r>
          </a:p>
        </p:txBody>
      </p:sp>
      <p:sp>
        <p:nvSpPr>
          <p:cNvPr id="3" name="Content Placeholder 2"/>
          <p:cNvSpPr>
            <a:spLocks noGrp="1"/>
          </p:cNvSpPr>
          <p:nvPr>
            <p:ph idx="1"/>
          </p:nvPr>
        </p:nvSpPr>
        <p:spPr/>
        <p:txBody>
          <a:bodyPr/>
          <a:lstStyle/>
          <a:p>
            <a:pPr lvl="0"/>
            <a:r>
              <a:rPr b="1"/>
              <a:t>Improved Steering Control:</a:t>
            </a:r>
            <a:r>
              <a:rPr/>
              <a:t> Allows the driver to steer around obstacles while braking hard.</a:t>
            </a:r>
          </a:p>
          <a:p>
            <a:pPr lvl="0"/>
            <a:r>
              <a:rPr b="1"/>
              <a:t>Shorter Stopping Distance:</a:t>
            </a:r>
            <a:r>
              <a:rPr/>
              <a:t> Especially on slippery or wet roads, ABS can reduce stopping distances.</a:t>
            </a:r>
          </a:p>
          <a:p>
            <a:pPr lvl="0"/>
            <a:r>
              <a:rPr b="1"/>
              <a:t>Reduced Tire Wear:</a:t>
            </a:r>
            <a:r>
              <a:rPr/>
              <a:t> Prevents flat-spotting of tires due to skidding.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is ABS Most Useful?</a:t>
            </a:r>
          </a:p>
        </p:txBody>
      </p:sp>
      <p:sp>
        <p:nvSpPr>
          <p:cNvPr id="3" name="Content Placeholder 2"/>
          <p:cNvSpPr>
            <a:spLocks noGrp="1"/>
          </p:cNvSpPr>
          <p:nvPr>
            <p:ph idx="1"/>
          </p:nvPr>
        </p:nvSpPr>
        <p:spPr/>
        <p:txBody>
          <a:bodyPr/>
          <a:lstStyle/>
          <a:p>
            <a:pPr lvl="0"/>
            <a:r>
              <a:rPr b="1"/>
              <a:t>Wet or icy roads</a:t>
            </a:r>
          </a:p>
          <a:p>
            <a:pPr lvl="0"/>
            <a:r>
              <a:rPr b="1"/>
              <a:t>Gravel or loose road surfaces</a:t>
            </a:r>
          </a:p>
          <a:p>
            <a:pPr lvl="0"/>
            <a:r>
              <a:rPr b="1"/>
              <a:t>Emergency stops requiring both braking and steering maneuvers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Common Misconceptions</a:t>
            </a:r>
          </a:p>
        </p:txBody>
      </p:sp>
      <p:sp>
        <p:nvSpPr>
          <p:cNvPr id="3" name="Content Placeholder 2"/>
          <p:cNvSpPr>
            <a:spLocks noGrp="1"/>
          </p:cNvSpPr>
          <p:nvPr>
            <p:ph idx="1"/>
          </p:nvPr>
        </p:nvSpPr>
        <p:spPr/>
        <p:txBody>
          <a:bodyPr/>
          <a:lstStyle/>
          <a:p>
            <a:pPr lvl="0"/>
            <a:r>
              <a:rPr b="1"/>
              <a:t>ABS does not decrease stopping distance in all conditions</a:t>
            </a:r>
            <a:r>
              <a:rPr/>
              <a:t>, especially on loose gravel or snow where locked wheels can help build up material in front of the tires.</a:t>
            </a:r>
          </a:p>
          <a:p>
            <a:pPr lvl="0"/>
            <a:r>
              <a:rPr b="1"/>
              <a:t>ABS is not a substitute for safe driving</a:t>
            </a:r>
            <a:r>
              <a:rPr/>
              <a:t> or maintaining a safe following distance.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ABS Feels in Action</a:t>
            </a:r>
          </a:p>
        </p:txBody>
      </p:sp>
      <p:sp>
        <p:nvSpPr>
          <p:cNvPr id="3" name="Content Placeholder 2"/>
          <p:cNvSpPr>
            <a:spLocks noGrp="1"/>
          </p:cNvSpPr>
          <p:nvPr>
            <p:ph idx="1"/>
          </p:nvPr>
        </p:nvSpPr>
        <p:spPr/>
        <p:txBody>
          <a:bodyPr/>
          <a:lstStyle/>
          <a:p>
            <a:pPr lvl="0"/>
            <a:r>
              <a:rPr/>
              <a:t>During hard braking, you may feel a </a:t>
            </a:r>
            <a:r>
              <a:rPr b="1"/>
              <a:t>pulsating sensation</a:t>
            </a:r>
            <a:r>
              <a:rPr/>
              <a:t> in the brake pedal.</a:t>
            </a:r>
          </a:p>
          <a:p>
            <a:pPr lvl="0"/>
            <a:r>
              <a:rPr/>
              <a:t>This is normal and indicates that the ABS is actively working.</a:t>
            </a:r>
          </a:p>
          <a:p>
            <a:pPr lvl="0"/>
            <a:r>
              <a:rPr b="1"/>
              <a:t>Do not pump the brakes</a:t>
            </a:r>
            <a:r>
              <a:rPr/>
              <a:t>; instead, apply firm, continuous pressure.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Conclusion</a:t>
            </a:r>
          </a:p>
        </p:txBody>
      </p:sp>
      <p:sp>
        <p:nvSpPr>
          <p:cNvPr id="3" name="Content Placeholder 2"/>
          <p:cNvSpPr>
            <a:spLocks noGrp="1"/>
          </p:cNvSpPr>
          <p:nvPr>
            <p:ph idx="1"/>
          </p:nvPr>
        </p:nvSpPr>
        <p:spPr/>
        <p:txBody>
          <a:bodyPr/>
          <a:lstStyle/>
          <a:p>
            <a:pPr lvl="0" indent="0" marL="0">
              <a:buNone/>
            </a:pPr>
            <a:r>
              <a:rPr/>
              <a:t>Anti-lock Braking System (ABS) is a critical automotive safety technology that saves lives by </a:t>
            </a:r>
            <a:r>
              <a:rPr b="1"/>
              <a:t>helping drivers maintain control of their vehicles in emergency situations</a:t>
            </a:r>
            <a:r>
              <a:rPr/>
              <a:t>. By understanding how ABS works, drivers can maximize its benefits and contribute to safer roads.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References:</a:t>
            </a:r>
            <a:r>
              <a:rPr/>
              <a:t> - </a:t>
            </a:r>
            <a:r>
              <a:rPr>
                <a:hlinkClick r:id="rId2"/>
              </a:rPr>
              <a:t>NHTSA - Anti-lock Braking Systems</a:t>
            </a:r>
            <a:r>
              <a:rPr/>
              <a:t> - </a:t>
            </a:r>
            <a:r>
              <a:rPr>
                <a:hlinkClick r:id="rId3"/>
              </a:rPr>
              <a:t>How Stuff Works - How ABS Works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2025-07-30T08:17:11Z</dcterms:created>
  <dcterms:modified xsi:type="dcterms:W3CDTF">2025-07-30T08:17:11Z</dcterms:modified>
</cp:coreProperties>
</file>

<file path=docProps/custom.xml><?xml version="1.0" encoding="utf-8"?>
<Properties xmlns="http://schemas.openxmlformats.org/officeDocument/2006/custom-properties" xmlns:vt="http://schemas.openxmlformats.org/officeDocument/2006/docPropsVTypes"/>
</file>