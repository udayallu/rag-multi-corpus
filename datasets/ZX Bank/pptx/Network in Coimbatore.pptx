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Branch Network in Coimbatore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Coimbatore, known for its thriving industrial sector and vibrant urban communities, is served by a robust banking network from ZX Bank Ltd. The bank ensures comprehensive financial access through a well-planned distribution of branches across all major regions of the city. Customers can access full-service banking—ranging from personal finance to digital transactions—at conveniently located branches in North, South, East, West, and Central Coimbatore.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 Coimbatore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MG Road, Saibaba Colony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0422-2425851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5-B, V.K.K. Menon Road, New Siddhapudur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0422-2451222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77, Sathy Main Road, Ganapathy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0422-2653500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 Coimbatore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201, Trichy Road, Ramanathapuram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0422-2313990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4/77, Kuniamuthur Main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0422-2254299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9, Sundakkamuthur Road, Podanur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0422-2412441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 Coimbatore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Avinashi Road, Peelamedu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0422-2560099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75, Singanallur Main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0422-2590007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 Coimbatore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3, Thadagam Road, RS Puram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0422-2478608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68, Marudhamalai Road, Vadavalli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0422-2427117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 Perur Main Road, Selvapuram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0422-2355432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Coimbatore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Oppanakara Street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0422-2393393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22, D.B. Road, RS Puram Central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0422-2470050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2025-07-30T07:49:31Z</dcterms:created>
  <dcterms:modified xsi:type="dcterms:W3CDTF">2025-07-30T07:49:31Z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