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app" TargetMode="External" /><Relationship Id="rId3" Type="http://schemas.openxmlformats.org/officeDocument/2006/relationships/hyperlink" Target="https://www.zxbank.asia/netbanking" TargetMode="External" /><Relationship Id="rId4" Type="http://schemas.openxmlformats.org/officeDocument/2006/relationships/hyperlink" Target="https://www.zxbank.asia/branche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ontact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ar-loan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Car Loan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Get your dream ride with ZX Bank’s easy and affordable Car Loan!</a:t>
            </a:r>
            <a:br/>
            <a:r>
              <a:rPr/>
              <a:t>Whether you’re buying a new or used vehicle, ZX Bank’s flexible car loan solutions make it simple to drive away with competitive rates, fast approval, and hassle-free documentation.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Features &amp; Benefits</a:t>
            </a:r>
          </a:p>
          <a:p>
            <a:pPr lvl="0"/>
            <a:r>
              <a:rPr b="1"/>
              <a:t>Loan Amount:</a:t>
            </a:r>
            <a:r>
              <a:rPr/>
              <a:t> Up to ₹80 lakhs (India); equivalent amounts in other regions</a:t>
            </a:r>
          </a:p>
          <a:p>
            <a:pPr lvl="0"/>
            <a:r>
              <a:rPr b="1"/>
              <a:t>Tenure:</a:t>
            </a:r>
            <a:r>
              <a:rPr/>
              <a:t> 12 to 84 months</a:t>
            </a:r>
          </a:p>
          <a:p>
            <a:pPr lvl="0"/>
            <a:r>
              <a:rPr b="1"/>
              <a:t>Attractive Interest Rates:</a:t>
            </a:r>
            <a:r>
              <a:rPr/>
              <a:t> Starting from 8.25% p.a.*</a:t>
            </a:r>
          </a:p>
          <a:p>
            <a:pPr lvl="0"/>
            <a:r>
              <a:rPr b="1"/>
              <a:t>Quick Disbursal:</a:t>
            </a:r>
            <a:r>
              <a:rPr/>
              <a:t> Get funds within 48 hours of approval</a:t>
            </a:r>
          </a:p>
          <a:p>
            <a:pPr lvl="0"/>
            <a:r>
              <a:rPr b="1"/>
              <a:t>Flexible Repayment:</a:t>
            </a:r>
            <a:r>
              <a:rPr/>
              <a:t> EMI options tailored to your budget</a:t>
            </a:r>
          </a:p>
          <a:p>
            <a:pPr lvl="0"/>
            <a:r>
              <a:rPr b="1"/>
              <a:t>All Vehicle Types:</a:t>
            </a:r>
            <a:r>
              <a:rPr/>
              <a:t> New &amp; pre-owned cars, electric vehicles eligible</a:t>
            </a:r>
          </a:p>
          <a:p>
            <a:pPr lvl="0"/>
            <a:r>
              <a:rPr b="1"/>
              <a:t>No Hidden Charges:</a:t>
            </a:r>
            <a:r>
              <a:rPr/>
              <a:t> Transparent processing fees and foreclosure terms</a:t>
            </a:r>
          </a:p>
          <a:p>
            <a:pPr lvl="0"/>
            <a:r>
              <a:rPr b="1"/>
              <a:t>Pre-approved Offers:</a:t>
            </a:r>
            <a:r>
              <a:rPr/>
              <a:t> For select ZX Bank customers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Eligibility</a:t>
            </a:r>
          </a:p>
          <a:p>
            <a:pPr lvl="0"/>
            <a:r>
              <a:rPr b="1"/>
              <a:t>Salaried individuals:</a:t>
            </a:r>
            <a:r>
              <a:rPr/>
              <a:t> Age 21–60 | Minimum monthly income: ₹20,000 (varies by region)</a:t>
            </a:r>
          </a:p>
          <a:p>
            <a:pPr lvl="0"/>
            <a:r>
              <a:rPr b="1"/>
              <a:t>Self-employed/professionals:</a:t>
            </a:r>
            <a:r>
              <a:rPr/>
              <a:t> Age 21–65 | Minimum business vintage: 2 years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Required</a:t>
            </a:r>
          </a:p>
          <a:p>
            <a:pPr lvl="0"/>
            <a:r>
              <a:rPr b="1"/>
              <a:t>KYC Documents:</a:t>
            </a:r>
            <a:r>
              <a:rPr/>
              <a:t> Aadhaar/Passport/Driving License, PAN, photograph</a:t>
            </a:r>
          </a:p>
          <a:p>
            <a:pPr lvl="0"/>
            <a:r>
              <a:rPr b="1"/>
              <a:t>Income Proof:</a:t>
            </a:r>
            <a:r>
              <a:rPr/>
              <a:t> Salary slips/ITR/Bank statements (Past 6 months)</a:t>
            </a:r>
          </a:p>
          <a:p>
            <a:pPr lvl="0"/>
            <a:r>
              <a:rPr b="1"/>
              <a:t>Employment/Business Proof:</a:t>
            </a:r>
            <a:r>
              <a:rPr/>
              <a:t> Offer letter/Business registration</a:t>
            </a:r>
          </a:p>
          <a:p>
            <a:pPr lvl="0"/>
            <a:r>
              <a:rPr b="1"/>
              <a:t>Vehicle Quotation/Invoice</a:t>
            </a:r>
          </a:p>
          <a:p>
            <a:pPr lvl="0" indent="0" marL="0">
              <a:buNone/>
            </a:pPr>
            <a:r>
              <a:rPr i="1"/>
              <a:t>All documents can be uploaded digitally via the ZX Bank Asia app/NetBanking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Online (Recommended)</a:t>
            </a:r>
          </a:p>
          <a:p>
            <a:pPr lvl="0" indent="-342900" marL="342900">
              <a:buAutoNum type="arabicPeriod"/>
            </a:pPr>
            <a:r>
              <a:rPr b="1"/>
              <a:t>Download</a:t>
            </a:r>
            <a:r>
              <a:rPr/>
              <a:t> the </a:t>
            </a:r>
            <a:r>
              <a:rPr>
                <a:hlinkClick r:id="rId2"/>
              </a:rPr>
              <a:t>ZX Bank Asia App</a:t>
            </a:r>
            <a:r>
              <a:rPr/>
              <a:t> or log in to </a:t>
            </a:r>
            <a:r>
              <a:rPr>
                <a:hlinkClick r:id="rId3"/>
              </a:rPr>
              <a:t>ZX NetBanking</a:t>
            </a:r>
          </a:p>
          <a:p>
            <a:pPr lvl="0" indent="-342900" marL="342900">
              <a:buAutoNum type="arabicPeriod"/>
            </a:pPr>
            <a:r>
              <a:rPr/>
              <a:t>Go to </a:t>
            </a:r>
            <a:r>
              <a:rPr b="1"/>
              <a:t>“Loans” → “Car Loan”</a:t>
            </a:r>
          </a:p>
          <a:p>
            <a:pPr lvl="0" indent="-342900" marL="342900">
              <a:buAutoNum type="arabicPeriod"/>
            </a:pPr>
            <a:r>
              <a:rPr b="1"/>
              <a:t>Fill the application</a:t>
            </a:r>
            <a:r>
              <a:rPr/>
              <a:t> with your personal and vehicle details</a:t>
            </a:r>
          </a:p>
          <a:p>
            <a:pPr lvl="0" indent="-342900" marL="342900">
              <a:buAutoNum type="arabicPeriod"/>
            </a:pPr>
            <a:r>
              <a:rPr b="1"/>
              <a:t>Upload documents</a:t>
            </a:r>
            <a:r>
              <a:rPr/>
              <a:t> using e-KYC (Aadhaar/Passport), salary slips, etc.</a:t>
            </a:r>
          </a:p>
          <a:p>
            <a:pPr lvl="0" indent="-342900" marL="342900">
              <a:buAutoNum type="arabicPeriod"/>
            </a:pPr>
            <a:r>
              <a:rPr b="1"/>
              <a:t>Check instant eligibility</a:t>
            </a:r>
            <a:r>
              <a:rPr/>
              <a:t> and available offers</a:t>
            </a:r>
          </a:p>
          <a:p>
            <a:pPr lvl="0" indent="-342900" marL="342900">
              <a:buAutoNum type="arabicPeriod"/>
            </a:pPr>
            <a:r>
              <a:rPr b="1"/>
              <a:t>Submit application</a:t>
            </a:r>
            <a:r>
              <a:rPr/>
              <a:t> for quick processing and approval updates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Offline / Branch</a:t>
            </a:r>
          </a:p>
          <a:p>
            <a:pPr lvl="0" indent="-342900" marL="342900">
              <a:buAutoNum type="arabicPeriod"/>
            </a:pPr>
            <a:r>
              <a:rPr/>
              <a:t>Visit your nearest </a:t>
            </a:r>
            <a:r>
              <a:rPr>
                <a:hlinkClick r:id="rId4"/>
              </a:rPr>
              <a:t>ZX Bank Branch</a:t>
            </a:r>
          </a:p>
          <a:p>
            <a:pPr lvl="0" indent="-342900" marL="342900">
              <a:buAutoNum type="arabicPeriod"/>
            </a:pPr>
            <a:r>
              <a:rPr/>
              <a:t>Meet a relationship manager for personalized assistance</a:t>
            </a:r>
          </a:p>
          <a:p>
            <a:pPr lvl="0" indent="-342900" marL="342900">
              <a:buAutoNum type="arabicPeriod"/>
            </a:pPr>
            <a:r>
              <a:rPr/>
              <a:t>Submit completed car loan application and documents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Track Your Application</a:t>
            </a:r>
          </a:p>
          <a:p>
            <a:pPr lvl="0"/>
            <a:r>
              <a:rPr b="1"/>
              <a:t>In-App/Online:</a:t>
            </a:r>
            <a:r>
              <a:rPr/>
              <a:t> Go to “Track Applications” in ZX Bank Asia App/NetBanking</a:t>
            </a:r>
          </a:p>
          <a:p>
            <a:pPr lvl="0"/>
            <a:r>
              <a:rPr b="1"/>
              <a:t>Chat:</a:t>
            </a:r>
            <a:r>
              <a:rPr/>
              <a:t> Use “Zia”, our AI assistant, for real-time loan status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/>
            <a:r>
              <a:rPr/>
              <a:t>Call 1800-123-4567 (India) / visit </a:t>
            </a:r>
            <a:r>
              <a:rPr>
                <a:hlinkClick r:id="rId2"/>
              </a:rPr>
              <a:t>Contact Page</a:t>
            </a:r>
          </a:p>
          <a:p>
            <a:pPr lvl="0"/>
            <a:r>
              <a:rPr/>
              <a:t>Chat with “Zia” in the App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Rates and eligibility criteria are indicative and may vary by region &amp; applicant profile.</a:t>
            </a:r>
            <a:br/>
            <a:r>
              <a:rPr i="1"/>
              <a:t>For detailed terms &amp; conditions, visit </a:t>
            </a:r>
            <a:r>
              <a:rPr i="1">
                <a:hlinkClick r:id="rId2"/>
              </a:rPr>
              <a:t>ZX Bank Car Loan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2025-07-30T07:52:22Z</dcterms:created>
  <dcterms:modified xsi:type="dcterms:W3CDTF">2025-07-30T07:52:22Z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