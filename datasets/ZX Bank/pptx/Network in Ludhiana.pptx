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Branch Network in Ludhiana</a:t>
            </a:r>
          </a:p>
        </p:txBody>
      </p:sp>
      <p:sp>
        <p:nvSpPr>
          <p:cNvPr id="3" name="Content Placeholder 2"/>
          <p:cNvSpPr>
            <a:spLocks noGrp="1"/>
          </p:cNvSpPr>
          <p:nvPr>
            <p:ph idx="1"/>
          </p:nvPr>
        </p:nvSpPr>
        <p:spPr/>
        <p:txBody>
          <a:bodyPr/>
          <a:lstStyle/>
          <a:p>
            <a:pPr lvl="0" indent="0" marL="0">
              <a:buNone/>
            </a:pPr>
            <a:r>
              <a:rPr/>
              <a:t>ZX Bank Ltd. strengthens financial inclusion and ease of banking access in Ludhiana, one of Punjab’s largest commercial hubs, through its well-distributed branch network. With 13 strategically located branches, the bank caters to both residential and commercial customers across North, South, East, West, and Central Ludhiana. These branches are equipped to provide comprehensive banking services, supporting retail customers, SMEs, and urban households alike.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Ludhiana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SCO 45, Model Town Extension, North Ludhiana</a:t>
                      </a:r>
                    </a:p>
                  </a:txBody>
                </a:tc>
                <a:tc>
                  <a:txBody>
                    <a:bodyPr/>
                    <a:lstStyle/>
                    <a:p>
                      <a:pPr lvl="0" indent="0" marL="0">
                        <a:buNone/>
                      </a:pPr>
                      <a:r>
                        <a:rPr/>
                        <a:t>ZXIN0000301</a:t>
                      </a:r>
                    </a:p>
                  </a:txBody>
                </a:tc>
                <a:tc>
                  <a:txBody>
                    <a:bodyPr/>
                    <a:lstStyle/>
                    <a:p>
                      <a:pPr lvl="0" indent="0" marL="0">
                        <a:buNone/>
                      </a:pPr>
                      <a:r>
                        <a:rPr/>
                        <a:t>0161-4011239</a:t>
                      </a:r>
                    </a:p>
                  </a:txBody>
                </a:tc>
              </a:tr>
              <a:tr h="0">
                <a:tc>
                  <a:txBody>
                    <a:bodyPr/>
                    <a:lstStyle/>
                    <a:p>
                      <a:pPr lvl="0" indent="0" marL="0">
                        <a:buNone/>
                      </a:pPr>
                      <a:r>
                        <a:rPr/>
                        <a:t>2nd Floor, GT Road, Miller Ganj, North Ludhiana</a:t>
                      </a:r>
                    </a:p>
                  </a:txBody>
                </a:tc>
                <a:tc>
                  <a:txBody>
                    <a:bodyPr/>
                    <a:lstStyle/>
                    <a:p>
                      <a:pPr lvl="0" indent="0" marL="0">
                        <a:buNone/>
                      </a:pPr>
                      <a:r>
                        <a:rPr/>
                        <a:t>ZXIN0000302</a:t>
                      </a:r>
                    </a:p>
                  </a:txBody>
                </a:tc>
                <a:tc>
                  <a:txBody>
                    <a:bodyPr/>
                    <a:lstStyle/>
                    <a:p>
                      <a:pPr lvl="0" indent="0" marL="0">
                        <a:buNone/>
                      </a:pPr>
                      <a:r>
                        <a:rPr/>
                        <a:t>0161-4087654</a:t>
                      </a:r>
                    </a:p>
                  </a:txBody>
                </a:tc>
              </a:tr>
              <a:tr h="0">
                <a:tc>
                  <a:txBody>
                    <a:bodyPr/>
                    <a:lstStyle/>
                    <a:p>
                      <a:pPr lvl="0" indent="0" marL="0">
                        <a:buNone/>
                      </a:pPr>
                      <a:r>
                        <a:rPr/>
                        <a:t>Plot 32, Chandigarh Road, Vishal Nagar</a:t>
                      </a:r>
                    </a:p>
                  </a:txBody>
                </a:tc>
                <a:tc>
                  <a:txBody>
                    <a:bodyPr/>
                    <a:lstStyle/>
                    <a:p>
                      <a:pPr lvl="0" indent="0" marL="0">
                        <a:buNone/>
                      </a:pPr>
                      <a:r>
                        <a:rPr/>
                        <a:t>ZXIN0000303</a:t>
                      </a:r>
                    </a:p>
                  </a:txBody>
                </a:tc>
                <a:tc>
                  <a:txBody>
                    <a:bodyPr/>
                    <a:lstStyle/>
                    <a:p>
                      <a:pPr lvl="0" indent="0" marL="0">
                        <a:buNone/>
                      </a:pPr>
                      <a:r>
                        <a:rPr/>
                        <a:t>0161-4207744</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Ludhiana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Shop 8, Gill Road, South City, South Ludhiana</a:t>
                      </a:r>
                    </a:p>
                  </a:txBody>
                </a:tc>
                <a:tc>
                  <a:txBody>
                    <a:bodyPr/>
                    <a:lstStyle/>
                    <a:p>
                      <a:pPr lvl="0" indent="0" marL="0">
                        <a:buNone/>
                      </a:pPr>
                      <a:r>
                        <a:rPr/>
                        <a:t>ZXIN0000310</a:t>
                      </a:r>
                    </a:p>
                  </a:txBody>
                </a:tc>
                <a:tc>
                  <a:txBody>
                    <a:bodyPr/>
                    <a:lstStyle/>
                    <a:p>
                      <a:pPr lvl="0" indent="0" marL="0">
                        <a:buNone/>
                      </a:pPr>
                      <a:r>
                        <a:rPr/>
                        <a:t>0161-4123321</a:t>
                      </a:r>
                    </a:p>
                  </a:txBody>
                </a:tc>
              </a:tr>
              <a:tr h="0">
                <a:tc>
                  <a:txBody>
                    <a:bodyPr/>
                    <a:lstStyle/>
                    <a:p>
                      <a:pPr lvl="0" indent="0" marL="0">
                        <a:buNone/>
                      </a:pPr>
                      <a:r>
                        <a:rPr/>
                        <a:t>1st Floor, Ferozepur Road, Rajguru Nagar</a:t>
                      </a:r>
                    </a:p>
                  </a:txBody>
                </a:tc>
                <a:tc>
                  <a:txBody>
                    <a:bodyPr/>
                    <a:lstStyle/>
                    <a:p>
                      <a:pPr lvl="0" indent="0" marL="0">
                        <a:buNone/>
                      </a:pPr>
                      <a:r>
                        <a:rPr/>
                        <a:t>ZXIN0000311</a:t>
                      </a:r>
                    </a:p>
                  </a:txBody>
                </a:tc>
                <a:tc>
                  <a:txBody>
                    <a:bodyPr/>
                    <a:lstStyle/>
                    <a:p>
                      <a:pPr lvl="0" indent="0" marL="0">
                        <a:buNone/>
                      </a:pPr>
                      <a:r>
                        <a:rPr/>
                        <a:t>0161-4178899</a:t>
                      </a:r>
                    </a:p>
                  </a:txBody>
                </a:tc>
              </a:tr>
              <a:tr h="0">
                <a:tc>
                  <a:txBody>
                    <a:bodyPr/>
                    <a:lstStyle/>
                    <a:p>
                      <a:pPr lvl="0" indent="0" marL="0">
                        <a:buNone/>
                      </a:pPr>
                      <a:r>
                        <a:rPr/>
                        <a:t>117, Pakhowal Road, Bhai Randhir Singh Nagar</a:t>
                      </a:r>
                    </a:p>
                  </a:txBody>
                </a:tc>
                <a:tc>
                  <a:txBody>
                    <a:bodyPr/>
                    <a:lstStyle/>
                    <a:p>
                      <a:pPr lvl="0" indent="0" marL="0">
                        <a:buNone/>
                      </a:pPr>
                      <a:r>
                        <a:rPr/>
                        <a:t>ZXIN0000312</a:t>
                      </a:r>
                    </a:p>
                  </a:txBody>
                </a:tc>
                <a:tc>
                  <a:txBody>
                    <a:bodyPr/>
                    <a:lstStyle/>
                    <a:p>
                      <a:pPr lvl="0" indent="0" marL="0">
                        <a:buNone/>
                      </a:pPr>
                      <a:r>
                        <a:rPr/>
                        <a:t>0161-4100017</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Ludhiana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22, Samrala Chowk, Civil Lines, Old Ludhiana</a:t>
                      </a:r>
                    </a:p>
                  </a:txBody>
                </a:tc>
                <a:tc>
                  <a:txBody>
                    <a:bodyPr/>
                    <a:lstStyle/>
                    <a:p>
                      <a:pPr lvl="0" indent="0" marL="0">
                        <a:buNone/>
                      </a:pPr>
                      <a:r>
                        <a:rPr/>
                        <a:t>ZXIN0000320</a:t>
                      </a:r>
                    </a:p>
                  </a:txBody>
                </a:tc>
                <a:tc>
                  <a:txBody>
                    <a:bodyPr/>
                    <a:lstStyle/>
                    <a:p>
                      <a:pPr lvl="0" indent="0" marL="0">
                        <a:buNone/>
                      </a:pPr>
                      <a:r>
                        <a:rPr/>
                        <a:t>0161-4285621</a:t>
                      </a:r>
                    </a:p>
                  </a:txBody>
                </a:tc>
              </a:tr>
              <a:tr h="0">
                <a:tc>
                  <a:txBody>
                    <a:bodyPr/>
                    <a:lstStyle/>
                    <a:p>
                      <a:pPr lvl="0" indent="0" marL="0">
                        <a:buNone/>
                      </a:pPr>
                      <a:r>
                        <a:rPr/>
                        <a:t>Shop 6, Sherpur Chowk, Shingaar Cinema Road</a:t>
                      </a:r>
                    </a:p>
                  </a:txBody>
                </a:tc>
                <a:tc>
                  <a:txBody>
                    <a:bodyPr/>
                    <a:lstStyle/>
                    <a:p>
                      <a:pPr lvl="0" indent="0" marL="0">
                        <a:buNone/>
                      </a:pPr>
                      <a:r>
                        <a:rPr/>
                        <a:t>ZXIN0000321</a:t>
                      </a:r>
                    </a:p>
                  </a:txBody>
                </a:tc>
                <a:tc>
                  <a:txBody>
                    <a:bodyPr/>
                    <a:lstStyle/>
                    <a:p>
                      <a:pPr lvl="0" indent="0" marL="0">
                        <a:buNone/>
                      </a:pPr>
                      <a:r>
                        <a:rPr/>
                        <a:t>0161-4264420</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Ludhiana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72, Aggar Nagar, Main Market, West Ludhiana</a:t>
                      </a:r>
                    </a:p>
                  </a:txBody>
                </a:tc>
                <a:tc>
                  <a:txBody>
                    <a:bodyPr/>
                    <a:lstStyle/>
                    <a:p>
                      <a:pPr lvl="0" indent="0" marL="0">
                        <a:buNone/>
                      </a:pPr>
                      <a:r>
                        <a:rPr/>
                        <a:t>ZXIN0000330</a:t>
                      </a:r>
                    </a:p>
                  </a:txBody>
                </a:tc>
                <a:tc>
                  <a:txBody>
                    <a:bodyPr/>
                    <a:lstStyle/>
                    <a:p>
                      <a:pPr lvl="0" indent="0" marL="0">
                        <a:buNone/>
                      </a:pPr>
                      <a:r>
                        <a:rPr/>
                        <a:t>0161-4133387</a:t>
                      </a:r>
                    </a:p>
                  </a:txBody>
                </a:tc>
              </a:tr>
              <a:tr h="0">
                <a:tc>
                  <a:txBody>
                    <a:bodyPr/>
                    <a:lstStyle/>
                    <a:p>
                      <a:pPr lvl="0" indent="0" marL="0">
                        <a:buNone/>
                      </a:pPr>
                      <a:r>
                        <a:rPr/>
                        <a:t>SCO 10, Sukhdev Market, Haibowal Kalan</a:t>
                      </a:r>
                    </a:p>
                  </a:txBody>
                </a:tc>
                <a:tc>
                  <a:txBody>
                    <a:bodyPr/>
                    <a:lstStyle/>
                    <a:p>
                      <a:pPr lvl="0" indent="0" marL="0">
                        <a:buNone/>
                      </a:pPr>
                      <a:r>
                        <a:rPr/>
                        <a:t>ZXIN0000331</a:t>
                      </a:r>
                    </a:p>
                  </a:txBody>
                </a:tc>
                <a:tc>
                  <a:txBody>
                    <a:bodyPr/>
                    <a:lstStyle/>
                    <a:p>
                      <a:pPr lvl="0" indent="0" marL="0">
                        <a:buNone/>
                      </a:pPr>
                      <a:r>
                        <a:rPr/>
                        <a:t>0161-4234568</a:t>
                      </a:r>
                    </a:p>
                  </a:txBody>
                </a:tc>
              </a:tr>
              <a:tr h="0">
                <a:tc>
                  <a:txBody>
                    <a:bodyPr/>
                    <a:lstStyle/>
                    <a:p>
                      <a:pPr lvl="0" indent="0" marL="0">
                        <a:buNone/>
                      </a:pPr>
                      <a:r>
                        <a:rPr/>
                        <a:t>Plot 9, Atam Park, Jagraon Bridge Road</a:t>
                      </a:r>
                    </a:p>
                  </a:txBody>
                </a:tc>
                <a:tc>
                  <a:txBody>
                    <a:bodyPr/>
                    <a:lstStyle/>
                    <a:p>
                      <a:pPr lvl="0" indent="0" marL="0">
                        <a:buNone/>
                      </a:pPr>
                      <a:r>
                        <a:rPr/>
                        <a:t>ZXIN0000332</a:t>
                      </a:r>
                    </a:p>
                  </a:txBody>
                </a:tc>
                <a:tc>
                  <a:txBody>
                    <a:bodyPr/>
                    <a:lstStyle/>
                    <a:p>
                      <a:pPr lvl="0" indent="0" marL="0">
                        <a:buNone/>
                      </a:pPr>
                      <a:r>
                        <a:rPr/>
                        <a:t>0161-4156511</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Ludhiana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Ground Floor, Clock Tower Road, Chaura Bazar</a:t>
                      </a:r>
                    </a:p>
                  </a:txBody>
                </a:tc>
                <a:tc>
                  <a:txBody>
                    <a:bodyPr/>
                    <a:lstStyle/>
                    <a:p>
                      <a:pPr lvl="0" indent="0" marL="0">
                        <a:buNone/>
                      </a:pPr>
                      <a:r>
                        <a:rPr/>
                        <a:t>ZXIN0000340</a:t>
                      </a:r>
                    </a:p>
                  </a:txBody>
                </a:tc>
                <a:tc>
                  <a:txBody>
                    <a:bodyPr/>
                    <a:lstStyle/>
                    <a:p>
                      <a:pPr lvl="0" indent="0" marL="0">
                        <a:buNone/>
                      </a:pPr>
                      <a:r>
                        <a:rPr/>
                        <a:t>0161-4001199</a:t>
                      </a:r>
                    </a:p>
                  </a:txBody>
                </a:tc>
              </a:tr>
              <a:tr h="0">
                <a:tc>
                  <a:txBody>
                    <a:bodyPr/>
                    <a:lstStyle/>
                    <a:p>
                      <a:pPr lvl="0" indent="0" marL="0">
                        <a:buNone/>
                      </a:pPr>
                      <a:r>
                        <a:rPr/>
                        <a:t>15, Near Bharat Nagar Chowk, Central Market</a:t>
                      </a:r>
                    </a:p>
                  </a:txBody>
                </a:tc>
                <a:tc>
                  <a:txBody>
                    <a:bodyPr/>
                    <a:lstStyle/>
                    <a:p>
                      <a:pPr lvl="0" indent="0" marL="0">
                        <a:buNone/>
                      </a:pPr>
                      <a:r>
                        <a:rPr/>
                        <a:t>ZXIN0000341</a:t>
                      </a:r>
                    </a:p>
                  </a:txBody>
                </a:tc>
                <a:tc>
                  <a:txBody>
                    <a:bodyPr/>
                    <a:lstStyle/>
                    <a:p>
                      <a:pPr lvl="0" indent="0" marL="0">
                        <a:buNone/>
                      </a:pPr>
                      <a:r>
                        <a:rPr/>
                        <a:t>0161-4022200</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2025-07-30T07:52:18Z</dcterms:created>
  <dcterms:modified xsi:type="dcterms:W3CDTF">2025-07-30T07:52:18Z</dcterms:modified>
</cp:coreProperties>
</file>

<file path=docProps/custom.xml><?xml version="1.0" encoding="utf-8"?>
<Properties xmlns="http://schemas.openxmlformats.org/officeDocument/2006/custom-properties" xmlns:vt="http://schemas.openxmlformats.org/officeDocument/2006/docPropsVTypes"/>
</file>