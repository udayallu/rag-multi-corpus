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9" Type="http://schemas.openxmlformats.org/officeDocument/2006/relationships/viewProps" Target="viewProps.xml" /><Relationship Id="rId8" Type="http://schemas.openxmlformats.org/officeDocument/2006/relationships/presProps" Target="presProps.xml" /><Relationship Id="rId1" Type="http://schemas.openxmlformats.org/officeDocument/2006/relationships/slideMaster" Target="slideMasters/slideMaster1.xml" /><Relationship Id="rId11" Type="http://schemas.openxmlformats.org/officeDocument/2006/relationships/tableStyles" Target="tableStyles.xml" /><Relationship Id="rId10"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ZX Bank: Hyderabad Branch Network</a:t>
            </a:r>
          </a:p>
        </p:txBody>
      </p:sp>
      <p:sp>
        <p:nvSpPr>
          <p:cNvPr id="3" name="Content Placeholder 2"/>
          <p:cNvSpPr>
            <a:spLocks noGrp="1"/>
          </p:cNvSpPr>
          <p:nvPr>
            <p:ph idx="1"/>
          </p:nvPr>
        </p:nvSpPr>
        <p:spPr/>
        <p:txBody>
          <a:bodyPr/>
          <a:lstStyle/>
          <a:p>
            <a:pPr lvl="0" indent="0" marL="0">
              <a:buNone/>
            </a:pPr>
            <a:r>
              <a:rPr/>
              <a:t>ZX Bank boasts a robust and strategically distributed branch network throughout Hyderabad, catering to the city’s diverse and growing population. With convenient locations across North, South, East, West, and Central Hyderabad, customers can access a full suite of banking services close to home or work. Each branch is equipped to serve retail, business, and digital banking needs, reinforcing ZX Bank’s commitment to customer access and financial inclusion within this urban hub.</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North Hyderabad Branches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Kukatpally Main Road, Kukatpally, 500072</a:t>
                      </a:r>
                    </a:p>
                  </a:txBody>
                </a:tc>
                <a:tc>
                  <a:txBody>
                    <a:bodyPr/>
                    <a:lstStyle/>
                    <a:p>
                      <a:pPr lvl="0" indent="0" marL="0">
                        <a:buNone/>
                      </a:pPr>
                      <a:r>
                        <a:rPr/>
                        <a:t>ZXIN0001201</a:t>
                      </a:r>
                    </a:p>
                  </a:txBody>
                </a:tc>
                <a:tc>
                  <a:txBody>
                    <a:bodyPr/>
                    <a:lstStyle/>
                    <a:p>
                      <a:pPr lvl="0" indent="0" marL="0">
                        <a:buNone/>
                      </a:pPr>
                      <a:r>
                        <a:rPr/>
                        <a:t>040-45671201</a:t>
                      </a:r>
                    </a:p>
                  </a:txBody>
                </a:tc>
              </a:tr>
              <a:tr h="0">
                <a:tc>
                  <a:txBody>
                    <a:bodyPr/>
                    <a:lstStyle/>
                    <a:p>
                      <a:pPr lvl="0" indent="0" marL="0">
                        <a:buNone/>
                      </a:pPr>
                      <a:r>
                        <a:rPr/>
                        <a:t>Ameerpet Cross Road, Ameerpet, 500016</a:t>
                      </a:r>
                    </a:p>
                  </a:txBody>
                </a:tc>
                <a:tc>
                  <a:txBody>
                    <a:bodyPr/>
                    <a:lstStyle/>
                    <a:p>
                      <a:pPr lvl="0" indent="0" marL="0">
                        <a:buNone/>
                      </a:pPr>
                      <a:r>
                        <a:rPr/>
                        <a:t>ZXIN0001202</a:t>
                      </a:r>
                    </a:p>
                  </a:txBody>
                </a:tc>
                <a:tc>
                  <a:txBody>
                    <a:bodyPr/>
                    <a:lstStyle/>
                    <a:p>
                      <a:pPr lvl="0" indent="0" marL="0">
                        <a:buNone/>
                      </a:pPr>
                      <a:r>
                        <a:rPr/>
                        <a:t>040-45671202</a:t>
                      </a:r>
                    </a:p>
                  </a:txBody>
                </a:tc>
              </a:tr>
              <a:tr h="0">
                <a:tc>
                  <a:txBody>
                    <a:bodyPr/>
                    <a:lstStyle/>
                    <a:p>
                      <a:pPr lvl="0" indent="0" marL="0">
                        <a:buNone/>
                      </a:pPr>
                      <a:r>
                        <a:rPr/>
                        <a:t>Kompally Station Road, Kompally, 500100</a:t>
                      </a:r>
                    </a:p>
                  </a:txBody>
                </a:tc>
                <a:tc>
                  <a:txBody>
                    <a:bodyPr/>
                    <a:lstStyle/>
                    <a:p>
                      <a:pPr lvl="0" indent="0" marL="0">
                        <a:buNone/>
                      </a:pPr>
                      <a:r>
                        <a:rPr/>
                        <a:t>ZXIN0001203</a:t>
                      </a:r>
                    </a:p>
                  </a:txBody>
                </a:tc>
                <a:tc>
                  <a:txBody>
                    <a:bodyPr/>
                    <a:lstStyle/>
                    <a:p>
                      <a:pPr lvl="0" indent="0" marL="0">
                        <a:buNone/>
                      </a:pPr>
                      <a:r>
                        <a:rPr/>
                        <a:t>040-45671203</a:t>
                      </a:r>
                    </a:p>
                  </a:txBody>
                </a:tc>
              </a:tr>
              <a:tr h="0">
                <a:tc>
                  <a:txBody>
                    <a:bodyPr/>
                    <a:lstStyle/>
                    <a:p>
                      <a:pPr lvl="0" indent="0" marL="0">
                        <a:buNone/>
                      </a:pPr>
                      <a:r>
                        <a:rPr/>
                        <a:t>Bowenpally Market Area, 500011</a:t>
                      </a:r>
                    </a:p>
                  </a:txBody>
                </a:tc>
                <a:tc>
                  <a:txBody>
                    <a:bodyPr/>
                    <a:lstStyle/>
                    <a:p>
                      <a:pPr lvl="0" indent="0" marL="0">
                        <a:buNone/>
                      </a:pPr>
                      <a:r>
                        <a:rPr/>
                        <a:t>ZXIN0001204</a:t>
                      </a:r>
                    </a:p>
                  </a:txBody>
                </a:tc>
                <a:tc>
                  <a:txBody>
                    <a:bodyPr/>
                    <a:lstStyle/>
                    <a:p>
                      <a:pPr lvl="0" indent="0" marL="0">
                        <a:buNone/>
                      </a:pPr>
                      <a:r>
                        <a:rPr/>
                        <a:t>040-45671204</a:t>
                      </a:r>
                    </a:p>
                  </a:txBody>
                </a:tc>
              </a:tr>
              <a:tr h="0">
                <a:tc>
                  <a:txBody>
                    <a:bodyPr/>
                    <a:lstStyle/>
                    <a:p>
                      <a:pPr lvl="0" indent="0" marL="0">
                        <a:buNone/>
                      </a:pPr>
                      <a:r>
                        <a:rPr/>
                        <a:t>Jeedimetla Industrial Area, 500055</a:t>
                      </a:r>
                    </a:p>
                  </a:txBody>
                </a:tc>
                <a:tc>
                  <a:txBody>
                    <a:bodyPr/>
                    <a:lstStyle/>
                    <a:p>
                      <a:pPr lvl="0" indent="0" marL="0">
                        <a:buNone/>
                      </a:pPr>
                      <a:r>
                        <a:rPr/>
                        <a:t>ZXIN0001205</a:t>
                      </a:r>
                    </a:p>
                  </a:txBody>
                </a:tc>
                <a:tc>
                  <a:txBody>
                    <a:bodyPr/>
                    <a:lstStyle/>
                    <a:p>
                      <a:pPr lvl="0" indent="0" marL="0">
                        <a:buNone/>
                      </a:pPr>
                      <a:r>
                        <a:rPr/>
                        <a:t>040-45671205</a:t>
                      </a:r>
                    </a:p>
                  </a:txBody>
                </a:tc>
              </a:tr>
              <a:tr h="0">
                <a:tc>
                  <a:txBody>
                    <a:bodyPr/>
                    <a:lstStyle/>
                    <a:p>
                      <a:pPr lvl="0" indent="0" marL="0">
                        <a:buNone/>
                      </a:pPr>
                      <a:r>
                        <a:rPr/>
                        <a:t>Suchitra X Roads, Suchitra, 500067</a:t>
                      </a:r>
                    </a:p>
                  </a:txBody>
                </a:tc>
                <a:tc>
                  <a:txBody>
                    <a:bodyPr/>
                    <a:lstStyle/>
                    <a:p>
                      <a:pPr lvl="0" indent="0" marL="0">
                        <a:buNone/>
                      </a:pPr>
                      <a:r>
                        <a:rPr/>
                        <a:t>ZXIN0001206</a:t>
                      </a:r>
                    </a:p>
                  </a:txBody>
                </a:tc>
                <a:tc>
                  <a:txBody>
                    <a:bodyPr/>
                    <a:lstStyle/>
                    <a:p>
                      <a:pPr lvl="0" indent="0" marL="0">
                        <a:buNone/>
                      </a:pPr>
                      <a:r>
                        <a:rPr/>
                        <a:t>040-45671206</a:t>
                      </a:r>
                    </a:p>
                  </a:txBody>
                </a:tc>
              </a:tr>
            </a:tbl>
          </a:graphicData>
        </a:graphic>
      </p:graphicFrame>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South Hyderabad Branches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Charminar Circle, Charminar, 500002</a:t>
                      </a:r>
                    </a:p>
                  </a:txBody>
                </a:tc>
                <a:tc>
                  <a:txBody>
                    <a:bodyPr/>
                    <a:lstStyle/>
                    <a:p>
                      <a:pPr lvl="0" indent="0" marL="0">
                        <a:buNone/>
                      </a:pPr>
                      <a:r>
                        <a:rPr/>
                        <a:t>ZXIN0001211</a:t>
                      </a:r>
                    </a:p>
                  </a:txBody>
                </a:tc>
                <a:tc>
                  <a:txBody>
                    <a:bodyPr/>
                    <a:lstStyle/>
                    <a:p>
                      <a:pPr lvl="0" indent="0" marL="0">
                        <a:buNone/>
                      </a:pPr>
                      <a:r>
                        <a:rPr/>
                        <a:t>040-45671211</a:t>
                      </a:r>
                    </a:p>
                  </a:txBody>
                </a:tc>
              </a:tr>
              <a:tr h="0">
                <a:tc>
                  <a:txBody>
                    <a:bodyPr/>
                    <a:lstStyle/>
                    <a:p>
                      <a:pPr lvl="0" indent="0" marL="0">
                        <a:buNone/>
                      </a:pPr>
                      <a:r>
                        <a:rPr/>
                        <a:t>Falaknuma Road, Falaknuma, 500053</a:t>
                      </a:r>
                    </a:p>
                  </a:txBody>
                </a:tc>
                <a:tc>
                  <a:txBody>
                    <a:bodyPr/>
                    <a:lstStyle/>
                    <a:p>
                      <a:pPr lvl="0" indent="0" marL="0">
                        <a:buNone/>
                      </a:pPr>
                      <a:r>
                        <a:rPr/>
                        <a:t>ZXIN0001212</a:t>
                      </a:r>
                    </a:p>
                  </a:txBody>
                </a:tc>
                <a:tc>
                  <a:txBody>
                    <a:bodyPr/>
                    <a:lstStyle/>
                    <a:p>
                      <a:pPr lvl="0" indent="0" marL="0">
                        <a:buNone/>
                      </a:pPr>
                      <a:r>
                        <a:rPr/>
                        <a:t>040-45671212</a:t>
                      </a:r>
                    </a:p>
                  </a:txBody>
                </a:tc>
              </a:tr>
              <a:tr h="0">
                <a:tc>
                  <a:txBody>
                    <a:bodyPr/>
                    <a:lstStyle/>
                    <a:p>
                      <a:pPr lvl="0" indent="0" marL="0">
                        <a:buNone/>
                      </a:pPr>
                      <a:r>
                        <a:rPr/>
                        <a:t>Santosh Nagar Main Rd, 500059</a:t>
                      </a:r>
                    </a:p>
                  </a:txBody>
                </a:tc>
                <a:tc>
                  <a:txBody>
                    <a:bodyPr/>
                    <a:lstStyle/>
                    <a:p>
                      <a:pPr lvl="0" indent="0" marL="0">
                        <a:buNone/>
                      </a:pPr>
                      <a:r>
                        <a:rPr/>
                        <a:t>ZXIN0001213</a:t>
                      </a:r>
                    </a:p>
                  </a:txBody>
                </a:tc>
                <a:tc>
                  <a:txBody>
                    <a:bodyPr/>
                    <a:lstStyle/>
                    <a:p>
                      <a:pPr lvl="0" indent="0" marL="0">
                        <a:buNone/>
                      </a:pPr>
                      <a:r>
                        <a:rPr/>
                        <a:t>040-45671213</a:t>
                      </a:r>
                    </a:p>
                  </a:txBody>
                </a:tc>
              </a:tr>
              <a:tr h="0">
                <a:tc>
                  <a:txBody>
                    <a:bodyPr/>
                    <a:lstStyle/>
                    <a:p>
                      <a:pPr lvl="0" indent="0" marL="0">
                        <a:buNone/>
                      </a:pPr>
                      <a:r>
                        <a:rPr/>
                        <a:t>LB Nagar Chowrastha, 500074</a:t>
                      </a:r>
                    </a:p>
                  </a:txBody>
                </a:tc>
                <a:tc>
                  <a:txBody>
                    <a:bodyPr/>
                    <a:lstStyle/>
                    <a:p>
                      <a:pPr lvl="0" indent="0" marL="0">
                        <a:buNone/>
                      </a:pPr>
                      <a:r>
                        <a:rPr/>
                        <a:t>ZXIN0001214</a:t>
                      </a:r>
                    </a:p>
                  </a:txBody>
                </a:tc>
                <a:tc>
                  <a:txBody>
                    <a:bodyPr/>
                    <a:lstStyle/>
                    <a:p>
                      <a:pPr lvl="0" indent="0" marL="0">
                        <a:buNone/>
                      </a:pPr>
                      <a:r>
                        <a:rPr/>
                        <a:t>040-45671214</a:t>
                      </a:r>
                    </a:p>
                  </a:txBody>
                </a:tc>
              </a:tr>
              <a:tr h="0">
                <a:tc>
                  <a:txBody>
                    <a:bodyPr/>
                    <a:lstStyle/>
                    <a:p>
                      <a:pPr lvl="0" indent="0" marL="0">
                        <a:buNone/>
                      </a:pPr>
                      <a:r>
                        <a:rPr/>
                        <a:t>Chandrayangutta Junction, 500005</a:t>
                      </a:r>
                    </a:p>
                  </a:txBody>
                </a:tc>
                <a:tc>
                  <a:txBody>
                    <a:bodyPr/>
                    <a:lstStyle/>
                    <a:p>
                      <a:pPr lvl="0" indent="0" marL="0">
                        <a:buNone/>
                      </a:pPr>
                      <a:r>
                        <a:rPr/>
                        <a:t>ZXIN0001215</a:t>
                      </a:r>
                    </a:p>
                  </a:txBody>
                </a:tc>
                <a:tc>
                  <a:txBody>
                    <a:bodyPr/>
                    <a:lstStyle/>
                    <a:p>
                      <a:pPr lvl="0" indent="0" marL="0">
                        <a:buNone/>
                      </a:pPr>
                      <a:r>
                        <a:rPr/>
                        <a:t>040-45671215</a:t>
                      </a: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East Hyderabad Branches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Uppal Main Road, Uppal, 500039</a:t>
                      </a:r>
                    </a:p>
                  </a:txBody>
                </a:tc>
                <a:tc>
                  <a:txBody>
                    <a:bodyPr/>
                    <a:lstStyle/>
                    <a:p>
                      <a:pPr lvl="0" indent="0" marL="0">
                        <a:buNone/>
                      </a:pPr>
                      <a:r>
                        <a:rPr/>
                        <a:t>ZXIN0001221</a:t>
                      </a:r>
                    </a:p>
                  </a:txBody>
                </a:tc>
                <a:tc>
                  <a:txBody>
                    <a:bodyPr/>
                    <a:lstStyle/>
                    <a:p>
                      <a:pPr lvl="0" indent="0" marL="0">
                        <a:buNone/>
                      </a:pPr>
                      <a:r>
                        <a:rPr/>
                        <a:t>040-45671221</a:t>
                      </a:r>
                    </a:p>
                  </a:txBody>
                </a:tc>
              </a:tr>
              <a:tr h="0">
                <a:tc>
                  <a:txBody>
                    <a:bodyPr/>
                    <a:lstStyle/>
                    <a:p>
                      <a:pPr lvl="0" indent="0" marL="0">
                        <a:buNone/>
                      </a:pPr>
                      <a:r>
                        <a:rPr/>
                        <a:t>Habsiguda X Roads, Habsiguda, 500007</a:t>
                      </a:r>
                    </a:p>
                  </a:txBody>
                </a:tc>
                <a:tc>
                  <a:txBody>
                    <a:bodyPr/>
                    <a:lstStyle/>
                    <a:p>
                      <a:pPr lvl="0" indent="0" marL="0">
                        <a:buNone/>
                      </a:pPr>
                      <a:r>
                        <a:rPr/>
                        <a:t>ZXIN0001222</a:t>
                      </a:r>
                    </a:p>
                  </a:txBody>
                </a:tc>
                <a:tc>
                  <a:txBody>
                    <a:bodyPr/>
                    <a:lstStyle/>
                    <a:p>
                      <a:pPr lvl="0" indent="0" marL="0">
                        <a:buNone/>
                      </a:pPr>
                      <a:r>
                        <a:rPr/>
                        <a:t>040-45671222</a:t>
                      </a:r>
                    </a:p>
                  </a:txBody>
                </a:tc>
              </a:tr>
              <a:tr h="0">
                <a:tc>
                  <a:txBody>
                    <a:bodyPr/>
                    <a:lstStyle/>
                    <a:p>
                      <a:pPr lvl="0" indent="0" marL="0">
                        <a:buNone/>
                      </a:pPr>
                      <a:r>
                        <a:rPr/>
                        <a:t>Nacharam Industrial Estate, 500076</a:t>
                      </a:r>
                    </a:p>
                  </a:txBody>
                </a:tc>
                <a:tc>
                  <a:txBody>
                    <a:bodyPr/>
                    <a:lstStyle/>
                    <a:p>
                      <a:pPr lvl="0" indent="0" marL="0">
                        <a:buNone/>
                      </a:pPr>
                      <a:r>
                        <a:rPr/>
                        <a:t>ZXIN0001223</a:t>
                      </a:r>
                    </a:p>
                  </a:txBody>
                </a:tc>
                <a:tc>
                  <a:txBody>
                    <a:bodyPr/>
                    <a:lstStyle/>
                    <a:p>
                      <a:pPr lvl="0" indent="0" marL="0">
                        <a:buNone/>
                      </a:pPr>
                      <a:r>
                        <a:rPr/>
                        <a:t>040-45671223</a:t>
                      </a:r>
                    </a:p>
                  </a:txBody>
                </a:tc>
              </a:tr>
              <a:tr h="0">
                <a:tc>
                  <a:txBody>
                    <a:bodyPr/>
                    <a:lstStyle/>
                    <a:p>
                      <a:pPr lvl="0" indent="0" marL="0">
                        <a:buNone/>
                      </a:pPr>
                      <a:r>
                        <a:rPr/>
                        <a:t>Ramanthapur Main Road, Ramanthapur, 500013</a:t>
                      </a:r>
                    </a:p>
                  </a:txBody>
                </a:tc>
                <a:tc>
                  <a:txBody>
                    <a:bodyPr/>
                    <a:lstStyle/>
                    <a:p>
                      <a:pPr lvl="0" indent="0" marL="0">
                        <a:buNone/>
                      </a:pPr>
                      <a:r>
                        <a:rPr/>
                        <a:t>ZXIN0001224</a:t>
                      </a:r>
                    </a:p>
                  </a:txBody>
                </a:tc>
                <a:tc>
                  <a:txBody>
                    <a:bodyPr/>
                    <a:lstStyle/>
                    <a:p>
                      <a:pPr lvl="0" indent="0" marL="0">
                        <a:buNone/>
                      </a:pPr>
                      <a:r>
                        <a:rPr/>
                        <a:t>040-45671224</a:t>
                      </a:r>
                    </a:p>
                  </a:txBody>
                </a:tc>
              </a:tr>
              <a:tr h="0">
                <a:tc>
                  <a:txBody>
                    <a:bodyPr/>
                    <a:lstStyle/>
                    <a:p>
                      <a:pPr lvl="0" indent="0" marL="0">
                        <a:buNone/>
                      </a:pPr>
                      <a:r>
                        <a:rPr/>
                        <a:t>Peerzadiguda Circle, Peerzadiguda, 500039</a:t>
                      </a:r>
                    </a:p>
                  </a:txBody>
                </a:tc>
                <a:tc>
                  <a:txBody>
                    <a:bodyPr/>
                    <a:lstStyle/>
                    <a:p>
                      <a:pPr lvl="0" indent="0" marL="0">
                        <a:buNone/>
                      </a:pPr>
                      <a:r>
                        <a:rPr/>
                        <a:t>ZXIN0001225</a:t>
                      </a:r>
                    </a:p>
                  </a:txBody>
                </a:tc>
                <a:tc>
                  <a:txBody>
                    <a:bodyPr/>
                    <a:lstStyle/>
                    <a:p>
                      <a:pPr lvl="0" indent="0" marL="0">
                        <a:buNone/>
                      </a:pPr>
                      <a:r>
                        <a:rPr/>
                        <a:t>040-45671225</a:t>
                      </a:r>
                    </a:p>
                  </a:txBody>
                </a:tc>
              </a:tr>
              <a:tr h="0">
                <a:tc>
                  <a:txBody>
                    <a:bodyPr/>
                    <a:lstStyle/>
                    <a:p>
                      <a:pPr lvl="0" indent="0" marL="0">
                        <a:buNone/>
                      </a:pPr>
                      <a:r>
                        <a:rPr/>
                        <a:t>Boduppal Depot Road, Boduppal, 500092</a:t>
                      </a:r>
                    </a:p>
                  </a:txBody>
                </a:tc>
                <a:tc>
                  <a:txBody>
                    <a:bodyPr/>
                    <a:lstStyle/>
                    <a:p>
                      <a:pPr lvl="0" indent="0" marL="0">
                        <a:buNone/>
                      </a:pPr>
                      <a:r>
                        <a:rPr/>
                        <a:t>ZXIN0001226</a:t>
                      </a:r>
                    </a:p>
                  </a:txBody>
                </a:tc>
                <a:tc>
                  <a:txBody>
                    <a:bodyPr/>
                    <a:lstStyle/>
                    <a:p>
                      <a:pPr lvl="0" indent="0" marL="0">
                        <a:buNone/>
                      </a:pPr>
                      <a:r>
                        <a:rPr/>
                        <a:t>040-45671226</a:t>
                      </a:r>
                    </a:p>
                  </a:txBody>
                </a:tc>
              </a:tr>
            </a:tbl>
          </a:graphicData>
        </a:graphic>
      </p:graphicFrame>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West Hyderabad Branches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Gachibowli Financial District, 500032</a:t>
                      </a:r>
                    </a:p>
                  </a:txBody>
                </a:tc>
                <a:tc>
                  <a:txBody>
                    <a:bodyPr/>
                    <a:lstStyle/>
                    <a:p>
                      <a:pPr lvl="0" indent="0" marL="0">
                        <a:buNone/>
                      </a:pPr>
                      <a:r>
                        <a:rPr/>
                        <a:t>ZXIN0001231</a:t>
                      </a:r>
                    </a:p>
                  </a:txBody>
                </a:tc>
                <a:tc>
                  <a:txBody>
                    <a:bodyPr/>
                    <a:lstStyle/>
                    <a:p>
                      <a:pPr lvl="0" indent="0" marL="0">
                        <a:buNone/>
                      </a:pPr>
                      <a:r>
                        <a:rPr/>
                        <a:t>040-45671231</a:t>
                      </a:r>
                    </a:p>
                  </a:txBody>
                </a:tc>
              </a:tr>
              <a:tr h="0">
                <a:tc>
                  <a:txBody>
                    <a:bodyPr/>
                    <a:lstStyle/>
                    <a:p>
                      <a:pPr lvl="0" indent="0" marL="0">
                        <a:buNone/>
                      </a:pPr>
                      <a:r>
                        <a:rPr/>
                        <a:t>Madhapur Kavuri Hills, 500081</a:t>
                      </a:r>
                    </a:p>
                  </a:txBody>
                </a:tc>
                <a:tc>
                  <a:txBody>
                    <a:bodyPr/>
                    <a:lstStyle/>
                    <a:p>
                      <a:pPr lvl="0" indent="0" marL="0">
                        <a:buNone/>
                      </a:pPr>
                      <a:r>
                        <a:rPr/>
                        <a:t>ZXIN0001232</a:t>
                      </a:r>
                    </a:p>
                  </a:txBody>
                </a:tc>
                <a:tc>
                  <a:txBody>
                    <a:bodyPr/>
                    <a:lstStyle/>
                    <a:p>
                      <a:pPr lvl="0" indent="0" marL="0">
                        <a:buNone/>
                      </a:pPr>
                      <a:r>
                        <a:rPr/>
                        <a:t>040-45671232</a:t>
                      </a:r>
                    </a:p>
                  </a:txBody>
                </a:tc>
              </a:tr>
              <a:tr h="0">
                <a:tc>
                  <a:txBody>
                    <a:bodyPr/>
                    <a:lstStyle/>
                    <a:p>
                      <a:pPr lvl="0" indent="0" marL="0">
                        <a:buNone/>
                      </a:pPr>
                      <a:r>
                        <a:rPr/>
                        <a:t>Miyapur Main Road, Miyapur, 500049</a:t>
                      </a:r>
                    </a:p>
                  </a:txBody>
                </a:tc>
                <a:tc>
                  <a:txBody>
                    <a:bodyPr/>
                    <a:lstStyle/>
                    <a:p>
                      <a:pPr lvl="0" indent="0" marL="0">
                        <a:buNone/>
                      </a:pPr>
                      <a:r>
                        <a:rPr/>
                        <a:t>ZXIN0001233</a:t>
                      </a:r>
                    </a:p>
                  </a:txBody>
                </a:tc>
                <a:tc>
                  <a:txBody>
                    <a:bodyPr/>
                    <a:lstStyle/>
                    <a:p>
                      <a:pPr lvl="0" indent="0" marL="0">
                        <a:buNone/>
                      </a:pPr>
                      <a:r>
                        <a:rPr/>
                        <a:t>040-45671233</a:t>
                      </a:r>
                    </a:p>
                  </a:txBody>
                </a:tc>
              </a:tr>
              <a:tr h="0">
                <a:tc>
                  <a:txBody>
                    <a:bodyPr/>
                    <a:lstStyle/>
                    <a:p>
                      <a:pPr lvl="0" indent="0" marL="0">
                        <a:buNone/>
                      </a:pPr>
                      <a:r>
                        <a:rPr/>
                        <a:t>Kondapur Botanical Gardens Road, 500084</a:t>
                      </a:r>
                    </a:p>
                  </a:txBody>
                </a:tc>
                <a:tc>
                  <a:txBody>
                    <a:bodyPr/>
                    <a:lstStyle/>
                    <a:p>
                      <a:pPr lvl="0" indent="0" marL="0">
                        <a:buNone/>
                      </a:pPr>
                      <a:r>
                        <a:rPr/>
                        <a:t>ZXIN0001234</a:t>
                      </a:r>
                    </a:p>
                  </a:txBody>
                </a:tc>
                <a:tc>
                  <a:txBody>
                    <a:bodyPr/>
                    <a:lstStyle/>
                    <a:p>
                      <a:pPr lvl="0" indent="0" marL="0">
                        <a:buNone/>
                      </a:pPr>
                      <a:r>
                        <a:rPr/>
                        <a:t>040-45671234</a:t>
                      </a:r>
                    </a:p>
                  </a:txBody>
                </a:tc>
              </a:tr>
              <a:tr h="0">
                <a:tc>
                  <a:txBody>
                    <a:bodyPr/>
                    <a:lstStyle/>
                    <a:p>
                      <a:pPr lvl="0" indent="0" marL="0">
                        <a:buNone/>
                      </a:pPr>
                      <a:r>
                        <a:rPr/>
                        <a:t>Bharat Nagar, Moosapet, 500018</a:t>
                      </a:r>
                    </a:p>
                  </a:txBody>
                </a:tc>
                <a:tc>
                  <a:txBody>
                    <a:bodyPr/>
                    <a:lstStyle/>
                    <a:p>
                      <a:pPr lvl="0" indent="0" marL="0">
                        <a:buNone/>
                      </a:pPr>
                      <a:r>
                        <a:rPr/>
                        <a:t>ZXIN0001235</a:t>
                      </a:r>
                    </a:p>
                  </a:txBody>
                </a:tc>
                <a:tc>
                  <a:txBody>
                    <a:bodyPr/>
                    <a:lstStyle/>
                    <a:p>
                      <a:pPr lvl="0" indent="0" marL="0">
                        <a:buNone/>
                      </a:pPr>
                      <a:r>
                        <a:rPr/>
                        <a:t>040-45671235</a:t>
                      </a:r>
                    </a:p>
                  </a:txBody>
                </a:tc>
              </a:tr>
              <a:tr h="0">
                <a:tc>
                  <a:txBody>
                    <a:bodyPr/>
                    <a:lstStyle/>
                    <a:p>
                      <a:pPr lvl="0" indent="0" marL="0">
                        <a:buNone/>
                      </a:pPr>
                      <a:r>
                        <a:rPr/>
                        <a:t>Chanda Nagar, Serilingampally, 500050</a:t>
                      </a:r>
                    </a:p>
                  </a:txBody>
                </a:tc>
                <a:tc>
                  <a:txBody>
                    <a:bodyPr/>
                    <a:lstStyle/>
                    <a:p>
                      <a:pPr lvl="0" indent="0" marL="0">
                        <a:buNone/>
                      </a:pPr>
                      <a:r>
                        <a:rPr/>
                        <a:t>ZXIN0001236</a:t>
                      </a:r>
                    </a:p>
                  </a:txBody>
                </a:tc>
                <a:tc>
                  <a:txBody>
                    <a:bodyPr/>
                    <a:lstStyle/>
                    <a:p>
                      <a:pPr lvl="0" indent="0" marL="0">
                        <a:buNone/>
                      </a:pPr>
                      <a:r>
                        <a:rPr/>
                        <a:t>040-45671236</a:t>
                      </a:r>
                    </a:p>
                  </a:txBody>
                </a:tc>
              </a:tr>
            </a:tbl>
          </a:graphicData>
        </a:graphic>
      </p:graphicFrame>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Central Hyderabad Branches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Banjara Hills Road No. 1, 500034</a:t>
                      </a:r>
                    </a:p>
                  </a:txBody>
                </a:tc>
                <a:tc>
                  <a:txBody>
                    <a:bodyPr/>
                    <a:lstStyle/>
                    <a:p>
                      <a:pPr lvl="0" indent="0" marL="0">
                        <a:buNone/>
                      </a:pPr>
                      <a:r>
                        <a:rPr/>
                        <a:t>ZXIN0001241</a:t>
                      </a:r>
                    </a:p>
                  </a:txBody>
                </a:tc>
                <a:tc>
                  <a:txBody>
                    <a:bodyPr/>
                    <a:lstStyle/>
                    <a:p>
                      <a:pPr lvl="0" indent="0" marL="0">
                        <a:buNone/>
                      </a:pPr>
                      <a:r>
                        <a:rPr/>
                        <a:t>040-45671241</a:t>
                      </a:r>
                    </a:p>
                  </a:txBody>
                </a:tc>
              </a:tr>
              <a:tr h="0">
                <a:tc>
                  <a:txBody>
                    <a:bodyPr/>
                    <a:lstStyle/>
                    <a:p>
                      <a:pPr lvl="0" indent="0" marL="0">
                        <a:buNone/>
                      </a:pPr>
                      <a:r>
                        <a:rPr/>
                        <a:t>Begumpet Sardar Patel Road, 500016</a:t>
                      </a:r>
                    </a:p>
                  </a:txBody>
                </a:tc>
                <a:tc>
                  <a:txBody>
                    <a:bodyPr/>
                    <a:lstStyle/>
                    <a:p>
                      <a:pPr lvl="0" indent="0" marL="0">
                        <a:buNone/>
                      </a:pPr>
                      <a:r>
                        <a:rPr/>
                        <a:t>ZXIN0001242</a:t>
                      </a:r>
                    </a:p>
                  </a:txBody>
                </a:tc>
                <a:tc>
                  <a:txBody>
                    <a:bodyPr/>
                    <a:lstStyle/>
                    <a:p>
                      <a:pPr lvl="0" indent="0" marL="0">
                        <a:buNone/>
                      </a:pPr>
                      <a:r>
                        <a:rPr/>
                        <a:t>040-45671242</a:t>
                      </a:r>
                    </a:p>
                  </a:txBody>
                </a:tc>
              </a:tr>
              <a:tr h="0">
                <a:tc>
                  <a:txBody>
                    <a:bodyPr/>
                    <a:lstStyle/>
                    <a:p>
                      <a:pPr lvl="0" indent="0" marL="0">
                        <a:buNone/>
                      </a:pPr>
                      <a:r>
                        <a:rPr/>
                        <a:t>Abids Main Road, Abids, 500001</a:t>
                      </a:r>
                    </a:p>
                  </a:txBody>
                </a:tc>
                <a:tc>
                  <a:txBody>
                    <a:bodyPr/>
                    <a:lstStyle/>
                    <a:p>
                      <a:pPr lvl="0" indent="0" marL="0">
                        <a:buNone/>
                      </a:pPr>
                      <a:r>
                        <a:rPr/>
                        <a:t>ZXIN0001243</a:t>
                      </a:r>
                    </a:p>
                  </a:txBody>
                </a:tc>
                <a:tc>
                  <a:txBody>
                    <a:bodyPr/>
                    <a:lstStyle/>
                    <a:p>
                      <a:pPr lvl="0" indent="0" marL="0">
                        <a:buNone/>
                      </a:pPr>
                      <a:r>
                        <a:rPr/>
                        <a:t>040-45671243</a:t>
                      </a:r>
                    </a:p>
                  </a:txBody>
                </a:tc>
              </a:tr>
              <a:tr h="0">
                <a:tc>
                  <a:txBody>
                    <a:bodyPr/>
                    <a:lstStyle/>
                    <a:p>
                      <a:pPr lvl="0" indent="0" marL="0">
                        <a:buNone/>
                      </a:pPr>
                      <a:r>
                        <a:rPr/>
                        <a:t>Himayat Nagar Main Street, 500029</a:t>
                      </a:r>
                    </a:p>
                  </a:txBody>
                </a:tc>
                <a:tc>
                  <a:txBody>
                    <a:bodyPr/>
                    <a:lstStyle/>
                    <a:p>
                      <a:pPr lvl="0" indent="0" marL="0">
                        <a:buNone/>
                      </a:pPr>
                      <a:r>
                        <a:rPr/>
                        <a:t>ZXIN0001244</a:t>
                      </a:r>
                    </a:p>
                  </a:txBody>
                </a:tc>
                <a:tc>
                  <a:txBody>
                    <a:bodyPr/>
                    <a:lstStyle/>
                    <a:p>
                      <a:pPr lvl="0" indent="0" marL="0">
                        <a:buNone/>
                      </a:pPr>
                      <a:r>
                        <a:rPr/>
                        <a:t>040-45671244</a:t>
                      </a:r>
                    </a:p>
                  </a:txBody>
                </a:tc>
              </a:tr>
              <a:tr h="0">
                <a:tc>
                  <a:txBody>
                    <a:bodyPr/>
                    <a:lstStyle/>
                    <a:p>
                      <a:pPr lvl="0" indent="0" marL="0">
                        <a:buNone/>
                      </a:pPr>
                      <a:r>
                        <a:rPr/>
                        <a:t>Somajiguda Circle, Somajiguda, 500082</a:t>
                      </a:r>
                    </a:p>
                  </a:txBody>
                </a:tc>
                <a:tc>
                  <a:txBody>
                    <a:bodyPr/>
                    <a:lstStyle/>
                    <a:p>
                      <a:pPr lvl="0" indent="0" marL="0">
                        <a:buNone/>
                      </a:pPr>
                      <a:r>
                        <a:rPr/>
                        <a:t>ZXIN0001245</a:t>
                      </a:r>
                    </a:p>
                  </a:txBody>
                </a:tc>
                <a:tc>
                  <a:txBody>
                    <a:bodyPr/>
                    <a:lstStyle/>
                    <a:p>
                      <a:pPr lvl="0" indent="0" marL="0">
                        <a:buNone/>
                      </a:pPr>
                      <a:r>
                        <a:rPr/>
                        <a:t>040-45671245</a:t>
                      </a:r>
                    </a:p>
                  </a:txBody>
                </a:tc>
              </a:tr>
              <a:tr h="0">
                <a:tc>
                  <a:txBody>
                    <a:bodyPr/>
                    <a:lstStyle/>
                    <a:p>
                      <a:pPr lvl="0" indent="0" marL="0">
                        <a:buNone/>
                      </a:pPr>
                      <a:r>
                        <a:rPr/>
                        <a:t>Nampally Station Road, Nampally, 500001</a:t>
                      </a:r>
                    </a:p>
                  </a:txBody>
                </a:tc>
                <a:tc>
                  <a:txBody>
                    <a:bodyPr/>
                    <a:lstStyle/>
                    <a:p>
                      <a:pPr lvl="0" indent="0" marL="0">
                        <a:buNone/>
                      </a:pPr>
                      <a:r>
                        <a:rPr/>
                        <a:t>ZXIN0001246</a:t>
                      </a:r>
                    </a:p>
                  </a:txBody>
                </a:tc>
                <a:tc>
                  <a:txBody>
                    <a:bodyPr/>
                    <a:lstStyle/>
                    <a:p>
                      <a:pPr lvl="0" indent="0" marL="0">
                        <a:buNone/>
                      </a:pPr>
                      <a:r>
                        <a:rPr/>
                        <a:t>040-45671246</a:t>
                      </a:r>
                    </a:p>
                  </a:txBody>
                </a:tc>
              </a:tr>
              <a:tr h="0">
                <a:tc>
                  <a:txBody>
                    <a:bodyPr/>
                    <a:lstStyle/>
                    <a:p>
                      <a:pPr lvl="0" indent="0" marL="0">
                        <a:buNone/>
                      </a:pPr>
                      <a:r>
                        <a:rPr/>
                        <a:t>Basheerbagh X Roads, Basheerbagh, 500029</a:t>
                      </a:r>
                    </a:p>
                  </a:txBody>
                </a:tc>
                <a:tc>
                  <a:txBody>
                    <a:bodyPr/>
                    <a:lstStyle/>
                    <a:p>
                      <a:pPr lvl="0" indent="0" marL="0">
                        <a:buNone/>
                      </a:pPr>
                      <a:r>
                        <a:rPr/>
                        <a:t>ZXIN0001247</a:t>
                      </a:r>
                    </a:p>
                  </a:txBody>
                </a:tc>
                <a:tc>
                  <a:txBody>
                    <a:bodyPr/>
                    <a:lstStyle/>
                    <a:p>
                      <a:pPr lvl="0" indent="0" marL="0">
                        <a:buNone/>
                      </a:pPr>
                      <a:r>
                        <a:rPr/>
                        <a:t>040-45671247</a:t>
                      </a:r>
                    </a:p>
                  </a:txBody>
                </a:tc>
              </a:tr>
            </a:tbl>
          </a:graphicData>
        </a:graphic>
      </p:graphicFrame>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2025-07-30T07:52:06Z</dcterms:created>
  <dcterms:modified xsi:type="dcterms:W3CDTF">2025-07-30T07:52:06Z</dcterms:modified>
</cp:coreProperties>
</file>

<file path=docProps/custom.xml><?xml version="1.0" encoding="utf-8"?>
<Properties xmlns="http://schemas.openxmlformats.org/officeDocument/2006/custom-properties" xmlns:vt="http://schemas.openxmlformats.org/officeDocument/2006/docPropsVTypes"/>
</file>