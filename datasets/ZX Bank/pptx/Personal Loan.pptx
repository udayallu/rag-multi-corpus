
<file path=[Content_Types].xml><?xml version="1.0" encoding="utf-8"?>
<Types xmlns="http://schemas.openxmlformats.org/package/2006/content-types">
  <Default Extension="xml" ContentType="application/xml"/>
  <Default Extension="rels" ContentType="application/vnd.openxmlformats-package.relationships+xml"/>
  <Override PartName="/docProps/app.xml" ContentType="application/vnd.openxmlformats-officedocument.extended-properties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theme/theme2.xml" ContentType="application/vnd.openxmlformats-officedocument.theme+xml"/>
  <Override PartName="/ppt/presProps.xml" ContentType="application/vnd.openxmlformats-officedocument.presentationml.presProps+xml"/>
  <Override PartName="/ppt/tableStyles.xml" ContentType="application/vnd.openxmlformats-officedocument.presentationml.tableStyl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presentation.xml" ContentType="application/vnd.openxmlformats-officedocument.presentationml.presentation.main+xml"/>
  <Override PartName="/ppt/viewProps.xml" ContentType="application/vnd.openxmlformats-officedocument.presentationml.viewProps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</Types>
</file>

<file path=_rels/.rels><?xml version="1.0" encoding="UTF-8"?><Relationships xmlns="http://schemas.openxmlformats.org/package/2006/relationships"><Relationship Id="rId1" Type="http://schemas.openxmlformats.org/officeDocument/2006/relationships/officeDocument" Target="ppt/presentation.xml" /><Relationship Id="rId2" Type="http://schemas.openxmlformats.org/package/2006/relationships/metadata/core-properties" Target="docProps/core.xml" /><Relationship Id="rId3" Type="http://schemas.openxmlformats.org/package/2006/relationships/metadata/extended-properties" Target="docProps/app.xml" /><Relationship Id="rId4" Type="http://schemas.openxmlformats.org/officeDocument/2006/relationships/custom-properties" Target="docProps/custom.xml" 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autoCompressPictures="0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</p:sldIdLst>
  <p:sldSz cx="9144000" cy="5143500" type="screen16x9"/>
  <p:notesSz cx="6858000" cy="9144000"/>
  <p:defaultTextStyle>
    <a:defPPr>
      <a:defRPr lang="en-US"/>
    </a:defPPr>
    <a:lvl1pPr algn="l" defTabSz="457200" eaLnBrk="1" hangingPunct="1" latinLnBrk="0" marL="0" rtl="0">
      <a:defRPr kern="1200" sz="1800">
        <a:solidFill>
          <a:schemeClr val="tx1"/>
        </a:solidFill>
        <a:latin typeface="+mn-lt"/>
        <a:ea typeface="+mn-ea"/>
        <a:cs typeface="+mn-cs"/>
      </a:defRPr>
    </a:lvl1pPr>
    <a:lvl2pPr algn="l" defTabSz="457200" eaLnBrk="1" hangingPunct="1" latinLnBrk="0" marL="457200" rtl="0">
      <a:defRPr kern="1200" sz="1800">
        <a:solidFill>
          <a:schemeClr val="tx1"/>
        </a:solidFill>
        <a:latin typeface="+mn-lt"/>
        <a:ea typeface="+mn-ea"/>
        <a:cs typeface="+mn-cs"/>
      </a:defRPr>
    </a:lvl2pPr>
    <a:lvl3pPr algn="l" defTabSz="457200" eaLnBrk="1" hangingPunct="1" latinLnBrk="0" marL="914400" rtl="0">
      <a:defRPr kern="1200" sz="1800">
        <a:solidFill>
          <a:schemeClr val="tx1"/>
        </a:solidFill>
        <a:latin typeface="+mn-lt"/>
        <a:ea typeface="+mn-ea"/>
        <a:cs typeface="+mn-cs"/>
      </a:defRPr>
    </a:lvl3pPr>
    <a:lvl4pPr algn="l" defTabSz="457200" eaLnBrk="1" hangingPunct="1" latinLnBrk="0" marL="1371600" rtl="0">
      <a:defRPr kern="1200" sz="1800">
        <a:solidFill>
          <a:schemeClr val="tx1"/>
        </a:solidFill>
        <a:latin typeface="+mn-lt"/>
        <a:ea typeface="+mn-ea"/>
        <a:cs typeface="+mn-cs"/>
      </a:defRPr>
    </a:lvl4pPr>
    <a:lvl5pPr algn="l" defTabSz="457200" eaLnBrk="1" hangingPunct="1" latinLnBrk="0" marL="1828800" rtl="0">
      <a:defRPr kern="1200" sz="1800">
        <a:solidFill>
          <a:schemeClr val="tx1"/>
        </a:solidFill>
        <a:latin typeface="+mn-lt"/>
        <a:ea typeface="+mn-ea"/>
        <a:cs typeface="+mn-cs"/>
      </a:defRPr>
    </a:lvl5pPr>
    <a:lvl6pPr algn="l" defTabSz="457200" eaLnBrk="1" hangingPunct="1" latinLnBrk="0" marL="2286000" rtl="0">
      <a:defRPr kern="1200" sz="1800">
        <a:solidFill>
          <a:schemeClr val="tx1"/>
        </a:solidFill>
        <a:latin typeface="+mn-lt"/>
        <a:ea typeface="+mn-ea"/>
        <a:cs typeface="+mn-cs"/>
      </a:defRPr>
    </a:lvl6pPr>
    <a:lvl7pPr algn="l" defTabSz="457200" eaLnBrk="1" hangingPunct="1" latinLnBrk="0" marL="2743200" rtl="0">
      <a:defRPr kern="1200" sz="1800">
        <a:solidFill>
          <a:schemeClr val="tx1"/>
        </a:solidFill>
        <a:latin typeface="+mn-lt"/>
        <a:ea typeface="+mn-ea"/>
        <a:cs typeface="+mn-cs"/>
      </a:defRPr>
    </a:lvl7pPr>
    <a:lvl8pPr algn="l" defTabSz="457200" eaLnBrk="1" hangingPunct="1" latinLnBrk="0" marL="3200400" rtl="0">
      <a:defRPr kern="1200" sz="1800">
        <a:solidFill>
          <a:schemeClr val="tx1"/>
        </a:solidFill>
        <a:latin typeface="+mn-lt"/>
        <a:ea typeface="+mn-ea"/>
        <a:cs typeface="+mn-cs"/>
      </a:defRPr>
    </a:lvl8pPr>
    <a:lvl9pPr algn="l" defTabSz="457200" eaLnBrk="1" hangingPunct="1" latinLnBrk="0" marL="3657600" rtl="0">
      <a:defRPr kern="1200" sz="18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1620" userDrawn="1">
          <p15:clr>
            <a:srgbClr val="A4A3A4"/>
          </p15:clr>
        </p15:guide>
        <p15:guide id="2" pos="288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p="http://schemas.openxmlformats.org/presentationml/2006/main" xmlns:r="http://schemas.openxmlformats.org/officeDocument/2006/relationships">
  <p:normalViewPr>
    <p:restoredLeft autoAdjust="0" sz="15643"/>
    <p:restoredTop autoAdjust="0" sz="94694"/>
  </p:normalViewPr>
  <p:slideViewPr>
    <p:cSldViewPr snapToGrid="0" snapToObjects="1">
      <p:cViewPr varScale="1">
        <p:scale>
          <a:sx d="100" n="161"/>
          <a:sy d="100" n="161"/>
        </p:scale>
        <p:origin x="560" y="200"/>
      </p:cViewPr>
      <p:guideLst>
        <p:guide orient="horz" pos="1620"/>
        <p:guide pos="2880"/>
      </p:guideLst>
    </p:cSldViewPr>
  </p:slideViewPr>
  <p:outlineViewPr>
    <p:cViewPr>
      <p:scale>
        <a:sx d="100" n="33"/>
        <a:sy d="100" n="33"/>
      </p:scale>
      <p:origin x="0" y="0"/>
    </p:cViewPr>
  </p:outlineViewPr>
  <p:notesTextViewPr>
    <p:cViewPr>
      <p:scale>
        <a:sx d="100" n="100"/>
        <a:sy d="100" n="100"/>
      </p:scale>
      <p:origin x="0" y="0"/>
    </p:cViewPr>
  </p:notesTextViewPr>
  <p:gridSpacing cx="76200" cy="76200"/>
</p:viewPr>
</file>

<file path=ppt/_rels/presentation.xml.rels><?xml version="1.0" encoding="UTF-8"?><Relationships xmlns="http://schemas.openxmlformats.org/package/2006/relationships"><Relationship Id="rId2" Type="http://schemas.openxmlformats.org/officeDocument/2006/relationships/slide" Target="slides/slide1.xml" /><Relationship Id="rId3" Type="http://schemas.openxmlformats.org/officeDocument/2006/relationships/slide" Target="slides/slide2.xml" /><Relationship Id="rId4" Type="http://schemas.openxmlformats.org/officeDocument/2006/relationships/slide" Target="slides/slide3.xml" /><Relationship Id="rId5" Type="http://schemas.openxmlformats.org/officeDocument/2006/relationships/slide" Target="slides/slide4.xml" /><Relationship Id="rId6" Type="http://schemas.openxmlformats.org/officeDocument/2006/relationships/slide" Target="slides/slide5.xml" /><Relationship Id="rId7" Type="http://schemas.openxmlformats.org/officeDocument/2006/relationships/slide" Target="slides/slide6.xml" /><Relationship Id="rId8" Type="http://schemas.openxmlformats.org/officeDocument/2006/relationships/slide" Target="slides/slide7.xml" /><Relationship Id="rId9" Type="http://schemas.openxmlformats.org/officeDocument/2006/relationships/slide" Target="slides/slide8.xml" /><Relationship Id="rId11" Type="http://schemas.openxmlformats.org/officeDocument/2006/relationships/viewProps" Target="viewProps.xml" /><Relationship Id="rId10" Type="http://schemas.openxmlformats.org/officeDocument/2006/relationships/presProps" Target="presProps.xml" /><Relationship Id="rId1" Type="http://schemas.openxmlformats.org/officeDocument/2006/relationships/slideMaster" Target="slideMasters/slideMaster1.xml" /><Relationship Id="rId13" Type="http://schemas.openxmlformats.org/officeDocument/2006/relationships/tableStyles" Target="tableStyles.xml" /><Relationship Id="rId12" Type="http://schemas.openxmlformats.org/officeDocument/2006/relationships/theme" Target="theme/theme1.xml" 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597819"/>
            <a:ext cx="7772400" cy="1102519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2914650"/>
            <a:ext cx="6400800" cy="131445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3429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685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0287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17145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057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24003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44435751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8346009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3305176"/>
            <a:ext cx="7772400" cy="1021556"/>
          </a:xfrm>
        </p:spPr>
        <p:txBody>
          <a:bodyPr anchor="t"/>
          <a:lstStyle>
            <a:lvl1pPr algn="l">
              <a:defRPr sz="3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180035"/>
            <a:ext cx="7772400" cy="1125140"/>
          </a:xfrm>
        </p:spPr>
        <p:txBody>
          <a:bodyPr anchor="b"/>
          <a:lstStyle>
            <a:lvl1pPr marL="0" indent="0">
              <a:buNone/>
              <a:defRPr sz="1500">
                <a:solidFill>
                  <a:schemeClr val="tx1">
                    <a:tint val="75000"/>
                  </a:schemeClr>
                </a:solidFill>
              </a:defRPr>
            </a:lvl1pPr>
            <a:lvl2pPr marL="342900" indent="0">
              <a:buNone/>
              <a:defRPr sz="1350">
                <a:solidFill>
                  <a:schemeClr val="tx1">
                    <a:tint val="75000"/>
                  </a:schemeClr>
                </a:solidFill>
              </a:defRPr>
            </a:lvl2pPr>
            <a:lvl3pPr marL="685800" indent="0">
              <a:buNone/>
              <a:defRPr sz="1200">
                <a:solidFill>
                  <a:schemeClr val="tx1">
                    <a:tint val="75000"/>
                  </a:schemeClr>
                </a:solidFill>
              </a:defRPr>
            </a:lvl3pPr>
            <a:lvl4pPr marL="10287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4pPr>
            <a:lvl5pPr marL="13716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5pPr>
            <a:lvl6pPr marL="17145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6pPr>
            <a:lvl7pPr marL="20574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7pPr>
            <a:lvl8pPr marL="24003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8pPr>
            <a:lvl9pPr marL="2743200" indent="0">
              <a:buNone/>
              <a:defRPr sz="105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73069076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200151"/>
            <a:ext cx="4038600" cy="3394472"/>
          </a:xfrm>
        </p:spPr>
        <p:txBody>
          <a:bodyPr/>
          <a:lstStyle>
            <a:lvl1pPr>
              <a:defRPr sz="2100"/>
            </a:lvl1pPr>
            <a:lvl2pPr>
              <a:defRPr sz="1800"/>
            </a:lvl2pPr>
            <a:lvl3pPr>
              <a:defRPr sz="1500"/>
            </a:lvl3pPr>
            <a:lvl4pPr>
              <a:defRPr sz="1350"/>
            </a:lvl4pPr>
            <a:lvl5pPr>
              <a:defRPr sz="1350"/>
            </a:lvl5pPr>
            <a:lvl6pPr>
              <a:defRPr sz="1350"/>
            </a:lvl6pPr>
            <a:lvl7pPr>
              <a:defRPr sz="1350"/>
            </a:lvl7pPr>
            <a:lvl8pPr>
              <a:defRPr sz="1350"/>
            </a:lvl8pPr>
            <a:lvl9pPr>
              <a:defRPr sz="135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9886245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151335"/>
            <a:ext cx="4040188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1631156"/>
            <a:ext cx="4040188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6" y="1151335"/>
            <a:ext cx="4041775" cy="479822"/>
          </a:xfrm>
        </p:spPr>
        <p:txBody>
          <a:bodyPr anchor="b"/>
          <a:lstStyle>
            <a:lvl1pPr marL="0" indent="0">
              <a:buNone/>
              <a:defRPr sz="1800" b="1"/>
            </a:lvl1pPr>
            <a:lvl2pPr marL="342900" indent="0">
              <a:buNone/>
              <a:defRPr sz="1500" b="1"/>
            </a:lvl2pPr>
            <a:lvl3pPr marL="685800" indent="0">
              <a:buNone/>
              <a:defRPr sz="1350" b="1"/>
            </a:lvl3pPr>
            <a:lvl4pPr marL="1028700" indent="0">
              <a:buNone/>
              <a:defRPr sz="1200" b="1"/>
            </a:lvl4pPr>
            <a:lvl5pPr marL="1371600" indent="0">
              <a:buNone/>
              <a:defRPr sz="1200" b="1"/>
            </a:lvl5pPr>
            <a:lvl6pPr marL="1714500" indent="0">
              <a:buNone/>
              <a:defRPr sz="1200" b="1"/>
            </a:lvl6pPr>
            <a:lvl7pPr marL="2057400" indent="0">
              <a:buNone/>
              <a:defRPr sz="1200" b="1"/>
            </a:lvl7pPr>
            <a:lvl8pPr marL="2400300" indent="0">
              <a:buNone/>
              <a:defRPr sz="1200" b="1"/>
            </a:lvl8pPr>
            <a:lvl9pPr marL="2743200" indent="0">
              <a:buNone/>
              <a:defRPr sz="12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6" y="1631156"/>
            <a:ext cx="4041775" cy="2963466"/>
          </a:xfrm>
        </p:spPr>
        <p:txBody>
          <a:bodyPr/>
          <a:lstStyle>
            <a:lvl1pPr>
              <a:defRPr sz="1800"/>
            </a:lvl1pPr>
            <a:lvl2pPr>
              <a:defRPr sz="1500"/>
            </a:lvl2pPr>
            <a:lvl3pPr>
              <a:defRPr sz="1350"/>
            </a:lvl3pPr>
            <a:lvl4pPr>
              <a:defRPr sz="1200"/>
            </a:lvl4pPr>
            <a:lvl5pPr>
              <a:defRPr sz="1200"/>
            </a:lvl5pPr>
            <a:lvl6pPr>
              <a:defRPr sz="1200"/>
            </a:lvl6pPr>
            <a:lvl7pPr>
              <a:defRPr sz="1200"/>
            </a:lvl7pPr>
            <a:lvl8pPr>
              <a:defRPr sz="1200"/>
            </a:lvl8pPr>
            <a:lvl9pPr>
              <a:defRPr sz="12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35793967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7272125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30901097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1" y="204787"/>
            <a:ext cx="3008313" cy="871538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04788"/>
            <a:ext cx="5111750" cy="4389835"/>
          </a:xfrm>
        </p:spPr>
        <p:txBody>
          <a:bodyPr/>
          <a:lstStyle>
            <a:lvl1pPr>
              <a:defRPr sz="2400"/>
            </a:lvl1pPr>
            <a:lvl2pPr>
              <a:defRPr sz="2100"/>
            </a:lvl2pPr>
            <a:lvl3pPr>
              <a:defRPr sz="1800"/>
            </a:lvl3pPr>
            <a:lvl4pPr>
              <a:defRPr sz="1500"/>
            </a:lvl4pPr>
            <a:lvl5pPr>
              <a:defRPr sz="1500"/>
            </a:lvl5pPr>
            <a:lvl6pPr>
              <a:defRPr sz="1500"/>
            </a:lvl6pPr>
            <a:lvl7pPr>
              <a:defRPr sz="1500"/>
            </a:lvl7pPr>
            <a:lvl8pPr>
              <a:defRPr sz="1500"/>
            </a:lvl8pPr>
            <a:lvl9pPr>
              <a:defRPr sz="15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1" y="1076326"/>
            <a:ext cx="3008313" cy="351829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40895647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3600450"/>
            <a:ext cx="5486400" cy="425054"/>
          </a:xfrm>
        </p:spPr>
        <p:txBody>
          <a:bodyPr anchor="b"/>
          <a:lstStyle>
            <a:lvl1pPr algn="l">
              <a:defRPr sz="15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459581"/>
            <a:ext cx="5486400" cy="3086100"/>
          </a:xfrm>
        </p:spPr>
        <p:txBody>
          <a:bodyPr/>
          <a:lstStyle>
            <a:lvl1pPr marL="0" indent="0">
              <a:buNone/>
              <a:defRPr sz="2400"/>
            </a:lvl1pPr>
            <a:lvl2pPr marL="342900" indent="0">
              <a:buNone/>
              <a:defRPr sz="2100"/>
            </a:lvl2pPr>
            <a:lvl3pPr marL="685800" indent="0">
              <a:buNone/>
              <a:defRPr sz="1800"/>
            </a:lvl3pPr>
            <a:lvl4pPr marL="1028700" indent="0">
              <a:buNone/>
              <a:defRPr sz="1500"/>
            </a:lvl4pPr>
            <a:lvl5pPr marL="1371600" indent="0">
              <a:buNone/>
              <a:defRPr sz="1500"/>
            </a:lvl5pPr>
            <a:lvl6pPr marL="1714500" indent="0">
              <a:buNone/>
              <a:defRPr sz="1500"/>
            </a:lvl6pPr>
            <a:lvl7pPr marL="2057400" indent="0">
              <a:buNone/>
              <a:defRPr sz="1500"/>
            </a:lvl7pPr>
            <a:lvl8pPr marL="2400300" indent="0">
              <a:buNone/>
              <a:defRPr sz="1500"/>
            </a:lvl8pPr>
            <a:lvl9pPr marL="2743200" indent="0">
              <a:buNone/>
              <a:defRPr sz="15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4025503"/>
            <a:ext cx="5486400" cy="603647"/>
          </a:xfrm>
        </p:spPr>
        <p:txBody>
          <a:bodyPr/>
          <a:lstStyle>
            <a:lvl1pPr marL="0" indent="0">
              <a:buNone/>
              <a:defRPr sz="1050"/>
            </a:lvl1pPr>
            <a:lvl2pPr marL="342900" indent="0">
              <a:buNone/>
              <a:defRPr sz="900"/>
            </a:lvl2pPr>
            <a:lvl3pPr marL="685800" indent="0">
              <a:buNone/>
              <a:defRPr sz="750"/>
            </a:lvl3pPr>
            <a:lvl4pPr marL="1028700" indent="0">
              <a:buNone/>
              <a:defRPr sz="675"/>
            </a:lvl4pPr>
            <a:lvl5pPr marL="1371600" indent="0">
              <a:buNone/>
              <a:defRPr sz="675"/>
            </a:lvl5pPr>
            <a:lvl6pPr marL="1714500" indent="0">
              <a:buNone/>
              <a:defRPr sz="675"/>
            </a:lvl6pPr>
            <a:lvl7pPr marL="2057400" indent="0">
              <a:buNone/>
              <a:defRPr sz="675"/>
            </a:lvl7pPr>
            <a:lvl8pPr marL="2400300" indent="0">
              <a:buNone/>
              <a:defRPr sz="675"/>
            </a:lvl8pPr>
            <a:lvl9pPr marL="2743200" indent="0">
              <a:buNone/>
              <a:defRPr sz="675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66899855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91479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05979"/>
            <a:ext cx="2057400" cy="4388644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05979"/>
            <a:ext cx="6019800" cy="4388644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81529045"/>
      </p:ext>
    </p:extLst>
  </p:cSld>
  <p:clrMapOvr>
    <a:masterClrMapping/>
  </p:clrMapOvr>
</p:sldLayout>
</file>

<file path=ppt/slideMasters/_rels/slideMaster1.xml.rels><?xml version="1.0" encoding="UTF-8"?><Relationships xmlns="http://schemas.openxmlformats.org/package/2006/relationships"><Relationship Id="rId8" Target="../slideLayouts/slideLayout8.xml" Type="http://schemas.openxmlformats.org/officeDocument/2006/relationships/slideLayout" /><Relationship Id="rId3" Target="../slideLayouts/slideLayout3.xml" Type="http://schemas.openxmlformats.org/officeDocument/2006/relationships/slideLayout" /><Relationship Id="rId7" Target="../slideLayouts/slideLayout7.xml" Type="http://schemas.openxmlformats.org/officeDocument/2006/relationships/slideLayout" /><Relationship Id="rId12" Target="../theme/theme1.xml" Type="http://schemas.openxmlformats.org/officeDocument/2006/relationships/theme" /><Relationship Id="rId2" Target="../slideLayouts/slideLayout2.xml" Type="http://schemas.openxmlformats.org/officeDocument/2006/relationships/slideLayout" /><Relationship Id="rId1" Target="../slideLayouts/slideLayout1.xml" Type="http://schemas.openxmlformats.org/officeDocument/2006/relationships/slideLayout" /><Relationship Id="rId6" Target="../slideLayouts/slideLayout6.xml" Type="http://schemas.openxmlformats.org/officeDocument/2006/relationships/slideLayout" /><Relationship Id="rId11" Target="../slideLayouts/slideLayout11.xml" Type="http://schemas.openxmlformats.org/officeDocument/2006/relationships/slideLayout" /><Relationship Id="rId5" Target="../slideLayouts/slideLayout5.xml" Type="http://schemas.openxmlformats.org/officeDocument/2006/relationships/slideLayout" /><Relationship Id="rId10" Target="../slideLayouts/slideLayout10.xml" Type="http://schemas.openxmlformats.org/officeDocument/2006/relationships/slideLayout" /><Relationship Id="rId4" Target="../slideLayouts/slideLayout4.xml" Type="http://schemas.openxmlformats.org/officeDocument/2006/relationships/slideLayout" /><Relationship Id="rId9" Target="../slideLayouts/slideLayout9.xml" Type="http://schemas.openxmlformats.org/officeDocument/2006/relationships/slideLayout" 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05979"/>
            <a:ext cx="8229600" cy="857250"/>
          </a:xfrm>
          <a:prstGeom prst="rect">
            <a:avLst/>
          </a:prstGeom>
        </p:spPr>
        <p:txBody>
          <a:bodyPr anchor="ctr" bIns="45720" lIns="91440" rIns="91440" rtlCol="0" tIns="45720" vert="horz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idx="1" type="body"/>
          </p:nvPr>
        </p:nvSpPr>
        <p:spPr>
          <a:xfrm>
            <a:off x="457200" y="1200151"/>
            <a:ext cx="8229600" cy="3394472"/>
          </a:xfrm>
          <a:prstGeom prst="rect">
            <a:avLst/>
          </a:prstGeom>
        </p:spPr>
        <p:txBody>
          <a:bodyPr bIns="45720" lIns="91440" rIns="91440" rtlCol="0" tIns="45720" vert="horz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idx="2" sz="half" type="dt"/>
          </p:nvPr>
        </p:nvSpPr>
        <p:spPr>
          <a:xfrm>
            <a:off x="457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l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241EB5C9-1307-BA42-ABA2-0BC069CD8E7F}" type="datetimeFigureOut">
              <a:rPr lang="en-US" smtClean="0"/>
              <a:t>1/2/22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idx="3" sz="quarter" type="ftr"/>
          </p:nvPr>
        </p:nvSpPr>
        <p:spPr>
          <a:xfrm>
            <a:off x="3124200" y="4767263"/>
            <a:ext cx="2895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ct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idx="4" sz="quarter" type="sldNum"/>
          </p:nvPr>
        </p:nvSpPr>
        <p:spPr>
          <a:xfrm>
            <a:off x="6553200" y="4767263"/>
            <a:ext cx="2133600" cy="273844"/>
          </a:xfrm>
          <a:prstGeom prst="rect">
            <a:avLst/>
          </a:prstGeom>
        </p:spPr>
        <p:txBody>
          <a:bodyPr anchor="ctr" bIns="45720" lIns="91440" rIns="91440" rtlCol="0" tIns="45720" vert="horz"/>
          <a:lstStyle>
            <a:lvl1pPr algn="r">
              <a:defRPr sz="9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5EF2332-01BF-834F-8236-50238282D53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76200875"/>
      </p:ext>
    </p:extLst>
  </p:cSld>
  <p:clrMap accent1="accent1" accent2="accent2" accent3="accent3" accent4="accent4" accent5="accent5" accent6="accent6" bg1="lt1" bg2="lt2" folHlink="folHlink" hlink="hlink" tx1="dk1" tx2="dk2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342900" eaLnBrk="1" hangingPunct="1" latinLnBrk="0" rtl="0">
        <a:spcBef>
          <a:spcPct val="0"/>
        </a:spcBef>
        <a:buNone/>
        <a:defRPr kern="1200" sz="33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algn="l" defTabSz="342900" eaLnBrk="1" hangingPunct="1" indent="-342900" latinLnBrk="0" marL="342900" rtl="0">
        <a:spcBef>
          <a:spcPct val="20000"/>
        </a:spcBef>
        <a:buFont typeface="Arial"/>
        <a:buChar char="•"/>
        <a:defRPr kern="1200" sz="240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indent="-342900" latinLnBrk="0" marL="685800" rtl="0">
        <a:spcBef>
          <a:spcPct val="20000"/>
        </a:spcBef>
        <a:buFont typeface="Arial"/>
        <a:buChar char="–"/>
        <a:defRPr kern="1200" sz="210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indent="-342900" latinLnBrk="0" marL="1028700" rtl="0">
        <a:spcBef>
          <a:spcPct val="20000"/>
        </a:spcBef>
        <a:buFont typeface="Arial"/>
        <a:buChar char="•"/>
        <a:defRPr kern="1200" sz="180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indent="-342900" latinLnBrk="0" marL="1371600" rtl="0">
        <a:spcBef>
          <a:spcPct val="20000"/>
        </a:spcBef>
        <a:buFont typeface="Arial"/>
        <a:buChar char="–"/>
        <a:defRPr kern="1200" sz="150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indent="-342900" latinLnBrk="0" marL="1714500" rtl="0">
        <a:spcBef>
          <a:spcPct val="20000"/>
        </a:spcBef>
        <a:buFont typeface="Arial"/>
        <a:buChar char="»"/>
        <a:defRPr kern="1200" sz="150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indent="-342900" latinLnBrk="0" marL="20574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indent="-342900" latinLnBrk="0" marL="24003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indent="-342900" latinLnBrk="0" marL="27432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indent="-342900" latinLnBrk="0" marL="3086100" rtl="0">
        <a:spcBef>
          <a:spcPct val="20000"/>
        </a:spcBef>
        <a:buFont typeface="Arial"/>
        <a:buChar char="•"/>
        <a:defRPr kern="1200" sz="15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algn="l" defTabSz="342900" eaLnBrk="1" hangingPunct="1" latinLnBrk="0" marL="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1pPr>
      <a:lvl2pPr algn="l" defTabSz="342900" eaLnBrk="1" hangingPunct="1" latinLnBrk="0" marL="3429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2pPr>
      <a:lvl3pPr algn="l" defTabSz="342900" eaLnBrk="1" hangingPunct="1" latinLnBrk="0" marL="6858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3pPr>
      <a:lvl4pPr algn="l" defTabSz="342900" eaLnBrk="1" hangingPunct="1" latinLnBrk="0" marL="10287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4pPr>
      <a:lvl5pPr algn="l" defTabSz="342900" eaLnBrk="1" hangingPunct="1" latinLnBrk="0" marL="13716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5pPr>
      <a:lvl6pPr algn="l" defTabSz="342900" eaLnBrk="1" hangingPunct="1" latinLnBrk="0" marL="17145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6pPr>
      <a:lvl7pPr algn="l" defTabSz="342900" eaLnBrk="1" hangingPunct="1" latinLnBrk="0" marL="20574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7pPr>
      <a:lvl8pPr algn="l" defTabSz="342900" eaLnBrk="1" hangingPunct="1" latinLnBrk="0" marL="24003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8pPr>
      <a:lvl9pPr algn="l" defTabSz="342900" eaLnBrk="1" hangingPunct="1" latinLnBrk="0" marL="2743200" rtl="0">
        <a:defRPr kern="1200" sz="135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2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3.xml.rels><?xml version="1.0" encoding="UTF-8"?><Relationships xmlns="http://schemas.openxmlformats.org/package/2006/relationships"><Relationship Id="rId1" Type="http://schemas.openxmlformats.org/officeDocument/2006/relationships/slideLayout" Target="../slideLayouts/slideLayout8.xml" /></Relationships>
</file>

<file path=ppt/slides/_rels/slide4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5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6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_rels/slide7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Relationship Id="rId2" Type="http://schemas.openxmlformats.org/officeDocument/2006/relationships/hyperlink" Target="https://www.zxbank.asia/app" TargetMode="External" /><Relationship Id="rId3" Type="http://schemas.openxmlformats.org/officeDocument/2006/relationships/hyperlink" Target="https://www.zxbank.asia/netbanking" TargetMode="External" /><Relationship Id="rId4" Type="http://schemas.openxmlformats.org/officeDocument/2006/relationships/hyperlink" Target="https://www.zxbank.asia/personal-loan" TargetMode="External" /></Relationships>
</file>

<file path=ppt/slides/_rels/slide8.xml.rels><?xml version="1.0" encoding="UTF-8"?><Relationships xmlns="http://schemas.openxmlformats.org/package/2006/relationships"><Relationship Id="rId1" Type="http://schemas.openxmlformats.org/officeDocument/2006/relationships/slideLayout" Target="../slideLayouts/slideLayout2.xml" 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ZX Bank Ltd. – Personal Loan Information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ZX Bank Ltd. offers flexible Personal Loans designed to meet your financial needs—whether it’s for weddings, education, travel, medical emergencies, or personal projects—with competitive rates and simple documentation.</a:t>
            </a:r>
          </a:p>
        </p:txBody>
      </p:sp>
    </p:spTree>
  </p:cSld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Features &amp; Benefits</a:t>
            </a:r>
          </a:p>
          <a:p>
            <a:pPr lvl="0"/>
            <a:r>
              <a:rPr b="1"/>
              <a:t>Loan Amount:</a:t>
            </a:r>
            <a:r>
              <a:rPr/>
              <a:t> Up to ₹30,00,000 (INR) or equivalent in local currency</a:t>
            </a:r>
            <a:br/>
          </a:p>
          <a:p>
            <a:pPr lvl="0"/>
            <a:r>
              <a:rPr b="1"/>
              <a:t>Flexible Tenure:</a:t>
            </a:r>
            <a:r>
              <a:rPr/>
              <a:t> 12 to 60 months</a:t>
            </a:r>
            <a:br/>
          </a:p>
          <a:p>
            <a:pPr lvl="0"/>
            <a:r>
              <a:rPr b="1"/>
              <a:t>Quick Approval:</a:t>
            </a:r>
            <a:r>
              <a:rPr/>
              <a:t> Instant eligibility check &amp; digital application</a:t>
            </a:r>
            <a:br/>
          </a:p>
          <a:p>
            <a:pPr lvl="0"/>
            <a:r>
              <a:rPr b="1"/>
              <a:t>Zero Collateral:</a:t>
            </a:r>
            <a:r>
              <a:rPr/>
              <a:t> No need for security or guarantor</a:t>
            </a:r>
            <a:br/>
          </a:p>
          <a:p>
            <a:pPr lvl="0"/>
            <a:r>
              <a:rPr b="1"/>
              <a:t>Part-Payment &amp; Foreclosure:</a:t>
            </a:r>
            <a:r>
              <a:rPr/>
              <a:t> Convenient repayment options</a:t>
            </a:r>
          </a:p>
        </p:txBody>
      </p:sp>
    </p:spTree>
  </p:cSld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idx="2" sz="half" type="body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Interest Rate</a:t>
            </a:r>
          </a:p>
        </p:txBody>
      </p:sp>
      <p:graphicFrame>
        <p:nvGraphicFramePr>
          <p:cNvPr id="6" name="Content Placeholder 5"/>
          <p:cNvGraphicFramePr>
            <a:graphicFrameLocks noGrp="1"/>
          </p:cNvGraphicFramePr>
          <p:nvPr>
            <p:ph idx="1"/>
          </p:nvPr>
        </p:nvGraphicFramePr>
        <p:xfrm>
          <a:off x="3568700" y="203200"/>
          <a:ext cx="5105400" cy="43815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552700"/>
                <a:gridCol w="2552700"/>
              </a:tblGrid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Customer Category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Interest Rate (per annum)</a:t>
                      </a:r>
                    </a:p>
                  </a:txBody>
                  <a:tcPr/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Salaried (India, Sri Lanka)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11.75% – 17.99%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Self-Employed (India, Sri Lanka)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13.25% – 19.99%</a:t>
                      </a:r>
                    </a:p>
                  </a:txBody>
                </a:tc>
              </a:tr>
              <a:tr h="0">
                <a:tc>
                  <a:txBody>
                    <a:bodyPr/>
                    <a:lstStyle/>
                    <a:p>
                      <a:pPr lvl="0" indent="0" marL="0">
                        <a:buNone/>
                      </a:pPr>
                      <a:r>
                        <a:rPr/>
                        <a:t>Bangladesh, Bhutan, Nepal</a:t>
                      </a:r>
                    </a:p>
                  </a:txBody>
                </a:tc>
                <a:tc>
                  <a:txBody>
                    <a:bodyPr/>
                    <a:lstStyle/>
                    <a:p>
                      <a:pPr lvl="0" indent="0" marL="0" algn="ctr">
                        <a:buNone/>
                      </a:pPr>
                      <a:r>
                        <a:rPr/>
                        <a:t>13.50% – 21.00%*</a:t>
                      </a:r>
                    </a:p>
                  </a:txBody>
                </a:tc>
              </a:tr>
            </a:tbl>
          </a:graphicData>
        </a:graphic>
      </p:graphicFrame>
    </p:spTree>
  </p:cSld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buNone/>
            </a:pPr>
            <a:r>
              <a:rPr/>
              <a:t>*Subject to local market review and may vary by branch/country.</a:t>
            </a:r>
          </a:p>
        </p:txBody>
      </p:sp>
    </p:spTree>
  </p:cSld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Documentation Required</a:t>
            </a:r>
          </a:p>
          <a:p>
            <a:pPr lvl="0" indent="0" marL="0">
              <a:buNone/>
            </a:pPr>
            <a:r>
              <a:rPr b="1"/>
              <a:t>For Salaried Individuals:</a:t>
            </a:r>
          </a:p>
          <a:p>
            <a:pPr lvl="0"/>
            <a:r>
              <a:rPr/>
              <a:t>Completed Personal Loan Application Form</a:t>
            </a:r>
          </a:p>
          <a:p>
            <a:pPr lvl="0"/>
            <a:r>
              <a:rPr/>
              <a:t>Photo Identity Proof (Aadhaar Card, Passport, Voter ID, etc.)</a:t>
            </a:r>
          </a:p>
          <a:p>
            <a:pPr lvl="0"/>
            <a:r>
              <a:rPr/>
              <a:t>Address Proof (Utility bill, Passport, Aadhar, etc.)</a:t>
            </a:r>
          </a:p>
          <a:p>
            <a:pPr lvl="0"/>
            <a:r>
              <a:rPr/>
              <a:t>Latest 3 months’ Salary Slips</a:t>
            </a:r>
          </a:p>
          <a:p>
            <a:pPr lvl="0"/>
            <a:r>
              <a:rPr/>
              <a:t>Last 6 months’ Bank Statements</a:t>
            </a:r>
          </a:p>
          <a:p>
            <a:pPr lvl="0"/>
            <a:r>
              <a:rPr/>
              <a:t>1 Passport-size Photograph</a:t>
            </a:r>
          </a:p>
          <a:p>
            <a:pPr lvl="0"/>
            <a:r>
              <a:rPr/>
              <a:t>PAN Card (for Indian applicants)</a:t>
            </a:r>
          </a:p>
          <a:p>
            <a:pPr lvl="0" indent="0" marL="0">
              <a:buNone/>
            </a:pPr>
            <a:r>
              <a:rPr b="1"/>
              <a:t>For Self-Employed Individuals:</a:t>
            </a:r>
          </a:p>
          <a:p>
            <a:pPr lvl="0"/>
            <a:r>
              <a:rPr/>
              <a:t>Completed Application Form</a:t>
            </a:r>
          </a:p>
          <a:p>
            <a:pPr lvl="0"/>
            <a:r>
              <a:rPr/>
              <a:t>Photo Identity &amp; Address Proof</a:t>
            </a:r>
          </a:p>
          <a:p>
            <a:pPr lvl="0"/>
            <a:r>
              <a:rPr/>
              <a:t>Last 2 years’ Income Tax Returns</a:t>
            </a:r>
          </a:p>
          <a:p>
            <a:pPr lvl="0"/>
            <a:r>
              <a:rPr/>
              <a:t>Business Continuity Proof (Trade license, GST certificate, etc.)</a:t>
            </a:r>
          </a:p>
          <a:p>
            <a:pPr lvl="0"/>
            <a:r>
              <a:rPr/>
              <a:t>Last 6 months’ Bank Statements</a:t>
            </a:r>
          </a:p>
          <a:p>
            <a:pPr lvl="0"/>
            <a:r>
              <a:rPr/>
              <a:t>PAN Card (for Indian applicants)</a:t>
            </a:r>
          </a:p>
        </p:txBody>
      </p:sp>
    </p:spTree>
  </p:cSld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Maximum Loan Amount</a:t>
            </a:r>
          </a:p>
          <a:p>
            <a:pPr lvl="0"/>
            <a:r>
              <a:rPr b="1"/>
              <a:t>India:</a:t>
            </a:r>
            <a:r>
              <a:rPr/>
              <a:t> Up to ₹30,00,000</a:t>
            </a:r>
          </a:p>
          <a:p>
            <a:pPr lvl="0"/>
            <a:r>
              <a:rPr b="1"/>
              <a:t>Sri Lanka:</a:t>
            </a:r>
            <a:r>
              <a:rPr/>
              <a:t> Up to LKR 60,00,000</a:t>
            </a:r>
          </a:p>
          <a:p>
            <a:pPr lvl="0"/>
            <a:r>
              <a:rPr b="1"/>
              <a:t>Bangladesh:</a:t>
            </a:r>
            <a:r>
              <a:rPr/>
              <a:t> Up to BDT 35,00,000</a:t>
            </a:r>
          </a:p>
          <a:p>
            <a:pPr lvl="0"/>
            <a:r>
              <a:rPr b="1"/>
              <a:t>Bhutan:</a:t>
            </a:r>
            <a:r>
              <a:rPr/>
              <a:t> Up to BTN 15,00,000</a:t>
            </a:r>
          </a:p>
          <a:p>
            <a:pPr lvl="0"/>
            <a:r>
              <a:rPr b="1"/>
              <a:t>Nepal:</a:t>
            </a:r>
            <a:r>
              <a:rPr/>
              <a:t> Up to NPR 40,00,000</a:t>
            </a:r>
          </a:p>
          <a:p>
            <a:pPr lvl="0" indent="0" marL="0">
              <a:buNone/>
            </a:pPr>
            <a:r>
              <a:rPr i="1"/>
              <a:t>Note: Final loan amount and eligibility are subject to bank policy, applicant profile, and credit assessment.</a:t>
            </a:r>
          </a:p>
        </p:txBody>
      </p:sp>
    </p:spTree>
  </p:cSld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0">
              <a:spcBef>
                <a:spcPts val="3000"/>
              </a:spcBef>
              <a:buNone/>
            </a:pPr>
            <a:r>
              <a:rPr b="1"/>
              <a:t>How to Apply</a:t>
            </a:r>
          </a:p>
          <a:p>
            <a:pPr lvl="0" indent="-342900" marL="342900">
              <a:buAutoNum type="arabicPeriod"/>
            </a:pPr>
            <a:r>
              <a:rPr b="1"/>
              <a:t>Visit:</a:t>
            </a:r>
            <a:r>
              <a:rPr/>
              <a:t> Any ZX Bank branch in your country</a:t>
            </a:r>
          </a:p>
          <a:p>
            <a:pPr lvl="0" indent="-342900" marL="342900">
              <a:buAutoNum type="arabicPeriod"/>
            </a:pPr>
            <a:r>
              <a:rPr b="1"/>
              <a:t>Online:</a:t>
            </a:r>
            <a:r>
              <a:rPr/>
              <a:t> Through </a:t>
            </a:r>
            <a:r>
              <a:rPr>
                <a:hlinkClick r:id="rId2"/>
              </a:rPr>
              <a:t>ZX Bank Asia Mobile App</a:t>
            </a:r>
            <a:r>
              <a:rPr/>
              <a:t> or </a:t>
            </a:r>
            <a:r>
              <a:rPr>
                <a:hlinkClick r:id="rId3"/>
              </a:rPr>
              <a:t>NetBanking</a:t>
            </a:r>
          </a:p>
          <a:p>
            <a:pPr lvl="0" indent="-342900" marL="342900">
              <a:buAutoNum type="arabicPeriod"/>
            </a:pPr>
            <a:r>
              <a:rPr b="1"/>
              <a:t>Call:</a:t>
            </a:r>
            <a:r>
              <a:rPr/>
              <a:t> 24x7 Customer Care or use AI Assistant “Zia” on the app</a:t>
            </a:r>
          </a:p>
          <a:p>
            <a:pPr lvl="0" indent="0" marL="0">
              <a:buNone/>
            </a:pPr>
            <a:r>
              <a:rPr/>
              <a:t>For more details, visit </a:t>
            </a:r>
            <a:r>
              <a:rPr>
                <a:hlinkClick r:id="rId4"/>
              </a:rPr>
              <a:t>www.zxbank.asia/personal-loan</a:t>
            </a:r>
          </a:p>
        </p:txBody>
      </p:sp>
    </p:spTree>
  </p:cSld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 indent="0" marL="1270000">
              <a:buNone/>
            </a:pPr>
            <a:r>
              <a:rPr sz="2000" b="1"/>
              <a:t>Note:</a:t>
            </a:r>
            <a:r>
              <a:rPr sz="2000"/>
              <a:t> Interest rates, documentation and product features are subject to change as per regulatory guidelines and at the discretion of ZX Bank Ltd.</a:t>
            </a:r>
          </a:p>
        </p:txBody>
      </p:sp>
    </p:spTree>
  </p:cSld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</TotalTime>
  <Words>49</Words>
  <Application>Microsoft Macintosh PowerPoint</Application>
  <PresentationFormat>On-screen Show (16:9)</PresentationFormat>
  <Paragraphs>15</Paragraphs>
  <Slides>4</Slides>
  <Notes>2</Notes>
  <HiddenSlides>0</HiddenSlides>
  <MMClips>0</MMClips>
  <ScaleCrop>false</ScaleCrop>
  <HeadingPairs>
    <vt:vector size="6" baseType="variant">
      <vt:variant>
        <vt:lpstr>Fonts Used</vt:lpstr>
      </vt:variant>
      <vt:variant>
        <vt:i4>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</vt:i4>
      </vt:variant>
    </vt:vector>
  </HeadingPairs>
  <TitlesOfParts>
    <vt:vector size="7" baseType="lpstr">
      <vt:lpstr>Arial</vt:lpstr>
      <vt:lpstr>Calibri</vt:lpstr>
      <vt:lpstr>Office Theme</vt:lpstr>
      <vt:lpstr>Presentation Title</vt:lpstr>
      <vt:lpstr>Slide Title</vt:lpstr>
      <vt:lpstr>Section header</vt:lpstr>
      <vt:lpstr>Slide Title for Two-Content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dcterms:created xsi:type="dcterms:W3CDTF">2025-07-30T07:50:27Z</dcterms:created>
  <dcterms:modified xsi:type="dcterms:W3CDTF">2025-07-30T07:50:27Z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/>
</file>