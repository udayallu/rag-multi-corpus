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Branches in Kolkata</a:t>
            </a:r>
          </a:p>
        </p:txBody>
      </p:sp>
      <p:sp>
        <p:nvSpPr>
          <p:cNvPr id="3" name="Content Placeholder 2"/>
          <p:cNvSpPr>
            <a:spLocks noGrp="1"/>
          </p:cNvSpPr>
          <p:nvPr>
            <p:ph idx="1"/>
          </p:nvPr>
        </p:nvSpPr>
        <p:spPr/>
        <p:txBody>
          <a:bodyPr/>
          <a:lstStyle/>
          <a:p>
            <a:pPr lvl="0" indent="0" marL="0">
              <a:buNone/>
            </a:pPr>
            <a:r>
              <a:rPr/>
              <a:t>Kolkata, the cultural and financial hub of Eastern India, enjoys robust banking infrastructure supported by ZX Bank’s expanding network. To serve the diverse needs of individuals and businesses, ZX Bank has strategically distributed its branches across the city’s major regions—North, South, East, West, and Central Kolkata. This facilitates convenient access to retail, digital, and corporate banking services for residents, business owners, and visitors throughout the metropolitan area.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North Kolkata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17A, APC Road, Manicktala, Kolkata 700009</a:t>
                      </a:r>
                    </a:p>
                  </a:txBody>
                </a:tc>
                <a:tc>
                  <a:txBody>
                    <a:bodyPr/>
                    <a:lstStyle/>
                    <a:p>
                      <a:pPr lvl="0" indent="0" marL="0">
                        <a:buNone/>
                      </a:pPr>
                      <a:r>
                        <a:rPr/>
                        <a:t>ZXIN0002001</a:t>
                      </a:r>
                    </a:p>
                  </a:txBody>
                </a:tc>
                <a:tc>
                  <a:txBody>
                    <a:bodyPr/>
                    <a:lstStyle/>
                    <a:p>
                      <a:pPr lvl="0" indent="0" marL="0">
                        <a:buNone/>
                      </a:pPr>
                      <a:r>
                        <a:rPr/>
                        <a:t>033-2451 1201</a:t>
                      </a:r>
                    </a:p>
                  </a:txBody>
                </a:tc>
              </a:tr>
              <a:tr h="0">
                <a:tc>
                  <a:txBody>
                    <a:bodyPr/>
                    <a:lstStyle/>
                    <a:p>
                      <a:pPr lvl="0" indent="0" marL="0">
                        <a:buNone/>
                      </a:pPr>
                      <a:r>
                        <a:rPr/>
                        <a:t>56/2, B.T. Road, Baranagar, Kolkata 700090</a:t>
                      </a:r>
                    </a:p>
                  </a:txBody>
                </a:tc>
                <a:tc>
                  <a:txBody>
                    <a:bodyPr/>
                    <a:lstStyle/>
                    <a:p>
                      <a:pPr lvl="0" indent="0" marL="0">
                        <a:buNone/>
                      </a:pPr>
                      <a:r>
                        <a:rPr/>
                        <a:t>ZXIN0002002</a:t>
                      </a:r>
                    </a:p>
                  </a:txBody>
                </a:tc>
                <a:tc>
                  <a:txBody>
                    <a:bodyPr/>
                    <a:lstStyle/>
                    <a:p>
                      <a:pPr lvl="0" indent="0" marL="0">
                        <a:buNone/>
                      </a:pPr>
                      <a:r>
                        <a:rPr/>
                        <a:t>033-2565 4490</a:t>
                      </a:r>
                    </a:p>
                  </a:txBody>
                </a:tc>
              </a:tr>
              <a:tr h="0">
                <a:tc>
                  <a:txBody>
                    <a:bodyPr/>
                    <a:lstStyle/>
                    <a:p>
                      <a:pPr lvl="0" indent="0" marL="0">
                        <a:buNone/>
                      </a:pPr>
                      <a:r>
                        <a:rPr/>
                        <a:t>12, Bidhan Sarani, Shyambazar, Kolkata 700004</a:t>
                      </a:r>
                    </a:p>
                  </a:txBody>
                </a:tc>
                <a:tc>
                  <a:txBody>
                    <a:bodyPr/>
                    <a:lstStyle/>
                    <a:p>
                      <a:pPr lvl="0" indent="0" marL="0">
                        <a:buNone/>
                      </a:pPr>
                      <a:r>
                        <a:rPr/>
                        <a:t>ZXIN0002003</a:t>
                      </a:r>
                    </a:p>
                  </a:txBody>
                </a:tc>
                <a:tc>
                  <a:txBody>
                    <a:bodyPr/>
                    <a:lstStyle/>
                    <a:p>
                      <a:pPr lvl="0" indent="0" marL="0">
                        <a:buNone/>
                      </a:pPr>
                      <a:r>
                        <a:rPr/>
                        <a:t>033-2337 7210</a:t>
                      </a:r>
                    </a:p>
                  </a:txBody>
                </a:tc>
              </a:tr>
              <a:tr h="0">
                <a:tc>
                  <a:txBody>
                    <a:bodyPr/>
                    <a:lstStyle/>
                    <a:p>
                      <a:pPr lvl="0" indent="0" marL="0">
                        <a:buNone/>
                      </a:pPr>
                      <a:r>
                        <a:rPr/>
                        <a:t>129, Raja Dinendra St, Belgachia, Kolkata 700037</a:t>
                      </a:r>
                    </a:p>
                  </a:txBody>
                </a:tc>
                <a:tc>
                  <a:txBody>
                    <a:bodyPr/>
                    <a:lstStyle/>
                    <a:p>
                      <a:pPr lvl="0" indent="0" marL="0">
                        <a:buNone/>
                      </a:pPr>
                      <a:r>
                        <a:rPr/>
                        <a:t>ZXIN0002004</a:t>
                      </a:r>
                    </a:p>
                  </a:txBody>
                </a:tc>
                <a:tc>
                  <a:txBody>
                    <a:bodyPr/>
                    <a:lstStyle/>
                    <a:p>
                      <a:pPr lvl="0" indent="0" marL="0">
                        <a:buNone/>
                      </a:pPr>
                      <a:r>
                        <a:rPr/>
                        <a:t>033-2557 4043</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South Kolkata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3/4, Gariahat Road, Ballygunge, Kolkata 700019</a:t>
                      </a:r>
                    </a:p>
                  </a:txBody>
                </a:tc>
                <a:tc>
                  <a:txBody>
                    <a:bodyPr/>
                    <a:lstStyle/>
                    <a:p>
                      <a:pPr lvl="0" indent="0" marL="0">
                        <a:buNone/>
                      </a:pPr>
                      <a:r>
                        <a:rPr/>
                        <a:t>ZXIN0002101</a:t>
                      </a:r>
                    </a:p>
                  </a:txBody>
                </a:tc>
                <a:tc>
                  <a:txBody>
                    <a:bodyPr/>
                    <a:lstStyle/>
                    <a:p>
                      <a:pPr lvl="0" indent="0" marL="0">
                        <a:buNone/>
                      </a:pPr>
                      <a:r>
                        <a:rPr/>
                        <a:t>033-2460 0150</a:t>
                      </a:r>
                    </a:p>
                  </a:txBody>
                </a:tc>
              </a:tr>
              <a:tr h="0">
                <a:tc>
                  <a:txBody>
                    <a:bodyPr/>
                    <a:lstStyle/>
                    <a:p>
                      <a:pPr lvl="0" indent="0" marL="0">
                        <a:buNone/>
                      </a:pPr>
                      <a:r>
                        <a:rPr/>
                        <a:t>184, Rashbehari Ave, Tollygunge, Kolkata 700033</a:t>
                      </a:r>
                    </a:p>
                  </a:txBody>
                </a:tc>
                <a:tc>
                  <a:txBody>
                    <a:bodyPr/>
                    <a:lstStyle/>
                    <a:p>
                      <a:pPr lvl="0" indent="0" marL="0">
                        <a:buNone/>
                      </a:pPr>
                      <a:r>
                        <a:rPr/>
                        <a:t>ZXIN0002102</a:t>
                      </a:r>
                    </a:p>
                  </a:txBody>
                </a:tc>
                <a:tc>
                  <a:txBody>
                    <a:bodyPr/>
                    <a:lstStyle/>
                    <a:p>
                      <a:pPr lvl="0" indent="0" marL="0">
                        <a:buNone/>
                      </a:pPr>
                      <a:r>
                        <a:rPr/>
                        <a:t>033-2414 6075</a:t>
                      </a:r>
                    </a:p>
                  </a:txBody>
                </a:tc>
              </a:tr>
              <a:tr h="0">
                <a:tc>
                  <a:txBody>
                    <a:bodyPr/>
                    <a:lstStyle/>
                    <a:p>
                      <a:pPr lvl="0" indent="0" marL="0">
                        <a:buNone/>
                      </a:pPr>
                      <a:r>
                        <a:rPr/>
                        <a:t>78, Prince Anwar Shah Rd, Jadavpur, Kolkata 700045</a:t>
                      </a:r>
                    </a:p>
                  </a:txBody>
                </a:tc>
                <a:tc>
                  <a:txBody>
                    <a:bodyPr/>
                    <a:lstStyle/>
                    <a:p>
                      <a:pPr lvl="0" indent="0" marL="0">
                        <a:buNone/>
                      </a:pPr>
                      <a:r>
                        <a:rPr/>
                        <a:t>ZXIN0002103</a:t>
                      </a:r>
                    </a:p>
                  </a:txBody>
                </a:tc>
                <a:tc>
                  <a:txBody>
                    <a:bodyPr/>
                    <a:lstStyle/>
                    <a:p>
                      <a:pPr lvl="0" indent="0" marL="0">
                        <a:buNone/>
                      </a:pPr>
                      <a:r>
                        <a:rPr/>
                        <a:t>033-2413 8192</a:t>
                      </a:r>
                    </a:p>
                  </a:txBody>
                </a:tc>
              </a:tr>
              <a:tr h="0">
                <a:tc>
                  <a:txBody>
                    <a:bodyPr/>
                    <a:lstStyle/>
                    <a:p>
                      <a:pPr lvl="0" indent="0" marL="0">
                        <a:buNone/>
                      </a:pPr>
                      <a:r>
                        <a:rPr/>
                        <a:t>33, NSC Bose Road, Netaji Nagar, Kolkata 700040</a:t>
                      </a:r>
                    </a:p>
                  </a:txBody>
                </a:tc>
                <a:tc>
                  <a:txBody>
                    <a:bodyPr/>
                    <a:lstStyle/>
                    <a:p>
                      <a:pPr lvl="0" indent="0" marL="0">
                        <a:buNone/>
                      </a:pPr>
                      <a:r>
                        <a:rPr/>
                        <a:t>ZXIN0002104</a:t>
                      </a:r>
                    </a:p>
                  </a:txBody>
                </a:tc>
                <a:tc>
                  <a:txBody>
                    <a:bodyPr/>
                    <a:lstStyle/>
                    <a:p>
                      <a:pPr lvl="0" indent="0" marL="0">
                        <a:buNone/>
                      </a:pPr>
                      <a:r>
                        <a:rPr/>
                        <a:t>033-2425 8041</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East Kolkata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88, Salt Lake, Sector II, Kolkata 700091</a:t>
                      </a:r>
                    </a:p>
                  </a:txBody>
                </a:tc>
                <a:tc>
                  <a:txBody>
                    <a:bodyPr/>
                    <a:lstStyle/>
                    <a:p>
                      <a:pPr lvl="0" indent="0" marL="0">
                        <a:buNone/>
                      </a:pPr>
                      <a:r>
                        <a:rPr/>
                        <a:t>ZXIN0002201</a:t>
                      </a:r>
                    </a:p>
                  </a:txBody>
                </a:tc>
                <a:tc>
                  <a:txBody>
                    <a:bodyPr/>
                    <a:lstStyle/>
                    <a:p>
                      <a:pPr lvl="0" indent="0" marL="0">
                        <a:buNone/>
                      </a:pPr>
                      <a:r>
                        <a:rPr/>
                        <a:t>033-2358 4463</a:t>
                      </a:r>
                    </a:p>
                  </a:txBody>
                </a:tc>
              </a:tr>
              <a:tr h="0">
                <a:tc>
                  <a:txBody>
                    <a:bodyPr/>
                    <a:lstStyle/>
                    <a:p>
                      <a:pPr lvl="0" indent="0" marL="0">
                        <a:buNone/>
                      </a:pPr>
                      <a:r>
                        <a:rPr/>
                        <a:t>50, EM Bypass, Anandapur, Kolkata 700107</a:t>
                      </a:r>
                    </a:p>
                  </a:txBody>
                </a:tc>
                <a:tc>
                  <a:txBody>
                    <a:bodyPr/>
                    <a:lstStyle/>
                    <a:p>
                      <a:pPr lvl="0" indent="0" marL="0">
                        <a:buNone/>
                      </a:pPr>
                      <a:r>
                        <a:rPr/>
                        <a:t>ZXIN0002202</a:t>
                      </a:r>
                    </a:p>
                  </a:txBody>
                </a:tc>
                <a:tc>
                  <a:txBody>
                    <a:bodyPr/>
                    <a:lstStyle/>
                    <a:p>
                      <a:pPr lvl="0" indent="0" marL="0">
                        <a:buNone/>
                      </a:pPr>
                      <a:r>
                        <a:rPr/>
                        <a:t>033-2443 9805</a:t>
                      </a:r>
                    </a:p>
                  </a:txBody>
                </a:tc>
              </a:tr>
              <a:tr h="0">
                <a:tc>
                  <a:txBody>
                    <a:bodyPr/>
                    <a:lstStyle/>
                    <a:p>
                      <a:pPr lvl="0" indent="0" marL="0">
                        <a:buNone/>
                      </a:pPr>
                      <a:r>
                        <a:rPr/>
                        <a:t>12, VIP Road, Kestopur, Kolkata 700102</a:t>
                      </a:r>
                    </a:p>
                  </a:txBody>
                </a:tc>
                <a:tc>
                  <a:txBody>
                    <a:bodyPr/>
                    <a:lstStyle/>
                    <a:p>
                      <a:pPr lvl="0" indent="0" marL="0">
                        <a:buNone/>
                      </a:pPr>
                      <a:r>
                        <a:rPr/>
                        <a:t>ZXIN0002203</a:t>
                      </a:r>
                    </a:p>
                  </a:txBody>
                </a:tc>
                <a:tc>
                  <a:txBody>
                    <a:bodyPr/>
                    <a:lstStyle/>
                    <a:p>
                      <a:pPr lvl="0" indent="0" marL="0">
                        <a:buNone/>
                      </a:pPr>
                      <a:r>
                        <a:rPr/>
                        <a:t>033-2574 0025</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West Kolkata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6/2, Sarat Bose Road, Behala, Kolkata 700034</a:t>
                      </a:r>
                    </a:p>
                  </a:txBody>
                </a:tc>
                <a:tc>
                  <a:txBody>
                    <a:bodyPr/>
                    <a:lstStyle/>
                    <a:p>
                      <a:pPr lvl="0" indent="0" marL="0">
                        <a:buNone/>
                      </a:pPr>
                      <a:r>
                        <a:rPr/>
                        <a:t>ZXIN0002301</a:t>
                      </a:r>
                    </a:p>
                  </a:txBody>
                </a:tc>
                <a:tc>
                  <a:txBody>
                    <a:bodyPr/>
                    <a:lstStyle/>
                    <a:p>
                      <a:pPr lvl="0" indent="0" marL="0">
                        <a:buNone/>
                      </a:pPr>
                      <a:r>
                        <a:rPr/>
                        <a:t>033-2468 5924</a:t>
                      </a:r>
                    </a:p>
                  </a:txBody>
                </a:tc>
              </a:tr>
              <a:tr h="0">
                <a:tc>
                  <a:txBody>
                    <a:bodyPr/>
                    <a:lstStyle/>
                    <a:p>
                      <a:pPr lvl="0" indent="0" marL="0">
                        <a:buNone/>
                      </a:pPr>
                      <a:r>
                        <a:rPr/>
                        <a:t>43, Andul Road, Howrah Maidan, Howrah 711102</a:t>
                      </a:r>
                    </a:p>
                  </a:txBody>
                </a:tc>
                <a:tc>
                  <a:txBody>
                    <a:bodyPr/>
                    <a:lstStyle/>
                    <a:p>
                      <a:pPr lvl="0" indent="0" marL="0">
                        <a:buNone/>
                      </a:pPr>
                      <a:r>
                        <a:rPr/>
                        <a:t>ZXIN0002302</a:t>
                      </a:r>
                    </a:p>
                  </a:txBody>
                </a:tc>
                <a:tc>
                  <a:txBody>
                    <a:bodyPr/>
                    <a:lstStyle/>
                    <a:p>
                      <a:pPr lvl="0" indent="0" marL="0">
                        <a:buNone/>
                      </a:pPr>
                      <a:r>
                        <a:rPr/>
                        <a:t>033-2641 7882</a:t>
                      </a:r>
                    </a:p>
                  </a:txBody>
                </a:tc>
              </a:tr>
              <a:tr h="0">
                <a:tc>
                  <a:txBody>
                    <a:bodyPr/>
                    <a:lstStyle/>
                    <a:p>
                      <a:pPr lvl="0" indent="0" marL="0">
                        <a:buNone/>
                      </a:pPr>
                      <a:r>
                        <a:rPr/>
                        <a:t>112, James Long Sarani, Barisha, Kolkata 700008</a:t>
                      </a:r>
                    </a:p>
                  </a:txBody>
                </a:tc>
                <a:tc>
                  <a:txBody>
                    <a:bodyPr/>
                    <a:lstStyle/>
                    <a:p>
                      <a:pPr lvl="0" indent="0" marL="0">
                        <a:buNone/>
                      </a:pPr>
                      <a:r>
                        <a:rPr/>
                        <a:t>ZXIN0002303</a:t>
                      </a:r>
                    </a:p>
                  </a:txBody>
                </a:tc>
                <a:tc>
                  <a:txBody>
                    <a:bodyPr/>
                    <a:lstStyle/>
                    <a:p>
                      <a:pPr lvl="0" indent="0" marL="0">
                        <a:buNone/>
                      </a:pPr>
                      <a:r>
                        <a:rPr/>
                        <a:t>033-2407 3813</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Central Kolkata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15, Park Street, Kolkata 700016</a:t>
                      </a:r>
                    </a:p>
                  </a:txBody>
                </a:tc>
                <a:tc>
                  <a:txBody>
                    <a:bodyPr/>
                    <a:lstStyle/>
                    <a:p>
                      <a:pPr lvl="0" indent="0" marL="0">
                        <a:buNone/>
                      </a:pPr>
                      <a:r>
                        <a:rPr/>
                        <a:t>ZXIN0002401</a:t>
                      </a:r>
                    </a:p>
                  </a:txBody>
                </a:tc>
                <a:tc>
                  <a:txBody>
                    <a:bodyPr/>
                    <a:lstStyle/>
                    <a:p>
                      <a:pPr lvl="0" indent="0" marL="0">
                        <a:buNone/>
                      </a:pPr>
                      <a:r>
                        <a:rPr/>
                        <a:t>033-2228 4571</a:t>
                      </a:r>
                    </a:p>
                  </a:txBody>
                </a:tc>
              </a:tr>
              <a:tr h="0">
                <a:tc>
                  <a:txBody>
                    <a:bodyPr/>
                    <a:lstStyle/>
                    <a:p>
                      <a:pPr lvl="0" indent="0" marL="0">
                        <a:buNone/>
                      </a:pPr>
                      <a:r>
                        <a:rPr/>
                        <a:t>3, Chowringhee Road, Esplanade, Kolkata 700013</a:t>
                      </a:r>
                    </a:p>
                  </a:txBody>
                </a:tc>
                <a:tc>
                  <a:txBody>
                    <a:bodyPr/>
                    <a:lstStyle/>
                    <a:p>
                      <a:pPr lvl="0" indent="0" marL="0">
                        <a:buNone/>
                      </a:pPr>
                      <a:r>
                        <a:rPr/>
                        <a:t>ZXIN0002402</a:t>
                      </a:r>
                    </a:p>
                  </a:txBody>
                </a:tc>
                <a:tc>
                  <a:txBody>
                    <a:bodyPr/>
                    <a:lstStyle/>
                    <a:p>
                      <a:pPr lvl="0" indent="0" marL="0">
                        <a:buNone/>
                      </a:pPr>
                      <a:r>
                        <a:rPr/>
                        <a:t>033-2217 3649</a:t>
                      </a:r>
                    </a:p>
                  </a:txBody>
                </a:tc>
              </a:tr>
              <a:tr h="0">
                <a:tc>
                  <a:txBody>
                    <a:bodyPr/>
                    <a:lstStyle/>
                    <a:p>
                      <a:pPr lvl="0" indent="0" marL="0">
                        <a:buNone/>
                      </a:pPr>
                      <a:r>
                        <a:rPr/>
                        <a:t>35, Lenin Sarani, Dharmatala, Kolkata 700013</a:t>
                      </a:r>
                    </a:p>
                  </a:txBody>
                </a:tc>
                <a:tc>
                  <a:txBody>
                    <a:bodyPr/>
                    <a:lstStyle/>
                    <a:p>
                      <a:pPr lvl="0" indent="0" marL="0">
                        <a:buNone/>
                      </a:pPr>
                      <a:r>
                        <a:rPr/>
                        <a:t>ZXIN0002403</a:t>
                      </a:r>
                    </a:p>
                  </a:txBody>
                </a:tc>
                <a:tc>
                  <a:txBody>
                    <a:bodyPr/>
                    <a:lstStyle/>
                    <a:p>
                      <a:pPr lvl="0" indent="0" marL="0">
                        <a:buNone/>
                      </a:pPr>
                      <a:r>
                        <a:rPr/>
                        <a:t>033-2252 3542</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2025-07-30T07:50:39Z</dcterms:created>
  <dcterms:modified xsi:type="dcterms:W3CDTF">2025-07-30T07:50:39Z</dcterms:modified>
</cp:coreProperties>
</file>

<file path=docProps/custom.xml><?xml version="1.0" encoding="utf-8"?>
<Properties xmlns="http://schemas.openxmlformats.org/officeDocument/2006/custom-properties" xmlns:vt="http://schemas.openxmlformats.org/officeDocument/2006/docPropsVTypes"/>
</file>