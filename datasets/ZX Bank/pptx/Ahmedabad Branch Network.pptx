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Ahmedabad Branch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Ahmedabad stands as a major financial and commercial hub in Western India, and ZX Bank Ltd. ensures robust banking accessibility throughout the city. With a strategically distributed network, ZX Bank branches serve retail, corporate, and digital banking customers across North, South, East, West, and Central Ahmedabad. The following tables list our 17 branches, making world-class banking services and seamless financial solutions easily accessible to all residents and businesses in Ahmedabad.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Ahmedabad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21, Naranpura Main Road, Naranpura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GF, Surya Plaza, Sola Road, Chandlodia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Shukan City, Ranip Bridge, Ranip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Ahmedabad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Maninagar Station Road, Maninagar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8, GIDC Estate, Vatva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Avni Arcade, Isanpur Cross Road, Isanpur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Ahmedabad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Naroda Road, Hansol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112, Chintamani Nagar, Bapunagar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2, Swaminarayan Avenue, Nikol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45, Nava Naroda Circle, Nava Naroda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Ahmedabad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23, Anandnagar Main Road, Satellite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711, Shyamal Cross Road, Vasna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Aryaman Complex, Bodakdev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3, S. G. Highway, Thaltej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Ahmedabad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1st Floor, City Heart, C.G. Road, Navrangpura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17, Relief Road, Lal Darwaza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Ground Floor, Lotus Plaza, Ashram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more information, visit </a:t>
            </a:r>
            <a:r>
              <a:rPr i="1">
                <a:hlinkClick r:id="rId2"/>
              </a:rPr>
              <a:t>ZX Bank Ltd.</a:t>
            </a:r>
            <a:r>
              <a:rPr i="1"/>
              <a:t> or contact your nearest branch from the list above.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2025-07-30T07:49:27Z</dcterms:created>
  <dcterms:modified xsi:type="dcterms:W3CDTF">2025-07-30T07:49:27Z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