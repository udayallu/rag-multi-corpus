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" TargetMode="External" /><Relationship Id="rId3" Type="http://schemas.openxmlformats.org/officeDocument/2006/relationships/hyperlink" Target="https://www.zxbank.asia/atm-locator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ATM Locations at Major Railway Stations and Airports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Ltd. provides 24x7 ATM access at the busiest travel hubs across India for your convenience. Here’s a list of our ATM presence at leading railway stations and airports in top cities: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Mumbai, Maharashtra</a:t>
            </a:r>
          </a:p>
          <a:p>
            <a:pPr lvl="0"/>
            <a:r>
              <a:rPr b="1"/>
              <a:t>Railway Stations:</a:t>
            </a:r>
          </a:p>
          <a:p>
            <a:pPr lvl="1"/>
            <a:r>
              <a:rPr/>
              <a:t>Chhatrapati Shivaji Maharaj Terminus (CSMT)</a:t>
            </a:r>
          </a:p>
          <a:p>
            <a:pPr lvl="1"/>
            <a:r>
              <a:rPr/>
              <a:t>Mumbai Central</a:t>
            </a:r>
          </a:p>
          <a:p>
            <a:pPr lvl="1"/>
            <a:r>
              <a:rPr/>
              <a:t>Dadar</a:t>
            </a:r>
          </a:p>
          <a:p>
            <a:pPr lvl="1"/>
            <a:r>
              <a:rPr/>
              <a:t>Lokmanya Tilak Terminus</a:t>
            </a:r>
          </a:p>
          <a:p>
            <a:pPr lvl="0"/>
            <a:r>
              <a:rPr b="1"/>
              <a:t>Airports:</a:t>
            </a:r>
          </a:p>
          <a:p>
            <a:pPr lvl="1"/>
            <a:r>
              <a:rPr/>
              <a:t>Chhatrapati Shivaji Maharaj International Airport (Terminals 1 &amp; 2)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Delhi, National Capital Territory</a:t>
            </a:r>
          </a:p>
          <a:p>
            <a:pPr lvl="0"/>
            <a:r>
              <a:rPr b="1"/>
              <a:t>Railway Stations:</a:t>
            </a:r>
          </a:p>
          <a:p>
            <a:pPr lvl="1"/>
            <a:r>
              <a:rPr/>
              <a:t>New Delhi Railway Station (NDLS)</a:t>
            </a:r>
          </a:p>
          <a:p>
            <a:pPr lvl="1"/>
            <a:r>
              <a:rPr/>
              <a:t>Hazrat Nizamuddin (NZM)</a:t>
            </a:r>
          </a:p>
          <a:p>
            <a:pPr lvl="1"/>
            <a:r>
              <a:rPr/>
              <a:t>Old Delhi Junction (DLI)</a:t>
            </a:r>
          </a:p>
          <a:p>
            <a:pPr lvl="1"/>
            <a:r>
              <a:rPr/>
              <a:t>Anand Vihar Terminal</a:t>
            </a:r>
          </a:p>
          <a:p>
            <a:pPr lvl="0"/>
            <a:r>
              <a:rPr b="1"/>
              <a:t>Airports:</a:t>
            </a:r>
          </a:p>
          <a:p>
            <a:pPr lvl="1"/>
            <a:r>
              <a:rPr/>
              <a:t>Indira Gandhi International Airport (Terminals 1, 2, 3)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Bangalore (Bengaluru), Karnataka</a:t>
            </a:r>
          </a:p>
          <a:p>
            <a:pPr lvl="0"/>
            <a:r>
              <a:rPr b="1"/>
              <a:t>Railway Stations:</a:t>
            </a:r>
          </a:p>
          <a:p>
            <a:pPr lvl="1"/>
            <a:r>
              <a:rPr/>
              <a:t>Krantivira Sangolli Rayanna (Bengaluru City Junction - SBC)</a:t>
            </a:r>
          </a:p>
          <a:p>
            <a:pPr lvl="1"/>
            <a:r>
              <a:rPr/>
              <a:t>Yeshwanthpur Junction</a:t>
            </a:r>
          </a:p>
          <a:p>
            <a:pPr lvl="0"/>
            <a:r>
              <a:rPr b="1"/>
              <a:t>Airports:</a:t>
            </a:r>
          </a:p>
          <a:p>
            <a:pPr lvl="1"/>
            <a:r>
              <a:rPr/>
              <a:t>Kempegowda International Airport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 Hyderabad, Telangana</a:t>
            </a:r>
          </a:p>
          <a:p>
            <a:pPr lvl="0"/>
            <a:r>
              <a:rPr b="1"/>
              <a:t>Railway Stations:</a:t>
            </a:r>
          </a:p>
          <a:p>
            <a:pPr lvl="1"/>
            <a:r>
              <a:rPr/>
              <a:t>Secunderabad Junction (SC)</a:t>
            </a:r>
          </a:p>
          <a:p>
            <a:pPr lvl="1"/>
            <a:r>
              <a:rPr/>
              <a:t>Hyderabad Deccan (Nampally) (HYB)</a:t>
            </a:r>
          </a:p>
          <a:p>
            <a:pPr lvl="0"/>
            <a:r>
              <a:rPr b="1"/>
              <a:t>Airports:</a:t>
            </a:r>
          </a:p>
          <a:p>
            <a:pPr lvl="1"/>
            <a:r>
              <a:rPr/>
              <a:t>Rajiv Gandhi International Airport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 Chennai, Tamil Nadu</a:t>
            </a:r>
          </a:p>
          <a:p>
            <a:pPr lvl="0"/>
            <a:r>
              <a:rPr b="1"/>
              <a:t>Railway Stations:</a:t>
            </a:r>
          </a:p>
          <a:p>
            <a:pPr lvl="1"/>
            <a:r>
              <a:rPr/>
              <a:t>Chennai Central (MAS)</a:t>
            </a:r>
          </a:p>
          <a:p>
            <a:pPr lvl="1"/>
            <a:r>
              <a:rPr/>
              <a:t>Chennai Egmore (MS)</a:t>
            </a:r>
          </a:p>
          <a:p>
            <a:pPr lvl="0"/>
            <a:r>
              <a:rPr b="1"/>
              <a:t>Airports:</a:t>
            </a:r>
          </a:p>
          <a:p>
            <a:pPr lvl="1"/>
            <a:r>
              <a:rPr/>
              <a:t>Chennai International Airport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6. Kolkata, West Bengal</a:t>
            </a:r>
          </a:p>
          <a:p>
            <a:pPr lvl="0"/>
            <a:r>
              <a:rPr b="1"/>
              <a:t>Railway Stations:</a:t>
            </a:r>
          </a:p>
          <a:p>
            <a:pPr lvl="1"/>
            <a:r>
              <a:rPr/>
              <a:t>Howrah Junction (HWH)</a:t>
            </a:r>
          </a:p>
          <a:p>
            <a:pPr lvl="1"/>
            <a:r>
              <a:rPr/>
              <a:t>Sealdah (SDAH)</a:t>
            </a:r>
          </a:p>
          <a:p>
            <a:pPr lvl="1"/>
            <a:r>
              <a:rPr/>
              <a:t>Kolkata Railway Station (KOAA)</a:t>
            </a:r>
          </a:p>
          <a:p>
            <a:pPr lvl="0"/>
            <a:r>
              <a:rPr b="1"/>
              <a:t>Airports:</a:t>
            </a:r>
          </a:p>
          <a:p>
            <a:pPr lvl="1"/>
            <a:r>
              <a:rPr/>
              <a:t>Netaji Subhas Chandra Bose International Airport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7. Pune, Maharashtra</a:t>
            </a:r>
          </a:p>
          <a:p>
            <a:pPr lvl="0"/>
            <a:r>
              <a:rPr b="1"/>
              <a:t>Railway Stations:</a:t>
            </a:r>
          </a:p>
          <a:p>
            <a:pPr lvl="1"/>
            <a:r>
              <a:rPr/>
              <a:t>Pune Junction (PUNE)</a:t>
            </a:r>
          </a:p>
          <a:p>
            <a:pPr lvl="0"/>
            <a:r>
              <a:rPr b="1"/>
              <a:t>Airports:</a:t>
            </a:r>
          </a:p>
          <a:p>
            <a:pPr lvl="1"/>
            <a:r>
              <a:rPr/>
              <a:t>Pune International Airport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8. Ahmedabad, Gujarat</a:t>
            </a:r>
          </a:p>
          <a:p>
            <a:pPr lvl="0"/>
            <a:r>
              <a:rPr b="1"/>
              <a:t>Railway Stations:</a:t>
            </a:r>
          </a:p>
          <a:p>
            <a:pPr lvl="1"/>
            <a:r>
              <a:rPr/>
              <a:t>Ahmedabad Junction (ADI)</a:t>
            </a:r>
          </a:p>
          <a:p>
            <a:pPr lvl="0"/>
            <a:r>
              <a:rPr b="1"/>
              <a:t>Airports:</a:t>
            </a:r>
          </a:p>
          <a:p>
            <a:pPr lvl="1"/>
            <a:r>
              <a:rPr/>
              <a:t>Sardar Vallabhbhai Patel International Airport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9. Surat, Gujarat</a:t>
            </a:r>
          </a:p>
          <a:p>
            <a:pPr lvl="0"/>
            <a:r>
              <a:rPr b="1"/>
              <a:t>Railway Stations:</a:t>
            </a:r>
          </a:p>
          <a:p>
            <a:pPr lvl="1"/>
            <a:r>
              <a:rPr/>
              <a:t>Surat Railway Station (ST)</a:t>
            </a:r>
          </a:p>
          <a:p>
            <a:pPr lvl="0"/>
            <a:r>
              <a:rPr b="1"/>
              <a:t>Airports:</a:t>
            </a:r>
          </a:p>
          <a:p>
            <a:pPr lvl="1"/>
            <a:r>
              <a:rPr/>
              <a:t>Surat Airport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10. Jaipur, Rajasthan</a:t>
            </a:r>
          </a:p>
          <a:p>
            <a:pPr lvl="0"/>
            <a:r>
              <a:rPr b="1"/>
              <a:t>Railway Stations:</a:t>
            </a:r>
          </a:p>
          <a:p>
            <a:pPr lvl="1"/>
            <a:r>
              <a:rPr/>
              <a:t>Jaipur Junction (JP)</a:t>
            </a:r>
          </a:p>
          <a:p>
            <a:pPr lvl="0"/>
            <a:r>
              <a:rPr b="1"/>
              <a:t>Airports:</a:t>
            </a:r>
          </a:p>
          <a:p>
            <a:pPr lvl="1"/>
            <a:r>
              <a:rPr/>
              <a:t>Jaipur International Airport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11. Lucknow, Uttar Pradesh</a:t>
            </a:r>
          </a:p>
          <a:p>
            <a:pPr lvl="0"/>
            <a:r>
              <a:rPr b="1"/>
              <a:t>Railway Stations:</a:t>
            </a:r>
          </a:p>
          <a:p>
            <a:pPr lvl="1"/>
            <a:r>
              <a:rPr/>
              <a:t>Lucknow Charbagh (LKO / LJN)</a:t>
            </a:r>
          </a:p>
          <a:p>
            <a:pPr lvl="0"/>
            <a:r>
              <a:rPr b="1"/>
              <a:t>Airports:</a:t>
            </a:r>
          </a:p>
          <a:p>
            <a:pPr lvl="1"/>
            <a:r>
              <a:rPr/>
              <a:t>Chaudhary Charan Singh International Airport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12. Kanpur, Uttar Pradesh</a:t>
            </a:r>
          </a:p>
          <a:p>
            <a:pPr lvl="0"/>
            <a:r>
              <a:rPr b="1"/>
              <a:t>Railway Stations:</a:t>
            </a:r>
          </a:p>
          <a:p>
            <a:pPr lvl="1"/>
            <a:r>
              <a:rPr/>
              <a:t>Kanpur Central (CNB)</a:t>
            </a:r>
          </a:p>
          <a:p>
            <a:pPr lvl="0"/>
            <a:r>
              <a:rPr b="1"/>
              <a:t>Airports:</a:t>
            </a:r>
          </a:p>
          <a:p>
            <a:pPr lvl="1"/>
            <a:r>
              <a:rPr/>
              <a:t>Kanpur Airport (Chakeri)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13. Nagpur, Maharashtra</a:t>
            </a:r>
          </a:p>
          <a:p>
            <a:pPr lvl="0"/>
            <a:r>
              <a:rPr b="1"/>
              <a:t>Railway Stations:</a:t>
            </a:r>
          </a:p>
          <a:p>
            <a:pPr lvl="1"/>
            <a:r>
              <a:rPr/>
              <a:t>Nagpur Junction (NGP)</a:t>
            </a:r>
          </a:p>
          <a:p>
            <a:pPr lvl="0"/>
            <a:r>
              <a:rPr b="1"/>
              <a:t>Airports:</a:t>
            </a:r>
          </a:p>
          <a:p>
            <a:pPr lvl="1"/>
            <a:r>
              <a:rPr/>
              <a:t>Dr. Babasaheb Ambedkar International Airport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14. Indore, Madhya Pradesh</a:t>
            </a:r>
          </a:p>
          <a:p>
            <a:pPr lvl="0"/>
            <a:r>
              <a:rPr b="1"/>
              <a:t>Railway Stations:</a:t>
            </a:r>
          </a:p>
          <a:p>
            <a:pPr lvl="1"/>
            <a:r>
              <a:rPr/>
              <a:t>Indore Junction (INDB)</a:t>
            </a:r>
          </a:p>
          <a:p>
            <a:pPr lvl="0"/>
            <a:r>
              <a:rPr b="1"/>
              <a:t>Airports:</a:t>
            </a:r>
          </a:p>
          <a:p>
            <a:pPr lvl="1"/>
            <a:r>
              <a:rPr/>
              <a:t>Devi Ahilya Bai Holkar Airport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15. Bhopal, Madhya Pradesh</a:t>
            </a:r>
          </a:p>
          <a:p>
            <a:pPr lvl="0"/>
            <a:r>
              <a:rPr b="1"/>
              <a:t>Railway Stations:</a:t>
            </a:r>
          </a:p>
          <a:p>
            <a:pPr lvl="1"/>
            <a:r>
              <a:rPr/>
              <a:t>Bhopal Junction (BPL)</a:t>
            </a:r>
          </a:p>
          <a:p>
            <a:pPr lvl="0"/>
            <a:r>
              <a:rPr b="1"/>
              <a:t>Airports:</a:t>
            </a:r>
          </a:p>
          <a:p>
            <a:pPr lvl="1"/>
            <a:r>
              <a:rPr/>
              <a:t>Raja Bhoj Airport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16. Visakhapatnam, Andhra Pradesh</a:t>
            </a:r>
          </a:p>
          <a:p>
            <a:pPr lvl="0"/>
            <a:r>
              <a:rPr b="1"/>
              <a:t>Railway Stations:</a:t>
            </a:r>
          </a:p>
          <a:p>
            <a:pPr lvl="1"/>
            <a:r>
              <a:rPr/>
              <a:t>Visakhapatnam Junction (VSKP)</a:t>
            </a:r>
          </a:p>
          <a:p>
            <a:pPr lvl="0"/>
            <a:r>
              <a:rPr b="1"/>
              <a:t>Airports:</a:t>
            </a:r>
          </a:p>
          <a:p>
            <a:pPr lvl="1"/>
            <a:r>
              <a:rPr/>
              <a:t>Visakhapatnam International Airport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17. Patna, Bihar</a:t>
            </a:r>
          </a:p>
          <a:p>
            <a:pPr lvl="0"/>
            <a:r>
              <a:rPr b="1"/>
              <a:t>Railway Stations:</a:t>
            </a:r>
          </a:p>
          <a:p>
            <a:pPr lvl="1"/>
            <a:r>
              <a:rPr/>
              <a:t>Patna Junction (PNBE)</a:t>
            </a:r>
          </a:p>
          <a:p>
            <a:pPr lvl="0"/>
            <a:r>
              <a:rPr b="1"/>
              <a:t>Airports:</a:t>
            </a:r>
          </a:p>
          <a:p>
            <a:pPr lvl="1"/>
            <a:r>
              <a:rPr/>
              <a:t>Jay Prakash Narayan International Airport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18. Vadodara (Baroda), Gujarat</a:t>
            </a:r>
          </a:p>
          <a:p>
            <a:pPr lvl="0"/>
            <a:r>
              <a:rPr b="1"/>
              <a:t>Railway Stations:</a:t>
            </a:r>
          </a:p>
          <a:p>
            <a:pPr lvl="1"/>
            <a:r>
              <a:rPr/>
              <a:t>Vadodara Junction (BRC)</a:t>
            </a:r>
          </a:p>
          <a:p>
            <a:pPr lvl="0"/>
            <a:r>
              <a:rPr b="1"/>
              <a:t>Airports:</a:t>
            </a:r>
          </a:p>
          <a:p>
            <a:pPr lvl="1"/>
            <a:r>
              <a:rPr/>
              <a:t>Vadodara Airport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19. Ludhiana, Punjab</a:t>
            </a:r>
          </a:p>
          <a:p>
            <a:pPr lvl="0"/>
            <a:r>
              <a:rPr b="1"/>
              <a:t>Railway Stations:</a:t>
            </a:r>
          </a:p>
          <a:p>
            <a:pPr lvl="1"/>
            <a:r>
              <a:rPr/>
              <a:t>Ludhiana Junction (LDH)</a:t>
            </a:r>
          </a:p>
          <a:p>
            <a:pPr lvl="0"/>
            <a:r>
              <a:rPr b="1"/>
              <a:t>Airports:</a:t>
            </a:r>
          </a:p>
          <a:p>
            <a:pPr lvl="1"/>
            <a:r>
              <a:rPr/>
              <a:t>Sahnewal Airport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20. Coimbatore, Tamil Nadu</a:t>
            </a:r>
          </a:p>
          <a:p>
            <a:pPr lvl="0"/>
            <a:r>
              <a:rPr b="1"/>
              <a:t>Railway Stations:</a:t>
            </a:r>
          </a:p>
          <a:p>
            <a:pPr lvl="1"/>
            <a:r>
              <a:rPr/>
              <a:t>Coimbatore Junction (CBE)</a:t>
            </a:r>
          </a:p>
          <a:p>
            <a:pPr lvl="0"/>
            <a:r>
              <a:rPr b="1"/>
              <a:t>Airports:</a:t>
            </a:r>
          </a:p>
          <a:p>
            <a:pPr lvl="1"/>
            <a:r>
              <a:rPr/>
              <a:t>Coimbatore International Airport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All ZX Bank ATMs at these locations support: Cash Withdrawal, Balance Enquiry, Mini Statements, Fund Transfer (card-to-card), Fast Pay, and Recharge Services. Many ATMs have 24x7 security and multi-language interface.</a:t>
            </a:r>
          </a:p>
          <a:p>
            <a:pPr lvl="0" indent="0" marL="1270000">
              <a:buNone/>
            </a:pPr>
            <a:r>
              <a:rPr sz="2000"/>
              <a:t>Find the nearest ZX Bank ATM using the </a:t>
            </a:r>
            <a:r>
              <a:rPr sz="2000">
                <a:hlinkClick r:id="rId2"/>
              </a:rPr>
              <a:t>ZX Bank Asia Mobile App</a:t>
            </a:r>
            <a:r>
              <a:rPr sz="2000"/>
              <a:t> or </a:t>
            </a:r>
            <a:r>
              <a:rPr sz="2000">
                <a:hlinkClick r:id="rId3"/>
              </a:rPr>
              <a:t>ZX Bank ATM Locator</a:t>
            </a:r>
            <a:r>
              <a:rPr sz="2000"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2025-07-30T07:51:30Z</dcterms:created>
  <dcterms:modified xsi:type="dcterms:W3CDTF">2025-07-30T07:51:30Z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