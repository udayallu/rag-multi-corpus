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support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– Bill Payments &amp; Auto Debit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aims to simplify your bill management experience with its robust </a:t>
            </a:r>
            <a:r>
              <a:rPr b="1"/>
              <a:t>Bill Payments</a:t>
            </a:r>
            <a:r>
              <a:rPr/>
              <a:t> and </a:t>
            </a:r>
            <a:r>
              <a:rPr b="1"/>
              <a:t>Auto Debit</a:t>
            </a:r>
            <a:r>
              <a:rPr/>
              <a:t> features, accessible via the </a:t>
            </a:r>
            <a:r>
              <a:rPr>
                <a:hlinkClick r:id="rId2"/>
              </a:rPr>
              <a:t>ZX Bank Asia Mobile App</a:t>
            </a:r>
            <a:r>
              <a:rPr/>
              <a:t>, NetBanking, and branch network.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Supported Bill Payment Categories</a:t>
            </a:r>
          </a:p>
          <a:p>
            <a:pPr lvl="0"/>
            <a:r>
              <a:rPr b="1"/>
              <a:t>Credit Cards</a:t>
            </a:r>
            <a:r>
              <a:rPr/>
              <a:t> (ZX Bank &amp; other banks)</a:t>
            </a:r>
          </a:p>
          <a:p>
            <a:pPr lvl="0"/>
            <a:r>
              <a:rPr b="1"/>
              <a:t>Mobile/Postpaid Bills</a:t>
            </a:r>
          </a:p>
          <a:p>
            <a:pPr lvl="0"/>
            <a:r>
              <a:rPr b="1"/>
              <a:t>Prepaid Mobile Recharge</a:t>
            </a:r>
          </a:p>
          <a:p>
            <a:pPr lvl="0"/>
            <a:r>
              <a:rPr b="1"/>
              <a:t>DTH (Direct-to-Home TV)</a:t>
            </a:r>
          </a:p>
          <a:p>
            <a:pPr lvl="0"/>
            <a:r>
              <a:rPr b="1"/>
              <a:t>Broadband &amp; Landline</a:t>
            </a:r>
          </a:p>
          <a:p>
            <a:pPr lvl="0"/>
            <a:r>
              <a:rPr b="1"/>
              <a:t>Electricity, Water, &amp; Gas</a:t>
            </a:r>
          </a:p>
          <a:p>
            <a:pPr lvl="0"/>
            <a:r>
              <a:rPr b="1"/>
              <a:t>Insurance Premiums</a:t>
            </a:r>
          </a:p>
          <a:p>
            <a:pPr lvl="0"/>
            <a:r>
              <a:rPr b="1"/>
              <a:t>Educational Fees</a:t>
            </a:r>
          </a:p>
          <a:p>
            <a:pPr lvl="0"/>
            <a:r>
              <a:rPr b="1"/>
              <a:t>Municipality Taxes</a:t>
            </a:r>
            <a:br/>
          </a:p>
          <a:p>
            <a:pPr lvl="0"/>
            <a:r>
              <a:rPr b="1"/>
              <a:t>More coming soon!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Auto Debit Feature</a:t>
            </a:r>
          </a:p>
          <a:p>
            <a:pPr lvl="0" indent="0" marL="0">
              <a:buNone/>
            </a:pPr>
            <a:r>
              <a:rPr b="1"/>
              <a:t>Never miss a payment!</a:t>
            </a:r>
            <a:br/>
            <a:r>
              <a:rPr/>
              <a:t>Set up hassle-free auto debits from your ZX Bank account or credit card for recurring bills.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Auto Debit Works</a:t>
            </a:r>
          </a:p>
          <a:p>
            <a:pPr lvl="0" indent="-342900" marL="342900">
              <a:buAutoNum type="arabicPeriod"/>
            </a:pPr>
            <a:r>
              <a:rPr b="1"/>
              <a:t>Register Online:</a:t>
            </a:r>
            <a:br/>
            <a:r>
              <a:rPr/>
              <a:t>Enable auto debit for your chosen billers via Mobile App or NetBanking.</a:t>
            </a:r>
          </a:p>
          <a:p>
            <a:pPr lvl="0" indent="-342900" marL="342900">
              <a:buAutoNum type="arabicPeriod"/>
            </a:pPr>
            <a:r>
              <a:rPr b="1"/>
              <a:t>Custom Schedule:</a:t>
            </a:r>
            <a:br/>
            <a:r>
              <a:rPr/>
              <a:t>Select the payment date (due date or preferred day prior).</a:t>
            </a:r>
          </a:p>
          <a:p>
            <a:pPr lvl="0" indent="-342900" marL="342900">
              <a:buAutoNum type="arabicPeriod"/>
            </a:pPr>
            <a:r>
              <a:rPr b="1"/>
              <a:t>Automated Payments:</a:t>
            </a:r>
            <a:br/>
            <a:r>
              <a:rPr/>
              <a:t>ZX Bank automatically processes payments on your behalf.</a:t>
            </a:r>
          </a:p>
          <a:p>
            <a:pPr lvl="0" indent="-342900" marL="342900">
              <a:buAutoNum type="arabicPeriod"/>
            </a:pPr>
            <a:r>
              <a:rPr b="1"/>
              <a:t>Alerts &amp; Notifications:</a:t>
            </a:r>
            <a:br/>
            <a:r>
              <a:rPr/>
              <a:t>Get SMS/email alerts before every scheduled auto debit.</a:t>
            </a:r>
          </a:p>
          <a:p>
            <a:pPr lvl="0" indent="-342900" marL="342900">
              <a:buAutoNum type="arabicPeriod"/>
            </a:pPr>
            <a:r>
              <a:rPr b="1"/>
              <a:t>Manage &amp; Cancel Anytime:</a:t>
            </a:r>
            <a:br/>
            <a:r>
              <a:rPr/>
              <a:t>Modify or stop auto debits anytime using the “Manage Mandates” section.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  <a:p>
            <a:pPr lvl="0"/>
            <a:r>
              <a:rPr b="1"/>
              <a:t>One-Time Setup:</a:t>
            </a:r>
            <a:r>
              <a:rPr/>
              <a:t> Easy linking of billers and mandates</a:t>
            </a:r>
          </a:p>
          <a:p>
            <a:pPr lvl="0"/>
            <a:r>
              <a:rPr b="1"/>
              <a:t>Secure Payments:</a:t>
            </a:r>
            <a:r>
              <a:rPr/>
              <a:t> Protected with OTP, biometric &amp; device authentication</a:t>
            </a:r>
          </a:p>
          <a:p>
            <a:pPr lvl="0"/>
            <a:r>
              <a:rPr b="1"/>
              <a:t>All Major Billers Covered:</a:t>
            </a:r>
            <a:r>
              <a:rPr/>
              <a:t> Over 400+ billers across India, Sri Lanka, Bangladesh, Bhutan, Nepal</a:t>
            </a:r>
          </a:p>
          <a:p>
            <a:pPr lvl="0"/>
            <a:r>
              <a:rPr b="1"/>
              <a:t>Real-Time Tracking:</a:t>
            </a:r>
            <a:r>
              <a:rPr/>
              <a:t> View payment history and upcoming debits</a:t>
            </a:r>
          </a:p>
          <a:p>
            <a:pPr lvl="0"/>
            <a:r>
              <a:rPr b="1"/>
              <a:t>AI Financial Assistant (“Zia”):</a:t>
            </a:r>
            <a:r>
              <a:rPr/>
              <a:t> Get reminders, advice, and instant support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Get Started</a:t>
            </a:r>
          </a:p>
          <a:p>
            <a:pPr lvl="0" indent="-342900" marL="342900">
              <a:buAutoNum type="arabicPeriod"/>
            </a:pPr>
            <a:r>
              <a:rPr b="1"/>
              <a:t>Download the ZX Bank Asia Mobile App</a:t>
            </a:r>
            <a:r>
              <a:rPr/>
              <a:t> (</a:t>
            </a:r>
            <a:r>
              <a:rPr i="1"/>
              <a:t>Android/iOS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 b="1"/>
              <a:t>Login</a:t>
            </a:r>
            <a:r>
              <a:rPr/>
              <a:t> or complete e-KYC onboarding</a:t>
            </a:r>
          </a:p>
          <a:p>
            <a:pPr lvl="0" indent="-342900" marL="342900">
              <a:buAutoNum type="arabicPeriod"/>
            </a:pPr>
            <a:r>
              <a:rPr b="1"/>
              <a:t>Navigate to “Bill Payments” or “Auto Debit”</a:t>
            </a:r>
          </a:p>
          <a:p>
            <a:pPr lvl="1"/>
            <a:r>
              <a:rPr/>
              <a:t>Add your biller (credit card, mobile, DTH, etc.)</a:t>
            </a:r>
          </a:p>
          <a:p>
            <a:pPr lvl="1"/>
            <a:r>
              <a:rPr/>
              <a:t>Choose “Enable Auto Debit” and set your preferences</a:t>
            </a:r>
          </a:p>
          <a:p>
            <a:pPr lvl="0" indent="-342900" marL="342900">
              <a:buAutoNum type="arabicPeriod"/>
            </a:pPr>
            <a:r>
              <a:rPr b="1"/>
              <a:t>Confirm &amp; Save</a:t>
            </a:r>
            <a:r>
              <a:rPr/>
              <a:t> — you’re done!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Help?</a:t>
            </a:r>
          </a:p>
          <a:p>
            <a:pPr lvl="0"/>
            <a:r>
              <a:rPr/>
              <a:t>Ask “Zia” in-app for step-by-step guidance</a:t>
            </a:r>
          </a:p>
          <a:p>
            <a:pPr lvl="0"/>
            <a:r>
              <a:rPr/>
              <a:t>Visit </a:t>
            </a:r>
            <a:r>
              <a:rPr>
                <a:hlinkClick r:id="rId2"/>
              </a:rPr>
              <a:t>www.zxbank.asia/support</a:t>
            </a:r>
          </a:p>
          <a:p>
            <a:pPr lvl="0"/>
            <a:r>
              <a:rPr/>
              <a:t>Call our 24x7 helpline or visit your nearest branch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Experience seamless bill payments – simplify your financial life with ZX Bank!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2025-07-30T07:52:55Z</dcterms:created>
  <dcterms:modified xsi:type="dcterms:W3CDTF">2025-07-30T07:52:55Z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