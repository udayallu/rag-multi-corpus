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Branch Network in Bhopal</a:t>
            </a:r>
          </a:p>
        </p:txBody>
      </p:sp>
      <p:sp>
        <p:nvSpPr>
          <p:cNvPr id="3" name="Content Placeholder 2"/>
          <p:cNvSpPr>
            <a:spLocks noGrp="1"/>
          </p:cNvSpPr>
          <p:nvPr>
            <p:ph idx="1"/>
          </p:nvPr>
        </p:nvSpPr>
        <p:spPr/>
        <p:txBody>
          <a:bodyPr/>
          <a:lstStyle/>
          <a:p>
            <a:pPr lvl="0" indent="0" marL="0">
              <a:buNone/>
            </a:pPr>
            <a:r>
              <a:rPr/>
              <a:t>ZX Bank Ltd. maintains a strong presence in Bhopal, ensuring convenient access to its services for customers across the city’s diverse neighbourhoods. With a carefully distributed network of eight branches throughout North, South, East, West, and Central Bhopal, customers benefit from seamless banking facilities in both residential and commercial hubs. Each branch is equipped to offer comprehensive retail, corporate, and digital banking solutions tailored to local needs.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Bhopal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Plot No. 14, Narmadapuram Road, Lalghati, Bhopal</a:t>
                      </a:r>
                    </a:p>
                  </a:txBody>
                </a:tc>
                <a:tc>
                  <a:txBody>
                    <a:bodyPr/>
                    <a:lstStyle/>
                    <a:p>
                      <a:pPr lvl="0" indent="0" marL="0">
                        <a:buNone/>
                      </a:pPr>
                      <a:r>
                        <a:rPr/>
                        <a:t>ZXIN0001201</a:t>
                      </a:r>
                    </a:p>
                  </a:txBody>
                </a:tc>
                <a:tc>
                  <a:txBody>
                    <a:bodyPr/>
                    <a:lstStyle/>
                    <a:p>
                      <a:pPr lvl="0" indent="0" marL="0">
                        <a:buNone/>
                      </a:pPr>
                      <a:r>
                        <a:rPr/>
                        <a:t>0755-2751101</a:t>
                      </a:r>
                    </a:p>
                  </a:txBody>
                </a:tc>
              </a:tr>
              <a:tr h="0">
                <a:tc>
                  <a:txBody>
                    <a:bodyPr/>
                    <a:lstStyle/>
                    <a:p>
                      <a:pPr lvl="0" indent="0" marL="0">
                        <a:buNone/>
                      </a:pPr>
                      <a:r>
                        <a:rPr/>
                        <a:t>Shop 7, Greenwood Complex, Gandhi Nagar, Bhopal</a:t>
                      </a:r>
                    </a:p>
                  </a:txBody>
                </a:tc>
                <a:tc>
                  <a:txBody>
                    <a:bodyPr/>
                    <a:lstStyle/>
                    <a:p>
                      <a:pPr lvl="0" indent="0" marL="0">
                        <a:buNone/>
                      </a:pPr>
                      <a:r>
                        <a:rPr/>
                        <a:t>ZXIN0001202</a:t>
                      </a:r>
                    </a:p>
                  </a:txBody>
                </a:tc>
                <a:tc>
                  <a:txBody>
                    <a:bodyPr/>
                    <a:lstStyle/>
                    <a:p>
                      <a:pPr lvl="0" indent="0" marL="0">
                        <a:buNone/>
                      </a:pPr>
                      <a:r>
                        <a:rPr/>
                        <a:t>0755-2733327</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Bhopal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25/1 Malviya Nagar, Nehru Nagar, Bhopal</a:t>
                      </a:r>
                    </a:p>
                  </a:txBody>
                </a:tc>
                <a:tc>
                  <a:txBody>
                    <a:bodyPr/>
                    <a:lstStyle/>
                    <a:p>
                      <a:pPr lvl="0" indent="0" marL="0">
                        <a:buNone/>
                      </a:pPr>
                      <a:r>
                        <a:rPr/>
                        <a:t>ZXIN0001203</a:t>
                      </a:r>
                    </a:p>
                  </a:txBody>
                </a:tc>
                <a:tc>
                  <a:txBody>
                    <a:bodyPr/>
                    <a:lstStyle/>
                    <a:p>
                      <a:pPr lvl="0" indent="0" marL="0">
                        <a:buNone/>
                      </a:pPr>
                      <a:r>
                        <a:rPr/>
                        <a:t>0755-2872555</a:t>
                      </a:r>
                    </a:p>
                  </a:txBody>
                </a:tc>
              </a:tr>
              <a:tr h="0">
                <a:tc>
                  <a:txBody>
                    <a:bodyPr/>
                    <a:lstStyle/>
                    <a:p>
                      <a:pPr lvl="0" indent="0" marL="0">
                        <a:buNone/>
                      </a:pPr>
                      <a:r>
                        <a:rPr/>
                        <a:t>Shop 3, Fortune Plaza, Kolar Road, South Bhopal</a:t>
                      </a:r>
                    </a:p>
                  </a:txBody>
                </a:tc>
                <a:tc>
                  <a:txBody>
                    <a:bodyPr/>
                    <a:lstStyle/>
                    <a:p>
                      <a:pPr lvl="0" indent="0" marL="0">
                        <a:buNone/>
                      </a:pPr>
                      <a:r>
                        <a:rPr/>
                        <a:t>ZXIN0001204</a:t>
                      </a:r>
                    </a:p>
                  </a:txBody>
                </a:tc>
                <a:tc>
                  <a:txBody>
                    <a:bodyPr/>
                    <a:lstStyle/>
                    <a:p>
                      <a:pPr lvl="0" indent="0" marL="0">
                        <a:buNone/>
                      </a:pPr>
                      <a:r>
                        <a:rPr/>
                        <a:t>0755-2891820</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Bhopal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E-17, Ashoka Society, BHEL, Govindpura, Bhopal</a:t>
                      </a:r>
                    </a:p>
                  </a:txBody>
                </a:tc>
                <a:tc>
                  <a:txBody>
                    <a:bodyPr/>
                    <a:lstStyle/>
                    <a:p>
                      <a:pPr lvl="0" indent="0" marL="0">
                        <a:buNone/>
                      </a:pPr>
                      <a:r>
                        <a:rPr/>
                        <a:t>ZXIN0001205</a:t>
                      </a:r>
                    </a:p>
                  </a:txBody>
                </a:tc>
                <a:tc>
                  <a:txBody>
                    <a:bodyPr/>
                    <a:lstStyle/>
                    <a:p>
                      <a:pPr lvl="0" indent="0" marL="0">
                        <a:buNone/>
                      </a:pPr>
                      <a:r>
                        <a:rPr/>
                        <a:t>0755-2680015</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Bhopal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102, Shyamla Hills Main Road, Bhopal</a:t>
                      </a:r>
                    </a:p>
                  </a:txBody>
                </a:tc>
                <a:tc>
                  <a:txBody>
                    <a:bodyPr/>
                    <a:lstStyle/>
                    <a:p>
                      <a:pPr lvl="0" indent="0" marL="0">
                        <a:buNone/>
                      </a:pPr>
                      <a:r>
                        <a:rPr/>
                        <a:t>ZXIN0001206</a:t>
                      </a:r>
                    </a:p>
                  </a:txBody>
                </a:tc>
                <a:tc>
                  <a:txBody>
                    <a:bodyPr/>
                    <a:lstStyle/>
                    <a:p>
                      <a:pPr lvl="0" indent="0" marL="0">
                        <a:buNone/>
                      </a:pPr>
                      <a:r>
                        <a:rPr/>
                        <a:t>0755-2761070</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Bhopal</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Ground Floor, MX Tower, T.T. Nagar, Bhopal</a:t>
                      </a:r>
                    </a:p>
                  </a:txBody>
                </a:tc>
                <a:tc>
                  <a:txBody>
                    <a:bodyPr/>
                    <a:lstStyle/>
                    <a:p>
                      <a:pPr lvl="0" indent="0" marL="0">
                        <a:buNone/>
                      </a:pPr>
                      <a:r>
                        <a:rPr/>
                        <a:t>ZXIN0001207</a:t>
                      </a:r>
                    </a:p>
                  </a:txBody>
                </a:tc>
                <a:tc>
                  <a:txBody>
                    <a:bodyPr/>
                    <a:lstStyle/>
                    <a:p>
                      <a:pPr lvl="0" indent="0" marL="0">
                        <a:buNone/>
                      </a:pPr>
                      <a:r>
                        <a:rPr/>
                        <a:t>0755-2447722</a:t>
                      </a:r>
                    </a:p>
                  </a:txBody>
                </a:tc>
              </a:tr>
              <a:tr h="0">
                <a:tc>
                  <a:txBody>
                    <a:bodyPr/>
                    <a:lstStyle/>
                    <a:p>
                      <a:pPr lvl="0" indent="0" marL="0">
                        <a:buNone/>
                      </a:pPr>
                      <a:r>
                        <a:rPr/>
                        <a:t>201, New Market, Link Road No. 1, Bhopal</a:t>
                      </a:r>
                    </a:p>
                  </a:txBody>
                </a:tc>
                <a:tc>
                  <a:txBody>
                    <a:bodyPr/>
                    <a:lstStyle/>
                    <a:p>
                      <a:pPr lvl="0" indent="0" marL="0">
                        <a:buNone/>
                      </a:pPr>
                      <a:r>
                        <a:rPr/>
                        <a:t>ZXIN0001208</a:t>
                      </a:r>
                    </a:p>
                  </a:txBody>
                </a:tc>
                <a:tc>
                  <a:txBody>
                    <a:bodyPr/>
                    <a:lstStyle/>
                    <a:p>
                      <a:pPr lvl="0" indent="0" marL="0">
                        <a:buNone/>
                      </a:pPr>
                      <a:r>
                        <a:rPr/>
                        <a:t>0755-2555110</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2025-07-30T07:52:59Z</dcterms:created>
  <dcterms:modified xsi:type="dcterms:W3CDTF">2025-07-30T07:52:59Z</dcterms:modified>
</cp:coreProperties>
</file>

<file path=docProps/custom.xml><?xml version="1.0" encoding="utf-8"?>
<Properties xmlns="http://schemas.openxmlformats.org/officeDocument/2006/custom-properties" xmlns:vt="http://schemas.openxmlformats.org/officeDocument/2006/docPropsVTypes"/>
</file>