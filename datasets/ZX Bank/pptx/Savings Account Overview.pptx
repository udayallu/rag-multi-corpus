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– Savings Account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Bank’s Savings Account is designed to give you a blend of convenience, security, and rewarding benefits, with a focus on easy access and digital-first banking. Below you’ll find detailed information on features, application process, minimum balance, and the exclusive Savings Account Kit offered to new account holders.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Savings Account Features</a:t>
            </a:r>
          </a:p>
          <a:p>
            <a:pPr lvl="0"/>
            <a:r>
              <a:rPr b="1"/>
              <a:t>Attractive Interest Rates:</a:t>
            </a:r>
            <a:r>
              <a:rPr/>
              <a:t> Earn competitive interest on your daily balance.</a:t>
            </a:r>
          </a:p>
          <a:p>
            <a:pPr lvl="0"/>
            <a:r>
              <a:rPr b="1"/>
              <a:t>Zero or Low Minimum Balance Options:</a:t>
            </a:r>
            <a:r>
              <a:rPr/>
              <a:t> Choose accounts that suit your needs and avoid penalties.</a:t>
            </a:r>
          </a:p>
          <a:p>
            <a:pPr lvl="0"/>
            <a:r>
              <a:rPr b="1"/>
              <a:t>Instant Account Activation:</a:t>
            </a:r>
            <a:r>
              <a:rPr/>
              <a:t> Through fully digital onboarding (e-KYC) and AI-powered support.</a:t>
            </a:r>
          </a:p>
          <a:p>
            <a:pPr lvl="0"/>
            <a:r>
              <a:rPr b="1"/>
              <a:t>Free International Debit Card:</a:t>
            </a:r>
            <a:r>
              <a:rPr/>
              <a:t> Accepted worldwide for shopping, travel, and online payments.</a:t>
            </a:r>
          </a:p>
          <a:p>
            <a:pPr lvl="0"/>
            <a:r>
              <a:rPr b="1"/>
              <a:t>Seamless Digital Access:</a:t>
            </a:r>
            <a:r>
              <a:rPr/>
              <a:t> Manage your account via ZX Bank Asia mobile app and NetBanking.</a:t>
            </a:r>
          </a:p>
          <a:p>
            <a:pPr lvl="0"/>
            <a:r>
              <a:rPr b="1"/>
              <a:t>UPI &amp; QR Payments:</a:t>
            </a:r>
            <a:r>
              <a:rPr/>
              <a:t> Fast money transfers and secure payments on the go.</a:t>
            </a:r>
          </a:p>
          <a:p>
            <a:pPr lvl="0"/>
            <a:r>
              <a:rPr b="1"/>
              <a:t>Reward Points:</a:t>
            </a:r>
            <a:r>
              <a:rPr/>
              <a:t> Earn rewards on all debit transactions.</a:t>
            </a:r>
          </a:p>
          <a:p>
            <a:pPr lvl="0"/>
            <a:r>
              <a:rPr b="1"/>
              <a:t>Safe &amp; Secure:</a:t>
            </a:r>
            <a:r>
              <a:rPr/>
              <a:t> Biometric login, card controls, and transaction alerts for peace of mind.</a:t>
            </a:r>
          </a:p>
          <a:p>
            <a:pPr lvl="0"/>
            <a:r>
              <a:rPr b="1"/>
              <a:t>Nomination Facility:</a:t>
            </a:r>
            <a:r>
              <a:rPr/>
              <a:t> Assign a nominee for account safety.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Apply for a ZX Bank Savings Account</a:t>
            </a:r>
          </a:p>
          <a:p>
            <a:pPr lvl="0" indent="0" marL="0">
              <a:buNone/>
            </a:pPr>
            <a:r>
              <a:rPr/>
              <a:t>You can open a ZX Bank Savings Account easily through these channels: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Via Mobile App or Website</a:t>
            </a:r>
          </a:p>
          <a:p>
            <a:pPr lvl="0"/>
            <a:r>
              <a:rPr/>
              <a:t>Download the </a:t>
            </a:r>
            <a:r>
              <a:rPr b="1"/>
              <a:t>ZX Bank Asia</a:t>
            </a:r>
            <a:r>
              <a:rPr/>
              <a:t> app (Android/iOS) or visit </a:t>
            </a:r>
            <a:r>
              <a:rPr>
                <a:hlinkClick r:id="rId2"/>
              </a:rPr>
              <a:t>www.zxbank.asia</a:t>
            </a:r>
          </a:p>
          <a:p>
            <a:pPr lvl="0"/>
            <a:r>
              <a:rPr/>
              <a:t>Click “Open Savings Account”</a:t>
            </a:r>
          </a:p>
          <a:p>
            <a:pPr lvl="0"/>
            <a:r>
              <a:rPr/>
              <a:t>Fill in your details and upload necessary documents (PAN/ID, Address Proof)</a:t>
            </a:r>
          </a:p>
          <a:p>
            <a:pPr lvl="0"/>
            <a:r>
              <a:rPr/>
              <a:t>Complete e-KYC via video or Aadhaar OTP</a:t>
            </a:r>
          </a:p>
          <a:p>
            <a:pPr lvl="0"/>
            <a:r>
              <a:rPr/>
              <a:t>Account activation is done within minutes!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At Branch</a:t>
            </a:r>
          </a:p>
          <a:p>
            <a:pPr lvl="0"/>
            <a:r>
              <a:rPr/>
              <a:t>Visit your nearest ZX Bank branch</a:t>
            </a:r>
            <a:br/>
          </a:p>
          <a:p>
            <a:pPr lvl="0"/>
            <a:r>
              <a:rPr/>
              <a:t>Submit KYC documents with a duly filled application form</a:t>
            </a:r>
          </a:p>
          <a:p>
            <a:pPr lvl="0"/>
            <a:r>
              <a:rPr/>
              <a:t>Staff will assist you with on-the-spot e-KYC</a:t>
            </a:r>
          </a:p>
          <a:p>
            <a:pPr lvl="0"/>
            <a:r>
              <a:rPr/>
              <a:t>Collect your Welcome Kit instantly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Minimum Balance Requirements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Account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Minimum Balance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Regular Savings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₹5,000 (India) / LKR 3,000 (Sri Lanka)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Digital Zero Balance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Nil (No minimum balance)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Senior Citizens/Students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₹1,000 (India)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Note:</a:t>
            </a:r>
            <a:r>
              <a:rPr sz="2000"/>
              <a:t> Minimum balance varies by country and account variant. Please check with your local branch or the website for details.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ZX Bank Savings Account Kit</a:t>
            </a:r>
          </a:p>
          <a:p>
            <a:pPr lvl="0" indent="0" marL="0">
              <a:buNone/>
            </a:pPr>
            <a:r>
              <a:rPr/>
              <a:t>All new ZX Bank Savings Account holders receive an exclusive </a:t>
            </a:r>
            <a:r>
              <a:rPr b="1"/>
              <a:t>Savings Account Kit</a:t>
            </a:r>
            <a:r>
              <a:rPr/>
              <a:t>, enhancing your banking and travel experiences.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Kit Includes:</a:t>
            </a:r>
          </a:p>
          <a:p>
            <a:pPr lvl="0"/>
            <a:r>
              <a:rPr b="1"/>
              <a:t>Welcome Travel Bag:</a:t>
            </a:r>
            <a:r>
              <a:rPr/>
              <a:t> Stylish, durable bag perfect for daily commutes or travel</a:t>
            </a:r>
          </a:p>
          <a:p>
            <a:pPr lvl="0"/>
            <a:r>
              <a:rPr b="1"/>
              <a:t>4 Plugs 150 Countries Travel Adapter:</a:t>
            </a:r>
            <a:r>
              <a:rPr/>
              <a:t> A universal adapter supporting plug points in 150 countries - just right for your international adventures!</a:t>
            </a:r>
          </a:p>
          <a:p>
            <a:pPr lvl="0"/>
            <a:r>
              <a:rPr b="1"/>
              <a:t>Debit Card:</a:t>
            </a:r>
            <a:r>
              <a:rPr/>
              <a:t> Globally accepted EMV chip debit card</a:t>
            </a:r>
          </a:p>
          <a:p>
            <a:pPr lvl="0"/>
            <a:r>
              <a:rPr b="1"/>
              <a:t>Passbook &amp; Cheque Book:</a:t>
            </a:r>
            <a:r>
              <a:rPr/>
              <a:t> Physical passbook and personalized cheque book (optional in some digital accounts)</a:t>
            </a:r>
          </a:p>
          <a:p>
            <a:pPr lvl="0"/>
            <a:r>
              <a:rPr b="1"/>
              <a:t>User Guide:</a:t>
            </a:r>
            <a:r>
              <a:rPr/>
              <a:t> Instructions for activating mobile/internet banking, card use, and customer support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Need Help?</a:t>
            </a:r>
          </a:p>
          <a:p>
            <a:pPr lvl="0"/>
            <a:r>
              <a:rPr b="1"/>
              <a:t>Chat with “Zia”:</a:t>
            </a:r>
            <a:r>
              <a:rPr/>
              <a:t> Your AI-based virtual assistant in the mobile app or on website</a:t>
            </a:r>
          </a:p>
          <a:p>
            <a:pPr lvl="0"/>
            <a:r>
              <a:rPr/>
              <a:t>Visit our branch or call the 24x7 customer care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your ZX Bank Savings Account today to enjoy effortless banking, exciting rewards, and exclusive travel perks!</a:t>
            </a:r>
          </a:p>
          <a:p>
            <a:pPr lvl="0" indent="0" marL="1270000">
              <a:buNone/>
            </a:pPr>
            <a:r>
              <a:rPr sz="2000" i="1"/>
              <a:t>For more details, visit </a:t>
            </a:r>
            <a:r>
              <a:rPr sz="2000" i="1">
                <a:hlinkClick r:id="rId2"/>
              </a:rPr>
              <a:t>www.zxbank.asia</a:t>
            </a:r>
            <a:r>
              <a:rPr sz="2000" i="1"/>
              <a:t> or download ZX Bank Asia from your app store.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2025-07-30T07:49:59Z</dcterms:created>
  <dcterms:modified xsi:type="dcterms:W3CDTF">2025-07-30T07:49:59Z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