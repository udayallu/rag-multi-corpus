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Branches in Patna – Regional Directory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Patna, one of eastern India’s major urban centers, is well-served by the extensive branch network of ZX Bank. With a robust presence spread evenly across all major regions of the city — North, South, East, West, and Central Patna — customers benefit from convenient access to comprehensive banking facilities. The following directory enumerates ZX Bank’s 13 branches, distributed to ensure seamless service throughout Patna’s diverse neighborhoods.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North Patna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Arya Samaj Road, Digha Ghat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ZXIN0001101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0612-2301452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Gandhi Nagar, Kankarbagh Main 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ZXIN0001102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0612-2302363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Rajeev Nagar, Ashiana-Digha 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ZXIN0001103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0612-2302899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South Patna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Bailey Road, Near Patna High Court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0612-2548301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Anisabad, South Canal 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0612-2551230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Phulwari Sharif, AIIMS 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0612-2558902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East Patna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Agamkuan, East Bypass 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ZXIN0001301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0612-2681354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Kumhrar, Bhootnath 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ZXIN0001302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0612-2682139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West Patna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Danapur Cantt, Saguna More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ZXIN0001401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0612-2249012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Khagaul Road, Shivpuri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ZXIN0001402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0612-2247436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Raja Bazaar, Bailey 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ZXIN0001403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0612-2241183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Central Patna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Fraser Road, Near Patna Junction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ZXIN0001501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0612-2228871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Boring Road, Next to Children’s Park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ZXIN0001502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0612-2234762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2025-07-30T07:50:46Z</dcterms:created>
  <dcterms:modified xsi:type="dcterms:W3CDTF">2025-07-30T07:50:46Z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