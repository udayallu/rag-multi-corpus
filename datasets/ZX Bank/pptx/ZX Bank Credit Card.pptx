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" TargetMode="Externa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/credit-cards" TargetMode="Externa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Credit Card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offers a versatile range of credit cards designed to suit diverse financial needs and lifestyles. Discover our card options, key features, fees, and eligibility requirements below.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ZX Platinum Credit Card</a:t>
            </a:r>
          </a:p>
          <a:p>
            <a:pPr lvl="0" indent="0" marL="0">
              <a:buNone/>
            </a:pPr>
            <a:r>
              <a:rPr b="1"/>
              <a:t>Best For:</a:t>
            </a:r>
            <a:r>
              <a:rPr/>
              <a:t> High income professionals &amp; frequent travelers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Features</a:t>
            </a:r>
          </a:p>
          <a:p>
            <a:pPr lvl="0"/>
            <a:r>
              <a:rPr/>
              <a:t>Complimentary airport lounge access (India &amp; South Asia)</a:t>
            </a:r>
          </a:p>
          <a:p>
            <a:pPr lvl="0"/>
            <a:r>
              <a:rPr/>
              <a:t>3X reward points on international spends</a:t>
            </a:r>
          </a:p>
          <a:p>
            <a:pPr lvl="0"/>
            <a:r>
              <a:rPr/>
              <a:t>Travel insurance coverage up to ₹50 lakh</a:t>
            </a:r>
          </a:p>
          <a:p>
            <a:pPr lvl="0"/>
            <a:r>
              <a:rPr/>
              <a:t>Fuel surcharge waiver at all pumps</a:t>
            </a:r>
          </a:p>
          <a:p>
            <a:pPr lvl="0"/>
            <a:r>
              <a:rPr/>
              <a:t>Dedicated 24x7 concierge service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Fees</a:t>
            </a:r>
          </a:p>
          <a:p>
            <a:pPr lvl="0"/>
            <a:r>
              <a:rPr/>
              <a:t>Joining Fee: ₹2,999 + GST</a:t>
            </a:r>
          </a:p>
          <a:p>
            <a:pPr lvl="0"/>
            <a:r>
              <a:rPr/>
              <a:t>Annual Fee: ₹2,499 + GST (waived on annual spends above ₹3 lakh)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Eligibility</a:t>
            </a:r>
          </a:p>
          <a:p>
            <a:pPr lvl="0"/>
            <a:r>
              <a:rPr/>
              <a:t>Minimum monthly income: ₹80,000</a:t>
            </a:r>
          </a:p>
          <a:p>
            <a:pPr lvl="0"/>
            <a:r>
              <a:rPr/>
              <a:t>Age: 21 to 65 years</a:t>
            </a:r>
          </a:p>
          <a:p>
            <a:pPr lvl="0"/>
            <a:r>
              <a:rPr/>
              <a:t>Good credit history (CIBIL 750+)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ZX Gold Credit Card</a:t>
            </a:r>
          </a:p>
          <a:p>
            <a:pPr lvl="0" indent="0" marL="0">
              <a:buNone/>
            </a:pPr>
            <a:r>
              <a:rPr b="1"/>
              <a:t>Best For:</a:t>
            </a:r>
            <a:r>
              <a:rPr/>
              <a:t> Salaried individuals &amp; regular shoppers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Features</a:t>
            </a:r>
          </a:p>
          <a:p>
            <a:pPr lvl="0"/>
            <a:r>
              <a:rPr/>
              <a:t>1.5X reward points on groceries &amp; utility payments</a:t>
            </a:r>
          </a:p>
          <a:p>
            <a:pPr lvl="0"/>
            <a:r>
              <a:rPr/>
              <a:t>Up to 20% discount at partner dining outlets</a:t>
            </a:r>
          </a:p>
          <a:p>
            <a:pPr lvl="0"/>
            <a:r>
              <a:rPr/>
              <a:t>Zero lost card liability (post-reporting)</a:t>
            </a:r>
          </a:p>
          <a:p>
            <a:pPr lvl="0"/>
            <a:r>
              <a:rPr/>
              <a:t>EMI conversion on purchases above ₹5,000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Fees</a:t>
            </a:r>
          </a:p>
          <a:p>
            <a:pPr lvl="0"/>
            <a:r>
              <a:rPr/>
              <a:t>Joining Fee: ₹499 + GST</a:t>
            </a:r>
          </a:p>
          <a:p>
            <a:pPr lvl="0"/>
            <a:r>
              <a:rPr/>
              <a:t>Annual Fee: ₹499 + GST (waived on annual spends above ₹75,000)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Eligibility</a:t>
            </a:r>
          </a:p>
          <a:p>
            <a:pPr lvl="0"/>
            <a:r>
              <a:rPr/>
              <a:t>Minimum monthly income: ₹25,000</a:t>
            </a:r>
          </a:p>
          <a:p>
            <a:pPr lvl="0"/>
            <a:r>
              <a:rPr/>
              <a:t>Age: 21 to 65 years</a:t>
            </a:r>
          </a:p>
          <a:p>
            <a:pPr lvl="0"/>
            <a:r>
              <a:rPr/>
              <a:t>CIBIL 700+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ZX Women Empower Credit Card</a:t>
            </a:r>
          </a:p>
          <a:p>
            <a:pPr lvl="0" indent="0" marL="0">
              <a:buNone/>
            </a:pPr>
            <a:r>
              <a:rPr b="1"/>
              <a:t>Best For:</a:t>
            </a:r>
            <a:r>
              <a:rPr/>
              <a:t> Women entrepreneurs &amp; working professionals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Features</a:t>
            </a:r>
          </a:p>
          <a:p>
            <a:pPr lvl="0"/>
            <a:r>
              <a:rPr/>
              <a:t>Welcome voucher worth ₹1,000 for women-led businesses</a:t>
            </a:r>
          </a:p>
          <a:p>
            <a:pPr lvl="0"/>
            <a:r>
              <a:rPr/>
              <a:t>Enhanced cashback on e-commerce (up to 5%)</a:t>
            </a:r>
          </a:p>
          <a:p>
            <a:pPr lvl="0"/>
            <a:r>
              <a:rPr/>
              <a:t>Interest-free period up to 55 days</a:t>
            </a:r>
          </a:p>
          <a:p>
            <a:pPr lvl="0"/>
            <a:r>
              <a:rPr/>
              <a:t>Free add-on card for family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Fees</a:t>
            </a:r>
          </a:p>
          <a:p>
            <a:pPr lvl="0"/>
            <a:r>
              <a:rPr/>
              <a:t>Joining Fee: ₹299 + GST</a:t>
            </a:r>
          </a:p>
          <a:p>
            <a:pPr lvl="0"/>
            <a:r>
              <a:rPr/>
              <a:t>Annual Fee: ₹299 + GST (waived on spends above ₹50,000)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Eligibility</a:t>
            </a:r>
          </a:p>
          <a:p>
            <a:pPr lvl="0"/>
            <a:r>
              <a:rPr/>
              <a:t>Applicant must self-identify as female</a:t>
            </a:r>
          </a:p>
          <a:p>
            <a:pPr lvl="0"/>
            <a:r>
              <a:rPr/>
              <a:t>Minimum monthly income: ₹15,000 (proof required for entrepreneurs)</a:t>
            </a:r>
          </a:p>
          <a:p>
            <a:pPr lvl="0"/>
            <a:r>
              <a:rPr/>
              <a:t>Age: 21 to 65 years</a:t>
            </a:r>
          </a:p>
          <a:p>
            <a:pPr lvl="0"/>
            <a:r>
              <a:rPr/>
              <a:t>CIBIL 650+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 ZX Student Credit Card</a:t>
            </a:r>
          </a:p>
          <a:p>
            <a:pPr lvl="0" indent="0" marL="0">
              <a:buNone/>
            </a:pPr>
            <a:r>
              <a:rPr b="1"/>
              <a:t>Best For:</a:t>
            </a:r>
            <a:r>
              <a:rPr/>
              <a:t> College &amp; university students (India, Sri Lanka, Nepal only)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Features</a:t>
            </a:r>
          </a:p>
          <a:p>
            <a:pPr lvl="0"/>
            <a:r>
              <a:rPr/>
              <a:t>Low credit limit: ₹20,000 (flexible for students)</a:t>
            </a:r>
          </a:p>
          <a:p>
            <a:pPr lvl="0"/>
            <a:r>
              <a:rPr/>
              <a:t>No annual fee for first 2 years</a:t>
            </a:r>
          </a:p>
          <a:p>
            <a:pPr lvl="0"/>
            <a:r>
              <a:rPr/>
              <a:t>1% cashback on online purchases</a:t>
            </a:r>
          </a:p>
          <a:p>
            <a:pPr lvl="0"/>
            <a:r>
              <a:rPr/>
              <a:t>Bill reminders &amp; study abroad offers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Fees</a:t>
            </a:r>
          </a:p>
          <a:p>
            <a:pPr lvl="0"/>
            <a:r>
              <a:rPr/>
              <a:t>Joining Fee: ₹0</a:t>
            </a:r>
          </a:p>
          <a:p>
            <a:pPr lvl="0"/>
            <a:r>
              <a:rPr/>
              <a:t>Annual Fee: ₹199 + GST (waived with one transaction per quarter)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Eligibility</a:t>
            </a:r>
          </a:p>
          <a:p>
            <a:pPr lvl="0"/>
            <a:r>
              <a:rPr/>
              <a:t>Age: 18 to 25 years</a:t>
            </a:r>
          </a:p>
          <a:p>
            <a:pPr lvl="0"/>
            <a:r>
              <a:rPr/>
              <a:t>Valid student ID &amp; proof of admission</a:t>
            </a:r>
          </a:p>
          <a:p>
            <a:pPr lvl="0"/>
            <a:r>
              <a:rPr/>
              <a:t>Co-signer or proof of minimal monthly remittance/allowance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 ZX NRI Credit Card</a:t>
            </a:r>
          </a:p>
          <a:p>
            <a:pPr lvl="0" indent="0" marL="0">
              <a:buNone/>
            </a:pPr>
            <a:r>
              <a:rPr b="1"/>
              <a:t>Best For:</a:t>
            </a:r>
            <a:r>
              <a:rPr/>
              <a:t> Non-resident Indians and NRIs in Bhutan, Nepal, Sri Lanka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Features</a:t>
            </a:r>
          </a:p>
          <a:p>
            <a:pPr lvl="0"/>
            <a:r>
              <a:rPr/>
              <a:t>Global acceptance in 150+ countries</a:t>
            </a:r>
          </a:p>
          <a:p>
            <a:pPr lvl="0"/>
            <a:r>
              <a:rPr/>
              <a:t>No forex markup on spends in South Asia</a:t>
            </a:r>
          </a:p>
          <a:p>
            <a:pPr lvl="0"/>
            <a:r>
              <a:rPr/>
              <a:t>Remittance-integration via ZX app</a:t>
            </a:r>
          </a:p>
          <a:p>
            <a:pPr lvl="0"/>
            <a:r>
              <a:rPr/>
              <a:t>Reward points redeemable for airline miles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Fees</a:t>
            </a:r>
          </a:p>
          <a:p>
            <a:pPr lvl="0"/>
            <a:r>
              <a:rPr/>
              <a:t>Joining Fee: USD $30 (or equivalent)</a:t>
            </a:r>
          </a:p>
          <a:p>
            <a:pPr lvl="0"/>
            <a:r>
              <a:rPr/>
              <a:t>Annual Fee: USD $25 (waived on spends above USD $5,000)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Eligibility</a:t>
            </a:r>
          </a:p>
          <a:p>
            <a:pPr lvl="0"/>
            <a:r>
              <a:rPr/>
              <a:t>Valid NRI status (passport copy and visa/residence permit)</a:t>
            </a:r>
          </a:p>
          <a:p>
            <a:pPr lvl="0"/>
            <a:r>
              <a:rPr/>
              <a:t>Minimum monthly overseas remittance: $1,000</a:t>
            </a:r>
          </a:p>
          <a:p>
            <a:pPr lvl="0"/>
            <a:r>
              <a:rPr/>
              <a:t>Age: 21 to 65 years</a:t>
            </a:r>
          </a:p>
          <a:p>
            <a:pPr lvl="0"/>
            <a:r>
              <a:rPr/>
              <a:t>Satisfactory credit reference (home/based abroad)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to Apply</a:t>
            </a:r>
          </a:p>
          <a:p>
            <a:pPr lvl="0"/>
            <a:r>
              <a:rPr/>
              <a:t>Apply via </a:t>
            </a:r>
            <a:r>
              <a:rPr>
                <a:hlinkClick r:id="rId2"/>
              </a:rPr>
              <a:t>ZX Bank Asia Website</a:t>
            </a:r>
            <a:r>
              <a:rPr/>
              <a:t> or the ZX Bank Asia app (Android &amp; iOS)</a:t>
            </a:r>
          </a:p>
          <a:p>
            <a:pPr lvl="0"/>
            <a:r>
              <a:rPr/>
              <a:t>Fill online application form &amp; upload documents (ID, proof of income, address proof)</a:t>
            </a:r>
          </a:p>
          <a:p>
            <a:pPr lvl="0"/>
            <a:r>
              <a:rPr/>
              <a:t>e-KYC available for India, Sri Lanka, and Nepal residents</a:t>
            </a:r>
          </a:p>
          <a:p>
            <a:pPr lvl="0"/>
            <a:r>
              <a:rPr/>
              <a:t>Approval in as little as 48 hours (subject to eligibility check)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For More Information</a:t>
            </a:r>
          </a:p>
          <a:p>
            <a:pPr lvl="0"/>
            <a:r>
              <a:rPr/>
              <a:t>Visit our </a:t>
            </a:r>
            <a:r>
              <a:rPr>
                <a:hlinkClick r:id="rId2"/>
              </a:rPr>
              <a:t>Credit Card Page</a:t>
            </a:r>
          </a:p>
          <a:p>
            <a:pPr lvl="0"/>
            <a:r>
              <a:rPr/>
              <a:t>Call Customer Care: 1800-XXX-ZXCC (India) | +94-XXX-ZXCC (Sri Lanka)</a:t>
            </a:r>
          </a:p>
          <a:p>
            <a:pPr lvl="0"/>
            <a:r>
              <a:rPr/>
              <a:t>Chat with “Zia”, our AI assistant, on mobile app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All fees and eligibility requirements are indicative and subject to change as per ZX Bank policy and regulatory guidelines.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2025-07-30T07:51:02Z</dcterms:created>
  <dcterms:modified xsi:type="dcterms:W3CDTF">2025-07-30T07:51:02Z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