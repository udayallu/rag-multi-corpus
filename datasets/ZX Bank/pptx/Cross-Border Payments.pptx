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Fast Cross-Border Payments with ZX Bank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Seamless Transfers Across South Asia</a:t>
            </a:r>
          </a:p>
          <a:p>
            <a:pPr lvl="0" indent="0" marL="0">
              <a:buNone/>
            </a:pPr>
            <a:r>
              <a:rPr/>
              <a:t>ZX Bank provides </a:t>
            </a:r>
            <a:r>
              <a:rPr b="1"/>
              <a:t>fast, secure cross-border payment services</a:t>
            </a:r>
            <a:r>
              <a:rPr/>
              <a:t> between </a:t>
            </a:r>
            <a:r>
              <a:rPr b="1"/>
              <a:t>India, Sri Lanka, Nepal, and Bhutan</a:t>
            </a:r>
            <a:r>
              <a:rPr/>
              <a:t>. Whether you’re sending money home, paying for business imports, or supporting family across the region, ZX Bank guarantees a seamless remittance experience.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Instant Transfers:</a:t>
            </a:r>
            <a:r>
              <a:rPr/>
              <a:t> Most transfers are processed within minutes using ZX Bank’s advanced payment rails and SWIFT capabilities.</a:t>
            </a:r>
          </a:p>
          <a:p>
            <a:pPr lvl="0"/>
            <a:r>
              <a:rPr b="1"/>
              <a:t>Transparent Fees:</a:t>
            </a:r>
            <a:r>
              <a:rPr/>
              <a:t> Competitive, upfront charges with no hidden costs.</a:t>
            </a:r>
          </a:p>
          <a:p>
            <a:pPr lvl="0"/>
            <a:r>
              <a:rPr b="1"/>
              <a:t>Multi-Currency Support:</a:t>
            </a:r>
            <a:r>
              <a:rPr/>
              <a:t> Send and receive funds in INR, LKR, NPR, BTN, and more.</a:t>
            </a:r>
          </a:p>
          <a:p>
            <a:pPr lvl="0"/>
            <a:r>
              <a:rPr b="1"/>
              <a:t>Real-Time Tracking:</a:t>
            </a:r>
            <a:r>
              <a:rPr/>
              <a:t> Track your payments via the ZX Bank Asia mobile app and get instant notifications.</a:t>
            </a:r>
          </a:p>
          <a:p>
            <a:pPr lvl="0"/>
            <a:r>
              <a:rPr b="1"/>
              <a:t>Branch &amp; Digital Access:</a:t>
            </a:r>
            <a:r>
              <a:rPr/>
              <a:t> Initiate remittances through 600+ branches/ATMs or remotely using internet and mobile banking.</a:t>
            </a:r>
          </a:p>
          <a:p>
            <a:pPr lvl="0"/>
            <a:r>
              <a:rPr b="1"/>
              <a:t>Regulatory Compliance:</a:t>
            </a:r>
            <a:r>
              <a:rPr/>
              <a:t> Fully compliant with all local and international guidelines. Your transactions are protected!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Initiate Transfer</a:t>
            </a:r>
          </a:p>
          <a:p>
            <a:pPr lvl="1"/>
            <a:r>
              <a:rPr/>
              <a:t>Visit a ZX Bank branch, use our mobile app, or log in to NetBanking.</a:t>
            </a:r>
          </a:p>
          <a:p>
            <a:pPr lvl="0" indent="-342900" marL="342900">
              <a:buAutoNum type="arabicPeriod"/>
            </a:pPr>
            <a:r>
              <a:rPr b="1"/>
              <a:t>Choose Your Recipient</a:t>
            </a:r>
          </a:p>
          <a:p>
            <a:pPr lvl="1"/>
            <a:r>
              <a:rPr/>
              <a:t>Send to ZX Bank or partner bank accounts in India, Sri Lanka, Nepal, or Bhutan.</a:t>
            </a:r>
          </a:p>
          <a:p>
            <a:pPr lvl="0" indent="-342900" marL="342900">
              <a:buAutoNum type="arabicPeriod"/>
            </a:pPr>
            <a:r>
              <a:rPr b="1"/>
              <a:t>Select Amount &amp; Currency</a:t>
            </a:r>
          </a:p>
          <a:p>
            <a:pPr lvl="1"/>
            <a:r>
              <a:rPr/>
              <a:t>Multi-currency options help recipients get the best value.</a:t>
            </a:r>
          </a:p>
          <a:p>
            <a:pPr lvl="0" indent="-342900" marL="342900">
              <a:buAutoNum type="arabicPeriod"/>
            </a:pPr>
            <a:r>
              <a:rPr b="1"/>
              <a:t>Pay &amp; Confirm</a:t>
            </a:r>
          </a:p>
          <a:p>
            <a:pPr lvl="1"/>
            <a:r>
              <a:rPr/>
              <a:t>Transparent, upfront fees shown before you pay.</a:t>
            </a:r>
          </a:p>
          <a:p>
            <a:pPr lvl="0" indent="-342900" marL="342900">
              <a:buAutoNum type="arabicPeriod"/>
            </a:pPr>
            <a:r>
              <a:rPr b="1"/>
              <a:t>Track in Real-Time</a:t>
            </a:r>
          </a:p>
          <a:p>
            <a:pPr lvl="1"/>
            <a:r>
              <a:rPr/>
              <a:t>Monitor your transfer’s status from start to finish.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Digital Convenience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ZX Bank Asia Mobile App</a:t>
            </a:r>
            <a:r>
              <a:rPr/>
              <a:t> enables transfers 24/7, backed by secure biometric login, OTP authentication, and instant in-app support via AI assistant “Zia”.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Empowering Families &amp;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NRI and Migrant Workers:</a:t>
            </a:r>
            <a:r>
              <a:rPr/>
              <a:t> Quick, low-fee remittances to support loved ones back home.</a:t>
            </a:r>
          </a:p>
          <a:p>
            <a:pPr lvl="0"/>
            <a:r>
              <a:rPr b="1"/>
              <a:t>SMEs and Traders:</a:t>
            </a:r>
            <a:r>
              <a:rPr/>
              <a:t> Reliable, rapid settlements for imports, exports, and vendor payments.</a:t>
            </a:r>
          </a:p>
          <a:p>
            <a:pPr lvl="0"/>
            <a:r>
              <a:rPr b="1"/>
              <a:t>Students Abroad:</a:t>
            </a:r>
            <a:r>
              <a:rPr/>
              <a:t> Hassle-free tuition or living expense payments to Nepal, Bhutan, Sri Lanka, or India.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Ready to Get Started?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Sign up on ZX Bank Asia</a:t>
            </a:r>
            <a:r>
              <a:rPr/>
              <a:t> or download the </a:t>
            </a:r>
            <a:r>
              <a:rPr b="1"/>
              <a:t>ZX Bank Asia</a:t>
            </a:r>
            <a:r>
              <a:rPr/>
              <a:t> app on Android / iOS</a:t>
            </a:r>
          </a:p>
          <a:p>
            <a:pPr lvl="0"/>
            <a:r>
              <a:rPr/>
              <a:t>Visit your nearest branch</a:t>
            </a:r>
          </a:p>
          <a:p>
            <a:pPr lvl="0" indent="0" marL="0">
              <a:buNone/>
            </a:pPr>
            <a:r>
              <a:rPr b="1"/>
              <a:t>Experience the power of effortless cross-border banking in South Asia with ZX Bank!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2025-07-30T07:50:23Z</dcterms:created>
  <dcterms:modified xsi:type="dcterms:W3CDTF">2025-07-30T07:50:23Z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