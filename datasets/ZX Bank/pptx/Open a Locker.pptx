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2" Type="http://schemas.openxmlformats.org/officeDocument/2006/relationships/viewProps" Target="viewProps.xml" /><Relationship Id="rId1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4" Type="http://schemas.openxmlformats.org/officeDocument/2006/relationships/tableStyles" Target="tableStyles.xml" /><Relationship Id="rId1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zxbank.asia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to Open a Locker at ZX Bank Branch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Opening a locker (safe deposit box) at a ZX Bank branch is a secure way to safeguard your valuables and important documents. Follow these simple steps to apply for and access a locker at any of our branches across India, Sri Lanka, Bhutan, or Nepal.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Step 1: Check Locker Availability</a:t>
            </a:r>
          </a:p>
          <a:p>
            <a:pPr lvl="0"/>
            <a:r>
              <a:rPr/>
              <a:t>Visit your nearest </a:t>
            </a:r>
            <a:r>
              <a:rPr b="1"/>
              <a:t>ZX Bank branch</a:t>
            </a:r>
            <a:r>
              <a:rPr/>
              <a:t> or call the branch directly.</a:t>
            </a:r>
          </a:p>
          <a:p>
            <a:pPr lvl="0"/>
            <a:r>
              <a:rPr/>
              <a:t>Inquire about locker sizes and availability.</a:t>
            </a:r>
          </a:p>
          <a:p>
            <a:pPr lvl="0"/>
            <a:r>
              <a:rPr/>
              <a:t>Popular sizes: Small, Medium, Large (availability may vary by location).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Step 2: Eligibility Criteria</a:t>
            </a:r>
          </a:p>
          <a:p>
            <a:pPr lvl="0"/>
            <a:r>
              <a:rPr b="1"/>
              <a:t>Existing ZX Bank customer:</a:t>
            </a:r>
            <a:r>
              <a:rPr/>
              <a:t> You must have (or open) a savings or current account.</a:t>
            </a:r>
          </a:p>
          <a:p>
            <a:pPr lvl="0"/>
            <a:r>
              <a:rPr b="1"/>
              <a:t>KYC Compliance:</a:t>
            </a:r>
            <a:r>
              <a:rPr/>
              <a:t> Ensure your KYC (Know Your Customer) details are updated.</a:t>
            </a:r>
          </a:p>
          <a:p>
            <a:pPr lvl="1"/>
            <a:r>
              <a:rPr/>
              <a:t>Valid photo ID (Aadhaar/Passport/Driving License)</a:t>
            </a:r>
          </a:p>
          <a:p>
            <a:pPr lvl="1"/>
            <a:r>
              <a:rPr/>
              <a:t>Address proof</a:t>
            </a:r>
          </a:p>
          <a:p>
            <a:pPr lvl="1"/>
            <a:r>
              <a:rPr/>
              <a:t>Recent passport-sized photo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Step 3: Locker Application Process</a:t>
            </a:r>
          </a:p>
          <a:p>
            <a:pPr lvl="0" indent="-342900" marL="342900">
              <a:buAutoNum type="arabicPeriod"/>
            </a:pPr>
            <a:r>
              <a:rPr b="1"/>
              <a:t>Visit the Branch:</a:t>
            </a:r>
            <a:r>
              <a:rPr/>
              <a:t> Bring original documents and photocopies.</a:t>
            </a:r>
          </a:p>
          <a:p>
            <a:pPr lvl="0" indent="-342900" marL="342900">
              <a:buAutoNum type="arabicPeriod"/>
            </a:pPr>
            <a:r>
              <a:rPr b="1"/>
              <a:t>Fill Application Form:</a:t>
            </a:r>
            <a:r>
              <a:rPr/>
              <a:t> Request and complete the ‘Locker Facility Application Form’ at the branch.</a:t>
            </a:r>
          </a:p>
          <a:p>
            <a:pPr lvl="0" indent="-342900" marL="342900">
              <a:buAutoNum type="arabicPeriod"/>
            </a:pPr>
            <a:r>
              <a:rPr b="1"/>
              <a:t>Submit KYC Documents:</a:t>
            </a:r>
            <a:r>
              <a:rPr/>
              <a:t> Attach required KYC documents to your application.</a:t>
            </a:r>
          </a:p>
          <a:p>
            <a:pPr lvl="0" indent="-342900" marL="342900">
              <a:buAutoNum type="arabicPeriod"/>
            </a:pPr>
            <a:r>
              <a:rPr b="1"/>
              <a:t>Locker Agreement:</a:t>
            </a:r>
            <a:r>
              <a:rPr/>
              <a:t> Read and sign the Locker Hirer Agreement provided by the bank.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Step 4: Security Deposit &amp; Rent Payment</a:t>
            </a:r>
          </a:p>
          <a:p>
            <a:pPr lvl="0"/>
            <a:r>
              <a:rPr/>
              <a:t>Pay the </a:t>
            </a:r>
            <a:r>
              <a:rPr b="1"/>
              <a:t>refundable security deposit</a:t>
            </a:r>
            <a:r>
              <a:rPr/>
              <a:t> (locker rent may vary by size and city).</a:t>
            </a:r>
          </a:p>
          <a:p>
            <a:pPr lvl="0"/>
            <a:r>
              <a:rPr/>
              <a:t>Locker rent is typically paid </a:t>
            </a:r>
            <a:r>
              <a:rPr b="1"/>
              <a:t>annually</a:t>
            </a:r>
            <a:r>
              <a:rPr/>
              <a:t>.</a:t>
            </a:r>
          </a:p>
          <a:p>
            <a:pPr lvl="0"/>
            <a:r>
              <a:rPr/>
              <a:t>Payment can be made via cash, cheque, or direct bank transfer.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Step 5: Locker Allotment &amp; Access</a:t>
            </a:r>
          </a:p>
          <a:p>
            <a:pPr lvl="0"/>
            <a:r>
              <a:rPr/>
              <a:t>Upon approval, a locker number will be allotted.</a:t>
            </a:r>
          </a:p>
          <a:p>
            <a:pPr lvl="0"/>
            <a:r>
              <a:rPr/>
              <a:t>Receive the </a:t>
            </a:r>
            <a:r>
              <a:rPr b="1"/>
              <a:t>locker keys</a:t>
            </a:r>
            <a:r>
              <a:rPr/>
              <a:t> (usually two keys; bank does not keep duplicates).</a:t>
            </a:r>
          </a:p>
          <a:p>
            <a:pPr lvl="0"/>
            <a:r>
              <a:rPr/>
              <a:t>The bank officer will guide you on locker location and operating procedure.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Step 6: Operating the Locker</a:t>
            </a:r>
          </a:p>
          <a:p>
            <a:pPr lvl="0"/>
            <a:r>
              <a:rPr/>
              <a:t>Locker can be operated </a:t>
            </a:r>
            <a:r>
              <a:rPr b="1"/>
              <a:t>during branch working hours</a:t>
            </a:r>
            <a:r>
              <a:rPr/>
              <a:t>.</a:t>
            </a:r>
          </a:p>
          <a:p>
            <a:pPr lvl="0"/>
            <a:r>
              <a:rPr/>
              <a:t>Visit the branch with your locker keys and valid ID proof.</a:t>
            </a:r>
          </a:p>
          <a:p>
            <a:pPr lvl="0"/>
            <a:r>
              <a:rPr/>
              <a:t>Sign the </a:t>
            </a:r>
            <a:r>
              <a:rPr b="1"/>
              <a:t>Locker Access Register</a:t>
            </a:r>
            <a:r>
              <a:rPr/>
              <a:t> each time you access the locker.</a:t>
            </a:r>
          </a:p>
          <a:p>
            <a:pPr lvl="0"/>
            <a:r>
              <a:rPr/>
              <a:t>All locker operations are conducted in privacy in the vault area.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Additional Guidelines</a:t>
            </a:r>
          </a:p>
          <a:p>
            <a:pPr lvl="0"/>
            <a:r>
              <a:rPr b="1"/>
              <a:t>Nomination:</a:t>
            </a:r>
            <a:r>
              <a:rPr/>
              <a:t> Highly recommended to nominate a beneficiary for your locker.</a:t>
            </a:r>
          </a:p>
          <a:p>
            <a:pPr lvl="0"/>
            <a:r>
              <a:rPr b="1"/>
              <a:t>Joint Locker:</a:t>
            </a:r>
            <a:r>
              <a:rPr/>
              <a:t> You can opt for a joint locker with another account holder.</a:t>
            </a:r>
          </a:p>
          <a:p>
            <a:pPr lvl="0"/>
            <a:r>
              <a:rPr b="1"/>
              <a:t>Loss of Key:</a:t>
            </a:r>
            <a:r>
              <a:rPr/>
              <a:t> Inform the bank immediately; charges apply for key duplication/drilling.</a:t>
            </a:r>
          </a:p>
          <a:p>
            <a:pPr lvl="0"/>
            <a:r>
              <a:rPr b="1"/>
              <a:t>Annual Rent:</a:t>
            </a:r>
            <a:r>
              <a:rPr/>
              <a:t> Pay annual rent on time to avoid late fees or locker freeze.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For Assistance</a:t>
            </a:r>
          </a:p>
          <a:p>
            <a:pPr lvl="0"/>
            <a:r>
              <a:rPr b="1"/>
              <a:t>Visit:</a:t>
            </a:r>
            <a:r>
              <a:rPr/>
              <a:t> Nearest ZX Bank branch</a:t>
            </a:r>
          </a:p>
          <a:p>
            <a:pPr lvl="0"/>
            <a:r>
              <a:rPr b="1"/>
              <a:t>Website:</a:t>
            </a:r>
            <a:r>
              <a:rPr/>
              <a:t> </a:t>
            </a:r>
            <a:r>
              <a:rPr>
                <a:hlinkClick r:id="rId2"/>
              </a:rPr>
              <a:t>www.zxbank.asia</a:t>
            </a:r>
          </a:p>
          <a:p>
            <a:pPr lvl="0"/>
            <a:r>
              <a:rPr b="1"/>
              <a:t>Customer Care:</a:t>
            </a:r>
            <a:r>
              <a:rPr/>
              <a:t> Check the contact section on the official website or mobile app</a:t>
            </a:r>
          </a:p>
          <a:p>
            <a:pPr lvl="0" indent="0" marL="1270000">
              <a:buNone/>
            </a:pPr>
            <a:r>
              <a:rPr sz="2000" b="1"/>
              <a:t>Secure your valuables with peace of mind at ZX Bank!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2025-07-30T07:49:51Z</dcterms:created>
  <dcterms:modified xsi:type="dcterms:W3CDTF">2025-07-30T07:49:51Z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