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Ltd. – Pune Branch Network Directory</a:t>
            </a:r>
          </a:p>
        </p:txBody>
      </p:sp>
      <p:sp>
        <p:nvSpPr>
          <p:cNvPr id="3" name="Content Placeholder 2"/>
          <p:cNvSpPr>
            <a:spLocks noGrp="1"/>
          </p:cNvSpPr>
          <p:nvPr>
            <p:ph idx="1"/>
          </p:nvPr>
        </p:nvSpPr>
        <p:spPr/>
        <p:txBody>
          <a:bodyPr/>
          <a:lstStyle/>
          <a:p>
            <a:pPr lvl="0" indent="0" marL="0">
              <a:buNone/>
            </a:pPr>
            <a:r>
              <a:rPr/>
              <a:t>Pune, a vibrant metropolis and commercial hub of Maharashtra, is well-served by ZX Bank Ltd.’s comprehensive branch network. The bank’s presence is strategically distributed across North, South, East, West, and Central Pune, ensuring convenient access to retail, SME, and digital banking solutions for individuals and businesses alike. This regional spread demonstrates ZX Bank’s commitment to accessibility, customer service, and financial inclusion throughout the city. Below, you’ll find the detailed listings of 40 ZX Bank branches categorized by region, with branch addresses, IFSC codes, and contact numbers.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Pune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Pimple Saudagar, Shop 4, Kunal Icon Rd</a:t>
                      </a:r>
                    </a:p>
                  </a:txBody>
                </a:tc>
                <a:tc>
                  <a:txBody>
                    <a:bodyPr/>
                    <a:lstStyle/>
                    <a:p>
                      <a:pPr lvl="0" indent="0" marL="0">
                        <a:buNone/>
                      </a:pPr>
                      <a:r>
                        <a:rPr/>
                        <a:t>ZXIN0001201</a:t>
                      </a:r>
                    </a:p>
                  </a:txBody>
                </a:tc>
                <a:tc>
                  <a:txBody>
                    <a:bodyPr/>
                    <a:lstStyle/>
                    <a:p>
                      <a:pPr lvl="0" indent="0" marL="0">
                        <a:buNone/>
                      </a:pPr>
                      <a:r>
                        <a:rPr/>
                        <a:t>020-3289 2101</a:t>
                      </a:r>
                    </a:p>
                  </a:txBody>
                </a:tc>
              </a:tr>
              <a:tr h="0">
                <a:tc>
                  <a:txBody>
                    <a:bodyPr/>
                    <a:lstStyle/>
                    <a:p>
                      <a:pPr lvl="0" indent="0" marL="0">
                        <a:buNone/>
                      </a:pPr>
                      <a:r>
                        <a:rPr/>
                        <a:t>Bhosari, Plot 54, MIDC Industrial Area</a:t>
                      </a:r>
                    </a:p>
                  </a:txBody>
                </a:tc>
                <a:tc>
                  <a:txBody>
                    <a:bodyPr/>
                    <a:lstStyle/>
                    <a:p>
                      <a:pPr lvl="0" indent="0" marL="0">
                        <a:buNone/>
                      </a:pPr>
                      <a:r>
                        <a:rPr/>
                        <a:t>ZXIN0001202</a:t>
                      </a:r>
                    </a:p>
                  </a:txBody>
                </a:tc>
                <a:tc>
                  <a:txBody>
                    <a:bodyPr/>
                    <a:lstStyle/>
                    <a:p>
                      <a:pPr lvl="0" indent="0" marL="0">
                        <a:buNone/>
                      </a:pPr>
                      <a:r>
                        <a:rPr/>
                        <a:t>020-3298 5698</a:t>
                      </a:r>
                    </a:p>
                  </a:txBody>
                </a:tc>
              </a:tr>
              <a:tr h="0">
                <a:tc>
                  <a:txBody>
                    <a:bodyPr/>
                    <a:lstStyle/>
                    <a:p>
                      <a:pPr lvl="0" indent="0" marL="0">
                        <a:buNone/>
                      </a:pPr>
                      <a:r>
                        <a:rPr/>
                        <a:t>Akurdi, Sector 27, Pradhikaran</a:t>
                      </a:r>
                    </a:p>
                  </a:txBody>
                </a:tc>
                <a:tc>
                  <a:txBody>
                    <a:bodyPr/>
                    <a:lstStyle/>
                    <a:p>
                      <a:pPr lvl="0" indent="0" marL="0">
                        <a:buNone/>
                      </a:pPr>
                      <a:r>
                        <a:rPr/>
                        <a:t>ZXIN0001203</a:t>
                      </a:r>
                    </a:p>
                  </a:txBody>
                </a:tc>
                <a:tc>
                  <a:txBody>
                    <a:bodyPr/>
                    <a:lstStyle/>
                    <a:p>
                      <a:pPr lvl="0" indent="0" marL="0">
                        <a:buNone/>
                      </a:pPr>
                      <a:r>
                        <a:rPr/>
                        <a:t>020-3467 2340</a:t>
                      </a:r>
                    </a:p>
                  </a:txBody>
                </a:tc>
              </a:tr>
              <a:tr h="0">
                <a:tc>
                  <a:txBody>
                    <a:bodyPr/>
                    <a:lstStyle/>
                    <a:p>
                      <a:pPr lvl="0" indent="0" marL="0">
                        <a:buNone/>
                      </a:pPr>
                      <a:r>
                        <a:rPr/>
                        <a:t>Moshi, Spine City Mall, 1st Floor</a:t>
                      </a:r>
                    </a:p>
                  </a:txBody>
                </a:tc>
                <a:tc>
                  <a:txBody>
                    <a:bodyPr/>
                    <a:lstStyle/>
                    <a:p>
                      <a:pPr lvl="0" indent="0" marL="0">
                        <a:buNone/>
                      </a:pPr>
                      <a:r>
                        <a:rPr/>
                        <a:t>ZXIN0001204</a:t>
                      </a:r>
                    </a:p>
                  </a:txBody>
                </a:tc>
                <a:tc>
                  <a:txBody>
                    <a:bodyPr/>
                    <a:lstStyle/>
                    <a:p>
                      <a:pPr lvl="0" indent="0" marL="0">
                        <a:buNone/>
                      </a:pPr>
                      <a:r>
                        <a:rPr/>
                        <a:t>020-3351 7685</a:t>
                      </a:r>
                    </a:p>
                  </a:txBody>
                </a:tc>
              </a:tr>
              <a:tr h="0">
                <a:tc>
                  <a:txBody>
                    <a:bodyPr/>
                    <a:lstStyle/>
                    <a:p>
                      <a:pPr lvl="0" indent="0" marL="0">
                        <a:buNone/>
                      </a:pPr>
                      <a:r>
                        <a:rPr/>
                        <a:t>Chinchwad, Premier Plaza, Old Mumbai-Pune Road</a:t>
                      </a:r>
                    </a:p>
                  </a:txBody>
                </a:tc>
                <a:tc>
                  <a:txBody>
                    <a:bodyPr/>
                    <a:lstStyle/>
                    <a:p>
                      <a:pPr lvl="0" indent="0" marL="0">
                        <a:buNone/>
                      </a:pPr>
                      <a:r>
                        <a:rPr/>
                        <a:t>ZXIN0001205</a:t>
                      </a:r>
                    </a:p>
                  </a:txBody>
                </a:tc>
                <a:tc>
                  <a:txBody>
                    <a:bodyPr/>
                    <a:lstStyle/>
                    <a:p>
                      <a:pPr lvl="0" indent="0" marL="0">
                        <a:buNone/>
                      </a:pPr>
                      <a:r>
                        <a:rPr/>
                        <a:t>020-3478 5673</a:t>
                      </a:r>
                    </a:p>
                  </a:txBody>
                </a:tc>
              </a:tr>
              <a:tr h="0">
                <a:tc>
                  <a:txBody>
                    <a:bodyPr/>
                    <a:lstStyle/>
                    <a:p>
                      <a:pPr lvl="0" indent="0" marL="0">
                        <a:buNone/>
                      </a:pPr>
                      <a:r>
                        <a:rPr/>
                        <a:t>Nigdi, Laxmi Complex, Sector 25</a:t>
                      </a:r>
                    </a:p>
                  </a:txBody>
                </a:tc>
                <a:tc>
                  <a:txBody>
                    <a:bodyPr/>
                    <a:lstStyle/>
                    <a:p>
                      <a:pPr lvl="0" indent="0" marL="0">
                        <a:buNone/>
                      </a:pPr>
                      <a:r>
                        <a:rPr/>
                        <a:t>ZXIN0001206</a:t>
                      </a:r>
                    </a:p>
                  </a:txBody>
                </a:tc>
                <a:tc>
                  <a:txBody>
                    <a:bodyPr/>
                    <a:lstStyle/>
                    <a:p>
                      <a:pPr lvl="0" indent="0" marL="0">
                        <a:buNone/>
                      </a:pPr>
                      <a:r>
                        <a:rPr/>
                        <a:t>020-3469 6352</a:t>
                      </a:r>
                    </a:p>
                  </a:txBody>
                </a:tc>
              </a:tr>
              <a:tr h="0">
                <a:tc>
                  <a:txBody>
                    <a:bodyPr/>
                    <a:lstStyle/>
                    <a:p>
                      <a:pPr lvl="0" indent="0" marL="0">
                        <a:buNone/>
                      </a:pPr>
                      <a:r>
                        <a:rPr/>
                        <a:t>Dighi, Alandi Road, Near Dighi Gaon</a:t>
                      </a:r>
                    </a:p>
                  </a:txBody>
                </a:tc>
                <a:tc>
                  <a:txBody>
                    <a:bodyPr/>
                    <a:lstStyle/>
                    <a:p>
                      <a:pPr lvl="0" indent="0" marL="0">
                        <a:buNone/>
                      </a:pPr>
                      <a:r>
                        <a:rPr/>
                        <a:t>ZXIN0001207</a:t>
                      </a:r>
                    </a:p>
                  </a:txBody>
                </a:tc>
                <a:tc>
                  <a:txBody>
                    <a:bodyPr/>
                    <a:lstStyle/>
                    <a:p>
                      <a:pPr lvl="0" indent="0" marL="0">
                        <a:buNone/>
                      </a:pPr>
                      <a:r>
                        <a:rPr/>
                        <a:t>020-3444 8741</a:t>
                      </a:r>
                    </a:p>
                  </a:txBody>
                </a:tc>
              </a:tr>
              <a:tr h="0">
                <a:tc>
                  <a:txBody>
                    <a:bodyPr/>
                    <a:lstStyle/>
                    <a:p>
                      <a:pPr lvl="0" indent="0" marL="0">
                        <a:buNone/>
                      </a:pPr>
                      <a:r>
                        <a:rPr/>
                        <a:t>Vishrantwadi, Samartha Arcade, Tingre Nagar</a:t>
                      </a:r>
                    </a:p>
                  </a:txBody>
                </a:tc>
                <a:tc>
                  <a:txBody>
                    <a:bodyPr/>
                    <a:lstStyle/>
                    <a:p>
                      <a:pPr lvl="0" indent="0" marL="0">
                        <a:buNone/>
                      </a:pPr>
                      <a:r>
                        <a:rPr/>
                        <a:t>ZXIN0001208</a:t>
                      </a:r>
                    </a:p>
                  </a:txBody>
                </a:tc>
                <a:tc>
                  <a:txBody>
                    <a:bodyPr/>
                    <a:lstStyle/>
                    <a:p>
                      <a:pPr lvl="0" indent="0" marL="0">
                        <a:buNone/>
                      </a:pPr>
                      <a:r>
                        <a:rPr/>
                        <a:t>020-3451 2089</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Pune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Kondhwa, NIBM Road, Gowtham Complex</a:t>
                      </a:r>
                    </a:p>
                  </a:txBody>
                </a:tc>
                <a:tc>
                  <a:txBody>
                    <a:bodyPr/>
                    <a:lstStyle/>
                    <a:p>
                      <a:pPr lvl="0" indent="0" marL="0">
                        <a:buNone/>
                      </a:pPr>
                      <a:r>
                        <a:rPr/>
                        <a:t>ZXIN0001301</a:t>
                      </a:r>
                    </a:p>
                  </a:txBody>
                </a:tc>
                <a:tc>
                  <a:txBody>
                    <a:bodyPr/>
                    <a:lstStyle/>
                    <a:p>
                      <a:pPr lvl="0" indent="0" marL="0">
                        <a:buNone/>
                      </a:pPr>
                      <a:r>
                        <a:rPr/>
                        <a:t>020-3338 9412</a:t>
                      </a:r>
                    </a:p>
                  </a:txBody>
                </a:tc>
              </a:tr>
              <a:tr h="0">
                <a:tc>
                  <a:txBody>
                    <a:bodyPr/>
                    <a:lstStyle/>
                    <a:p>
                      <a:pPr lvl="0" indent="0" marL="0">
                        <a:buNone/>
                      </a:pPr>
                      <a:r>
                        <a:rPr/>
                        <a:t>Wanowrie, Clover Heights Shopping Centre</a:t>
                      </a:r>
                    </a:p>
                  </a:txBody>
                </a:tc>
                <a:tc>
                  <a:txBody>
                    <a:bodyPr/>
                    <a:lstStyle/>
                    <a:p>
                      <a:pPr lvl="0" indent="0" marL="0">
                        <a:buNone/>
                      </a:pPr>
                      <a:r>
                        <a:rPr/>
                        <a:t>ZXIN0001302</a:t>
                      </a:r>
                    </a:p>
                  </a:txBody>
                </a:tc>
                <a:tc>
                  <a:txBody>
                    <a:bodyPr/>
                    <a:lstStyle/>
                    <a:p>
                      <a:pPr lvl="0" indent="0" marL="0">
                        <a:buNone/>
                      </a:pPr>
                      <a:r>
                        <a:rPr/>
                        <a:t>020-3369 5512</a:t>
                      </a:r>
                    </a:p>
                  </a:txBody>
                </a:tc>
              </a:tr>
              <a:tr h="0">
                <a:tc>
                  <a:txBody>
                    <a:bodyPr/>
                    <a:lstStyle/>
                    <a:p>
                      <a:pPr lvl="0" indent="0" marL="0">
                        <a:buNone/>
                      </a:pPr>
                      <a:r>
                        <a:rPr/>
                        <a:t>Camp, East Street, Near SGS Mall</a:t>
                      </a:r>
                    </a:p>
                  </a:txBody>
                </a:tc>
                <a:tc>
                  <a:txBody>
                    <a:bodyPr/>
                    <a:lstStyle/>
                    <a:p>
                      <a:pPr lvl="0" indent="0" marL="0">
                        <a:buNone/>
                      </a:pPr>
                      <a:r>
                        <a:rPr/>
                        <a:t>ZXIN0001303</a:t>
                      </a:r>
                    </a:p>
                  </a:txBody>
                </a:tc>
                <a:tc>
                  <a:txBody>
                    <a:bodyPr/>
                    <a:lstStyle/>
                    <a:p>
                      <a:pPr lvl="0" indent="0" marL="0">
                        <a:buNone/>
                      </a:pPr>
                      <a:r>
                        <a:rPr/>
                        <a:t>020-3345 1198</a:t>
                      </a:r>
                    </a:p>
                  </a:txBody>
                </a:tc>
              </a:tr>
              <a:tr h="0">
                <a:tc>
                  <a:txBody>
                    <a:bodyPr/>
                    <a:lstStyle/>
                    <a:p>
                      <a:pPr lvl="0" indent="0" marL="0">
                        <a:buNone/>
                      </a:pPr>
                      <a:r>
                        <a:rPr/>
                        <a:t>Hadapsar, Solapur Road, Magarpatta Junction</a:t>
                      </a:r>
                    </a:p>
                  </a:txBody>
                </a:tc>
                <a:tc>
                  <a:txBody>
                    <a:bodyPr/>
                    <a:lstStyle/>
                    <a:p>
                      <a:pPr lvl="0" indent="0" marL="0">
                        <a:buNone/>
                      </a:pPr>
                      <a:r>
                        <a:rPr/>
                        <a:t>ZXIN0001304</a:t>
                      </a:r>
                    </a:p>
                  </a:txBody>
                </a:tc>
                <a:tc>
                  <a:txBody>
                    <a:bodyPr/>
                    <a:lstStyle/>
                    <a:p>
                      <a:pPr lvl="0" indent="0" marL="0">
                        <a:buNone/>
                      </a:pPr>
                      <a:r>
                        <a:rPr/>
                        <a:t>020-3356 7702</a:t>
                      </a:r>
                    </a:p>
                  </a:txBody>
                </a:tc>
              </a:tr>
              <a:tr h="0">
                <a:tc>
                  <a:txBody>
                    <a:bodyPr/>
                    <a:lstStyle/>
                    <a:p>
                      <a:pPr lvl="0" indent="0" marL="0">
                        <a:buNone/>
                      </a:pPr>
                      <a:r>
                        <a:rPr/>
                        <a:t>Fatima Nagar, Florence Arcade</a:t>
                      </a:r>
                    </a:p>
                  </a:txBody>
                </a:tc>
                <a:tc>
                  <a:txBody>
                    <a:bodyPr/>
                    <a:lstStyle/>
                    <a:p>
                      <a:pPr lvl="0" indent="0" marL="0">
                        <a:buNone/>
                      </a:pPr>
                      <a:r>
                        <a:rPr/>
                        <a:t>ZXIN0001305</a:t>
                      </a:r>
                    </a:p>
                  </a:txBody>
                </a:tc>
                <a:tc>
                  <a:txBody>
                    <a:bodyPr/>
                    <a:lstStyle/>
                    <a:p>
                      <a:pPr lvl="0" indent="0" marL="0">
                        <a:buNone/>
                      </a:pPr>
                      <a:r>
                        <a:rPr/>
                        <a:t>020-3309 4436</a:t>
                      </a:r>
                    </a:p>
                  </a:txBody>
                </a:tc>
              </a:tr>
              <a:tr h="0">
                <a:tc>
                  <a:txBody>
                    <a:bodyPr/>
                    <a:lstStyle/>
                    <a:p>
                      <a:pPr lvl="0" indent="0" marL="0">
                        <a:buNone/>
                      </a:pPr>
                      <a:r>
                        <a:rPr/>
                        <a:t>Bibvewadi, Pushpak Business Complex</a:t>
                      </a:r>
                    </a:p>
                  </a:txBody>
                </a:tc>
                <a:tc>
                  <a:txBody>
                    <a:bodyPr/>
                    <a:lstStyle/>
                    <a:p>
                      <a:pPr lvl="0" indent="0" marL="0">
                        <a:buNone/>
                      </a:pPr>
                      <a:r>
                        <a:rPr/>
                        <a:t>ZXIN0001306</a:t>
                      </a:r>
                    </a:p>
                  </a:txBody>
                </a:tc>
                <a:tc>
                  <a:txBody>
                    <a:bodyPr/>
                    <a:lstStyle/>
                    <a:p>
                      <a:pPr lvl="0" indent="0" marL="0">
                        <a:buNone/>
                      </a:pPr>
                      <a:r>
                        <a:rPr/>
                        <a:t>020-3456 2212</a:t>
                      </a:r>
                    </a:p>
                  </a:txBody>
                </a:tc>
              </a:tr>
              <a:tr h="0">
                <a:tc>
                  <a:txBody>
                    <a:bodyPr/>
                    <a:lstStyle/>
                    <a:p>
                      <a:pPr lvl="0" indent="0" marL="0">
                        <a:buNone/>
                      </a:pPr>
                      <a:r>
                        <a:rPr/>
                        <a:t>Katraj, Panchami Plaza, Next to Katraj Dairy</a:t>
                      </a:r>
                    </a:p>
                  </a:txBody>
                </a:tc>
                <a:tc>
                  <a:txBody>
                    <a:bodyPr/>
                    <a:lstStyle/>
                    <a:p>
                      <a:pPr lvl="0" indent="0" marL="0">
                        <a:buNone/>
                      </a:pPr>
                      <a:r>
                        <a:rPr/>
                        <a:t>ZXIN0001307</a:t>
                      </a:r>
                    </a:p>
                  </a:txBody>
                </a:tc>
                <a:tc>
                  <a:txBody>
                    <a:bodyPr/>
                    <a:lstStyle/>
                    <a:p>
                      <a:pPr lvl="0" indent="0" marL="0">
                        <a:buNone/>
                      </a:pPr>
                      <a:r>
                        <a:rPr/>
                        <a:t>020-3325 8745</a:t>
                      </a:r>
                    </a:p>
                  </a:txBody>
                </a:tc>
              </a:tr>
              <a:tr h="0">
                <a:tc>
                  <a:txBody>
                    <a:bodyPr/>
                    <a:lstStyle/>
                    <a:p>
                      <a:pPr lvl="0" indent="0" marL="0">
                        <a:buNone/>
                      </a:pPr>
                      <a:r>
                        <a:rPr/>
                        <a:t>Dhankawadi, Sinhgad Road, Near Bharati Vidyapeeth</a:t>
                      </a:r>
                    </a:p>
                  </a:txBody>
                </a:tc>
                <a:tc>
                  <a:txBody>
                    <a:bodyPr/>
                    <a:lstStyle/>
                    <a:p>
                      <a:pPr lvl="0" indent="0" marL="0">
                        <a:buNone/>
                      </a:pPr>
                      <a:r>
                        <a:rPr/>
                        <a:t>ZXIN0001308</a:t>
                      </a:r>
                    </a:p>
                  </a:txBody>
                </a:tc>
                <a:tc>
                  <a:txBody>
                    <a:bodyPr/>
                    <a:lstStyle/>
                    <a:p>
                      <a:pPr lvl="0" indent="0" marL="0">
                        <a:buNone/>
                      </a:pPr>
                      <a:r>
                        <a:rPr/>
                        <a:t>020-3467 8905</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Pune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Kharadi, EON Free Zone, Cluster D</a:t>
                      </a:r>
                    </a:p>
                  </a:txBody>
                </a:tc>
                <a:tc>
                  <a:txBody>
                    <a:bodyPr/>
                    <a:lstStyle/>
                    <a:p>
                      <a:pPr lvl="0" indent="0" marL="0">
                        <a:buNone/>
                      </a:pPr>
                      <a:r>
                        <a:rPr/>
                        <a:t>ZXIN0001401</a:t>
                      </a:r>
                    </a:p>
                  </a:txBody>
                </a:tc>
                <a:tc>
                  <a:txBody>
                    <a:bodyPr/>
                    <a:lstStyle/>
                    <a:p>
                      <a:pPr lvl="0" indent="0" marL="0">
                        <a:buNone/>
                      </a:pPr>
                      <a:r>
                        <a:rPr/>
                        <a:t>020-3307 8801</a:t>
                      </a:r>
                    </a:p>
                  </a:txBody>
                </a:tc>
              </a:tr>
              <a:tr h="0">
                <a:tc>
                  <a:txBody>
                    <a:bodyPr/>
                    <a:lstStyle/>
                    <a:p>
                      <a:pPr lvl="0" indent="0" marL="0">
                        <a:buNone/>
                      </a:pPr>
                      <a:r>
                        <a:rPr/>
                        <a:t>Viman Nagar, Marvel Edge, Phoenix Market City</a:t>
                      </a:r>
                    </a:p>
                  </a:txBody>
                </a:tc>
                <a:tc>
                  <a:txBody>
                    <a:bodyPr/>
                    <a:lstStyle/>
                    <a:p>
                      <a:pPr lvl="0" indent="0" marL="0">
                        <a:buNone/>
                      </a:pPr>
                      <a:r>
                        <a:rPr/>
                        <a:t>ZXIN0001402</a:t>
                      </a:r>
                    </a:p>
                  </a:txBody>
                </a:tc>
                <a:tc>
                  <a:txBody>
                    <a:bodyPr/>
                    <a:lstStyle/>
                    <a:p>
                      <a:pPr lvl="0" indent="0" marL="0">
                        <a:buNone/>
                      </a:pPr>
                      <a:r>
                        <a:rPr/>
                        <a:t>020-3349 5517</a:t>
                      </a:r>
                    </a:p>
                  </a:txBody>
                </a:tc>
              </a:tr>
              <a:tr h="0">
                <a:tc>
                  <a:txBody>
                    <a:bodyPr/>
                    <a:lstStyle/>
                    <a:p>
                      <a:pPr lvl="0" indent="0" marL="0">
                        <a:buNone/>
                      </a:pPr>
                      <a:r>
                        <a:rPr/>
                        <a:t>Wagholi, Nagar Road, Next to Lexicon School</a:t>
                      </a:r>
                    </a:p>
                  </a:txBody>
                </a:tc>
                <a:tc>
                  <a:txBody>
                    <a:bodyPr/>
                    <a:lstStyle/>
                    <a:p>
                      <a:pPr lvl="0" indent="0" marL="0">
                        <a:buNone/>
                      </a:pPr>
                      <a:r>
                        <a:rPr/>
                        <a:t>ZXIN0001403</a:t>
                      </a:r>
                    </a:p>
                  </a:txBody>
                </a:tc>
                <a:tc>
                  <a:txBody>
                    <a:bodyPr/>
                    <a:lstStyle/>
                    <a:p>
                      <a:pPr lvl="0" indent="0" marL="0">
                        <a:buNone/>
                      </a:pPr>
                      <a:r>
                        <a:rPr/>
                        <a:t>020-3488 3202</a:t>
                      </a:r>
                    </a:p>
                  </a:txBody>
                </a:tc>
              </a:tr>
              <a:tr h="0">
                <a:tc>
                  <a:txBody>
                    <a:bodyPr/>
                    <a:lstStyle/>
                    <a:p>
                      <a:pPr lvl="0" indent="0" marL="0">
                        <a:buNone/>
                      </a:pPr>
                      <a:r>
                        <a:rPr/>
                        <a:t>Kalyani Nagar, Golden Nest, Lane 6</a:t>
                      </a:r>
                    </a:p>
                  </a:txBody>
                </a:tc>
                <a:tc>
                  <a:txBody>
                    <a:bodyPr/>
                    <a:lstStyle/>
                    <a:p>
                      <a:pPr lvl="0" indent="0" marL="0">
                        <a:buNone/>
                      </a:pPr>
                      <a:r>
                        <a:rPr/>
                        <a:t>ZXIN0001404</a:t>
                      </a:r>
                    </a:p>
                  </a:txBody>
                </a:tc>
                <a:tc>
                  <a:txBody>
                    <a:bodyPr/>
                    <a:lstStyle/>
                    <a:p>
                      <a:pPr lvl="0" indent="0" marL="0">
                        <a:buNone/>
                      </a:pPr>
                      <a:r>
                        <a:rPr/>
                        <a:t>020-3321 1087</a:t>
                      </a:r>
                    </a:p>
                  </a:txBody>
                </a:tc>
              </a:tr>
              <a:tr h="0">
                <a:tc>
                  <a:txBody>
                    <a:bodyPr/>
                    <a:lstStyle/>
                    <a:p>
                      <a:pPr lvl="0" indent="0" marL="0">
                        <a:buNone/>
                      </a:pPr>
                      <a:r>
                        <a:rPr/>
                        <a:t>Mundhwa, Manjari Road, Near Amanora Mall</a:t>
                      </a:r>
                    </a:p>
                  </a:txBody>
                </a:tc>
                <a:tc>
                  <a:txBody>
                    <a:bodyPr/>
                    <a:lstStyle/>
                    <a:p>
                      <a:pPr lvl="0" indent="0" marL="0">
                        <a:buNone/>
                      </a:pPr>
                      <a:r>
                        <a:rPr/>
                        <a:t>ZXIN0001405</a:t>
                      </a:r>
                    </a:p>
                  </a:txBody>
                </a:tc>
                <a:tc>
                  <a:txBody>
                    <a:bodyPr/>
                    <a:lstStyle/>
                    <a:p>
                      <a:pPr lvl="0" indent="0" marL="0">
                        <a:buNone/>
                      </a:pPr>
                      <a:r>
                        <a:rPr/>
                        <a:t>020-3391 6655</a:t>
                      </a:r>
                    </a:p>
                  </a:txBody>
                </a:tc>
              </a:tr>
              <a:tr h="0">
                <a:tc>
                  <a:txBody>
                    <a:bodyPr/>
                    <a:lstStyle/>
                    <a:p>
                      <a:pPr lvl="0" indent="0" marL="0">
                        <a:buNone/>
                      </a:pPr>
                      <a:r>
                        <a:rPr/>
                        <a:t>Koregaon Park, North Main Road, Lane 5</a:t>
                      </a:r>
                    </a:p>
                  </a:txBody>
                </a:tc>
                <a:tc>
                  <a:txBody>
                    <a:bodyPr/>
                    <a:lstStyle/>
                    <a:p>
                      <a:pPr lvl="0" indent="0" marL="0">
                        <a:buNone/>
                      </a:pPr>
                      <a:r>
                        <a:rPr/>
                        <a:t>ZXIN0001406</a:t>
                      </a:r>
                    </a:p>
                  </a:txBody>
                </a:tc>
                <a:tc>
                  <a:txBody>
                    <a:bodyPr/>
                    <a:lstStyle/>
                    <a:p>
                      <a:pPr lvl="0" indent="0" marL="0">
                        <a:buNone/>
                      </a:pPr>
                      <a:r>
                        <a:rPr/>
                        <a:t>020-3495 7832</a:t>
                      </a:r>
                    </a:p>
                  </a:txBody>
                </a:tc>
              </a:tr>
              <a:tr h="0">
                <a:tc>
                  <a:txBody>
                    <a:bodyPr/>
                    <a:lstStyle/>
                    <a:p>
                      <a:pPr lvl="0" indent="0" marL="0">
                        <a:buNone/>
                      </a:pPr>
                      <a:r>
                        <a:rPr/>
                        <a:t>Yerwada, Airport Road, Near Aga Khan Palace</a:t>
                      </a:r>
                    </a:p>
                  </a:txBody>
                </a:tc>
                <a:tc>
                  <a:txBody>
                    <a:bodyPr/>
                    <a:lstStyle/>
                    <a:p>
                      <a:pPr lvl="0" indent="0" marL="0">
                        <a:buNone/>
                      </a:pPr>
                      <a:r>
                        <a:rPr/>
                        <a:t>ZXIN0001407</a:t>
                      </a:r>
                    </a:p>
                  </a:txBody>
                </a:tc>
                <a:tc>
                  <a:txBody>
                    <a:bodyPr/>
                    <a:lstStyle/>
                    <a:p>
                      <a:pPr lvl="0" indent="0" marL="0">
                        <a:buNone/>
                      </a:pPr>
                      <a:r>
                        <a:rPr/>
                        <a:t>020-3477 0245</a:t>
                      </a:r>
                    </a:p>
                  </a:txBody>
                </a:tc>
              </a:tr>
              <a:tr h="0">
                <a:tc>
                  <a:txBody>
                    <a:bodyPr/>
                    <a:lstStyle/>
                    <a:p>
                      <a:pPr lvl="0" indent="0" marL="0">
                        <a:buNone/>
                      </a:pPr>
                      <a:r>
                        <a:rPr/>
                        <a:t>Chandan Nagar, Vital Plaza, Near Bank of Baroda</a:t>
                      </a:r>
                    </a:p>
                  </a:txBody>
                </a:tc>
                <a:tc>
                  <a:txBody>
                    <a:bodyPr/>
                    <a:lstStyle/>
                    <a:p>
                      <a:pPr lvl="0" indent="0" marL="0">
                        <a:buNone/>
                      </a:pPr>
                      <a:r>
                        <a:rPr/>
                        <a:t>ZXIN0001408</a:t>
                      </a:r>
                    </a:p>
                  </a:txBody>
                </a:tc>
                <a:tc>
                  <a:txBody>
                    <a:bodyPr/>
                    <a:lstStyle/>
                    <a:p>
                      <a:pPr lvl="0" indent="0" marL="0">
                        <a:buNone/>
                      </a:pPr>
                      <a:r>
                        <a:rPr/>
                        <a:t>020-3384 7743</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Pune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Aundh, ITI Road, Opp. DAV Public School</a:t>
                      </a:r>
                    </a:p>
                  </a:txBody>
                </a:tc>
                <a:tc>
                  <a:txBody>
                    <a:bodyPr/>
                    <a:lstStyle/>
                    <a:p>
                      <a:pPr lvl="0" indent="0" marL="0">
                        <a:buNone/>
                      </a:pPr>
                      <a:r>
                        <a:rPr/>
                        <a:t>ZXIN0001501</a:t>
                      </a:r>
                    </a:p>
                  </a:txBody>
                </a:tc>
                <a:tc>
                  <a:txBody>
                    <a:bodyPr/>
                    <a:lstStyle/>
                    <a:p>
                      <a:pPr lvl="0" indent="0" marL="0">
                        <a:buNone/>
                      </a:pPr>
                      <a:r>
                        <a:rPr/>
                        <a:t>020-3475 0051</a:t>
                      </a:r>
                    </a:p>
                  </a:txBody>
                </a:tc>
              </a:tr>
              <a:tr h="0">
                <a:tc>
                  <a:txBody>
                    <a:bodyPr/>
                    <a:lstStyle/>
                    <a:p>
                      <a:pPr lvl="0" indent="0" marL="0">
                        <a:buNone/>
                      </a:pPr>
                      <a:r>
                        <a:rPr/>
                        <a:t>Baner, Balewadi High Street, Block 2</a:t>
                      </a:r>
                    </a:p>
                  </a:txBody>
                </a:tc>
                <a:tc>
                  <a:txBody>
                    <a:bodyPr/>
                    <a:lstStyle/>
                    <a:p>
                      <a:pPr lvl="0" indent="0" marL="0">
                        <a:buNone/>
                      </a:pPr>
                      <a:r>
                        <a:rPr/>
                        <a:t>ZXIN0001502</a:t>
                      </a:r>
                    </a:p>
                  </a:txBody>
                </a:tc>
                <a:tc>
                  <a:txBody>
                    <a:bodyPr/>
                    <a:lstStyle/>
                    <a:p>
                      <a:pPr lvl="0" indent="0" marL="0">
                        <a:buNone/>
                      </a:pPr>
                      <a:r>
                        <a:rPr/>
                        <a:t>020-3347 9210</a:t>
                      </a:r>
                    </a:p>
                  </a:txBody>
                </a:tc>
              </a:tr>
              <a:tr h="0">
                <a:tc>
                  <a:txBody>
                    <a:bodyPr/>
                    <a:lstStyle/>
                    <a:p>
                      <a:pPr lvl="0" indent="0" marL="0">
                        <a:buNone/>
                      </a:pPr>
                      <a:r>
                        <a:rPr/>
                        <a:t>Hinjawadi, Phase 1, Blue Ridge Township</a:t>
                      </a:r>
                    </a:p>
                  </a:txBody>
                </a:tc>
                <a:tc>
                  <a:txBody>
                    <a:bodyPr/>
                    <a:lstStyle/>
                    <a:p>
                      <a:pPr lvl="0" indent="0" marL="0">
                        <a:buNone/>
                      </a:pPr>
                      <a:r>
                        <a:rPr/>
                        <a:t>ZXIN0001503</a:t>
                      </a:r>
                    </a:p>
                  </a:txBody>
                </a:tc>
                <a:tc>
                  <a:txBody>
                    <a:bodyPr/>
                    <a:lstStyle/>
                    <a:p>
                      <a:pPr lvl="0" indent="0" marL="0">
                        <a:buNone/>
                      </a:pPr>
                      <a:r>
                        <a:rPr/>
                        <a:t>020-3489 2271</a:t>
                      </a:r>
                    </a:p>
                  </a:txBody>
                </a:tc>
              </a:tr>
              <a:tr h="0">
                <a:tc>
                  <a:txBody>
                    <a:bodyPr/>
                    <a:lstStyle/>
                    <a:p>
                      <a:pPr lvl="0" indent="0" marL="0">
                        <a:buNone/>
                      </a:pPr>
                      <a:r>
                        <a:rPr/>
                        <a:t>Pashan, Sutarwadi, Near Sai Chowk</a:t>
                      </a:r>
                    </a:p>
                  </a:txBody>
                </a:tc>
                <a:tc>
                  <a:txBody>
                    <a:bodyPr/>
                    <a:lstStyle/>
                    <a:p>
                      <a:pPr lvl="0" indent="0" marL="0">
                        <a:buNone/>
                      </a:pPr>
                      <a:r>
                        <a:rPr/>
                        <a:t>ZXIN0001504</a:t>
                      </a:r>
                    </a:p>
                  </a:txBody>
                </a:tc>
                <a:tc>
                  <a:txBody>
                    <a:bodyPr/>
                    <a:lstStyle/>
                    <a:p>
                      <a:pPr lvl="0" indent="0" marL="0">
                        <a:buNone/>
                      </a:pPr>
                      <a:r>
                        <a:rPr/>
                        <a:t>020-3321 4702</a:t>
                      </a:r>
                    </a:p>
                  </a:txBody>
                </a:tc>
              </a:tr>
              <a:tr h="0">
                <a:tc>
                  <a:txBody>
                    <a:bodyPr/>
                    <a:lstStyle/>
                    <a:p>
                      <a:pPr lvl="0" indent="0" marL="0">
                        <a:buNone/>
                      </a:pPr>
                      <a:r>
                        <a:rPr/>
                        <a:t>Wakad, Datta Mandir Road, Vision Galleria</a:t>
                      </a:r>
                    </a:p>
                  </a:txBody>
                </a:tc>
                <a:tc>
                  <a:txBody>
                    <a:bodyPr/>
                    <a:lstStyle/>
                    <a:p>
                      <a:pPr lvl="0" indent="0" marL="0">
                        <a:buNone/>
                      </a:pPr>
                      <a:r>
                        <a:rPr/>
                        <a:t>ZXIN0001505</a:t>
                      </a:r>
                    </a:p>
                  </a:txBody>
                </a:tc>
                <a:tc>
                  <a:txBody>
                    <a:bodyPr/>
                    <a:lstStyle/>
                    <a:p>
                      <a:pPr lvl="0" indent="0" marL="0">
                        <a:buNone/>
                      </a:pPr>
                      <a:r>
                        <a:rPr/>
                        <a:t>020-3384 8912</a:t>
                      </a:r>
                    </a:p>
                  </a:txBody>
                </a:tc>
              </a:tr>
              <a:tr h="0">
                <a:tc>
                  <a:txBody>
                    <a:bodyPr/>
                    <a:lstStyle/>
                    <a:p>
                      <a:pPr lvl="0" indent="0" marL="0">
                        <a:buNone/>
                      </a:pPr>
                      <a:r>
                        <a:rPr/>
                        <a:t>Bavdhan, Crystal Square, Off NDA Road</a:t>
                      </a:r>
                    </a:p>
                  </a:txBody>
                </a:tc>
                <a:tc>
                  <a:txBody>
                    <a:bodyPr/>
                    <a:lstStyle/>
                    <a:p>
                      <a:pPr lvl="0" indent="0" marL="0">
                        <a:buNone/>
                      </a:pPr>
                      <a:r>
                        <a:rPr/>
                        <a:t>ZXIN0001506</a:t>
                      </a:r>
                    </a:p>
                  </a:txBody>
                </a:tc>
                <a:tc>
                  <a:txBody>
                    <a:bodyPr/>
                    <a:lstStyle/>
                    <a:p>
                      <a:pPr lvl="0" indent="0" marL="0">
                        <a:buNone/>
                      </a:pPr>
                      <a:r>
                        <a:rPr/>
                        <a:t>020-3451 1749</a:t>
                      </a:r>
                    </a:p>
                  </a:txBody>
                </a:tc>
              </a:tr>
              <a:tr h="0">
                <a:tc>
                  <a:txBody>
                    <a:bodyPr/>
                    <a:lstStyle/>
                    <a:p>
                      <a:pPr lvl="0" indent="0" marL="0">
                        <a:buNone/>
                      </a:pPr>
                      <a:r>
                        <a:rPr/>
                        <a:t>Kothrud, Paud Road, Mahatma Society</a:t>
                      </a:r>
                    </a:p>
                  </a:txBody>
                </a:tc>
                <a:tc>
                  <a:txBody>
                    <a:bodyPr/>
                    <a:lstStyle/>
                    <a:p>
                      <a:pPr lvl="0" indent="0" marL="0">
                        <a:buNone/>
                      </a:pPr>
                      <a:r>
                        <a:rPr/>
                        <a:t>ZXIN0001507</a:t>
                      </a:r>
                    </a:p>
                  </a:txBody>
                </a:tc>
                <a:tc>
                  <a:txBody>
                    <a:bodyPr/>
                    <a:lstStyle/>
                    <a:p>
                      <a:pPr lvl="0" indent="0" marL="0">
                        <a:buNone/>
                      </a:pPr>
                      <a:r>
                        <a:rPr/>
                        <a:t>020-3348 5047</a:t>
                      </a:r>
                    </a:p>
                  </a:txBody>
                </a:tc>
              </a:tr>
              <a:tr h="0">
                <a:tc>
                  <a:txBody>
                    <a:bodyPr/>
                    <a:lstStyle/>
                    <a:p>
                      <a:pPr lvl="0" indent="0" marL="0">
                        <a:buNone/>
                      </a:pPr>
                      <a:r>
                        <a:rPr/>
                        <a:t>Karve Nagar, Near Suvarna Hospital</a:t>
                      </a:r>
                    </a:p>
                  </a:txBody>
                </a:tc>
                <a:tc>
                  <a:txBody>
                    <a:bodyPr/>
                    <a:lstStyle/>
                    <a:p>
                      <a:pPr lvl="0" indent="0" marL="0">
                        <a:buNone/>
                      </a:pPr>
                      <a:r>
                        <a:rPr/>
                        <a:t>ZXIN0001508</a:t>
                      </a:r>
                    </a:p>
                  </a:txBody>
                </a:tc>
                <a:tc>
                  <a:txBody>
                    <a:bodyPr/>
                    <a:lstStyle/>
                    <a:p>
                      <a:pPr lvl="0" indent="0" marL="0">
                        <a:buNone/>
                      </a:pPr>
                      <a:r>
                        <a:rPr/>
                        <a:t>020-3461 9372</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Pune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Shivaji Nagar, J.M. Road, Opp. Balgandharva</a:t>
                      </a:r>
                    </a:p>
                  </a:txBody>
                </a:tc>
                <a:tc>
                  <a:txBody>
                    <a:bodyPr/>
                    <a:lstStyle/>
                    <a:p>
                      <a:pPr lvl="0" indent="0" marL="0">
                        <a:buNone/>
                      </a:pPr>
                      <a:r>
                        <a:rPr/>
                        <a:t>ZXIN0001601</a:t>
                      </a:r>
                    </a:p>
                  </a:txBody>
                </a:tc>
                <a:tc>
                  <a:txBody>
                    <a:bodyPr/>
                    <a:lstStyle/>
                    <a:p>
                      <a:pPr lvl="0" indent="0" marL="0">
                        <a:buNone/>
                      </a:pPr>
                      <a:r>
                        <a:rPr/>
                        <a:t>020-3472 1180</a:t>
                      </a:r>
                    </a:p>
                  </a:txBody>
                </a:tc>
              </a:tr>
              <a:tr h="0">
                <a:tc>
                  <a:txBody>
                    <a:bodyPr/>
                    <a:lstStyle/>
                    <a:p>
                      <a:pPr lvl="0" indent="0" marL="0">
                        <a:buNone/>
                      </a:pPr>
                      <a:r>
                        <a:rPr/>
                        <a:t>Deccan Gymkhana, Goodluck Chowk</a:t>
                      </a:r>
                    </a:p>
                  </a:txBody>
                </a:tc>
                <a:tc>
                  <a:txBody>
                    <a:bodyPr/>
                    <a:lstStyle/>
                    <a:p>
                      <a:pPr lvl="0" indent="0" marL="0">
                        <a:buNone/>
                      </a:pPr>
                      <a:r>
                        <a:rPr/>
                        <a:t>ZXIN0001602</a:t>
                      </a:r>
                    </a:p>
                  </a:txBody>
                </a:tc>
                <a:tc>
                  <a:txBody>
                    <a:bodyPr/>
                    <a:lstStyle/>
                    <a:p>
                      <a:pPr lvl="0" indent="0" marL="0">
                        <a:buNone/>
                      </a:pPr>
                      <a:r>
                        <a:rPr/>
                        <a:t>020-3399 2047</a:t>
                      </a:r>
                    </a:p>
                  </a:txBody>
                </a:tc>
              </a:tr>
              <a:tr h="0">
                <a:tc>
                  <a:txBody>
                    <a:bodyPr/>
                    <a:lstStyle/>
                    <a:p>
                      <a:pPr lvl="0" indent="0" marL="0">
                        <a:buNone/>
                      </a:pPr>
                      <a:r>
                        <a:rPr/>
                        <a:t>Sadashiv Peth, Tilak Road, Near Grahak Peth</a:t>
                      </a:r>
                    </a:p>
                  </a:txBody>
                </a:tc>
                <a:tc>
                  <a:txBody>
                    <a:bodyPr/>
                    <a:lstStyle/>
                    <a:p>
                      <a:pPr lvl="0" indent="0" marL="0">
                        <a:buNone/>
                      </a:pPr>
                      <a:r>
                        <a:rPr/>
                        <a:t>ZXIN0001603</a:t>
                      </a:r>
                    </a:p>
                  </a:txBody>
                </a:tc>
                <a:tc>
                  <a:txBody>
                    <a:bodyPr/>
                    <a:lstStyle/>
                    <a:p>
                      <a:pPr lvl="0" indent="0" marL="0">
                        <a:buNone/>
                      </a:pPr>
                      <a:r>
                        <a:rPr/>
                        <a:t>020-3331 4401</a:t>
                      </a:r>
                    </a:p>
                  </a:txBody>
                </a:tc>
              </a:tr>
              <a:tr h="0">
                <a:tc>
                  <a:txBody>
                    <a:bodyPr/>
                    <a:lstStyle/>
                    <a:p>
                      <a:pPr lvl="0" indent="0" marL="0">
                        <a:buNone/>
                      </a:pPr>
                      <a:r>
                        <a:rPr/>
                        <a:t>Swargate, Bajirao Road, Opp. Swargate Bus Depot</a:t>
                      </a:r>
                    </a:p>
                  </a:txBody>
                </a:tc>
                <a:tc>
                  <a:txBody>
                    <a:bodyPr/>
                    <a:lstStyle/>
                    <a:p>
                      <a:pPr lvl="0" indent="0" marL="0">
                        <a:buNone/>
                      </a:pPr>
                      <a:r>
                        <a:rPr/>
                        <a:t>ZXIN0001604</a:t>
                      </a:r>
                    </a:p>
                  </a:txBody>
                </a:tc>
                <a:tc>
                  <a:txBody>
                    <a:bodyPr/>
                    <a:lstStyle/>
                    <a:p>
                      <a:pPr lvl="0" indent="0" marL="0">
                        <a:buNone/>
                      </a:pPr>
                      <a:r>
                        <a:rPr/>
                        <a:t>020-3387 5521</a:t>
                      </a:r>
                    </a:p>
                  </a:txBody>
                </a:tc>
              </a:tr>
              <a:tr h="0">
                <a:tc>
                  <a:txBody>
                    <a:bodyPr/>
                    <a:lstStyle/>
                    <a:p>
                      <a:pPr lvl="0" indent="0" marL="0">
                        <a:buNone/>
                      </a:pPr>
                      <a:r>
                        <a:rPr/>
                        <a:t>Shaniwar Peth, Lal Mahal Road</a:t>
                      </a:r>
                    </a:p>
                  </a:txBody>
                </a:tc>
                <a:tc>
                  <a:txBody>
                    <a:bodyPr/>
                    <a:lstStyle/>
                    <a:p>
                      <a:pPr lvl="0" indent="0" marL="0">
                        <a:buNone/>
                      </a:pPr>
                      <a:r>
                        <a:rPr/>
                        <a:t>ZXIN0001605</a:t>
                      </a:r>
                    </a:p>
                  </a:txBody>
                </a:tc>
                <a:tc>
                  <a:txBody>
                    <a:bodyPr/>
                    <a:lstStyle/>
                    <a:p>
                      <a:pPr lvl="0" indent="0" marL="0">
                        <a:buNone/>
                      </a:pPr>
                      <a:r>
                        <a:rPr/>
                        <a:t>020-3449 2012</a:t>
                      </a:r>
                    </a:p>
                  </a:txBody>
                </a:tc>
              </a:tr>
              <a:tr h="0">
                <a:tc>
                  <a:txBody>
                    <a:bodyPr/>
                    <a:lstStyle/>
                    <a:p>
                      <a:pPr lvl="0" indent="0" marL="0">
                        <a:buNone/>
                      </a:pPr>
                      <a:r>
                        <a:rPr/>
                        <a:t>Erandwane, Nal Stop, Opp. Karishma Society</a:t>
                      </a:r>
                    </a:p>
                  </a:txBody>
                </a:tc>
                <a:tc>
                  <a:txBody>
                    <a:bodyPr/>
                    <a:lstStyle/>
                    <a:p>
                      <a:pPr lvl="0" indent="0" marL="0">
                        <a:buNone/>
                      </a:pPr>
                      <a:r>
                        <a:rPr/>
                        <a:t>ZXIN0001606</a:t>
                      </a:r>
                    </a:p>
                  </a:txBody>
                </a:tc>
                <a:tc>
                  <a:txBody>
                    <a:bodyPr/>
                    <a:lstStyle/>
                    <a:p>
                      <a:pPr lvl="0" indent="0" marL="0">
                        <a:buNone/>
                      </a:pPr>
                      <a:r>
                        <a:rPr/>
                        <a:t>020-3375 9475</a:t>
                      </a:r>
                    </a:p>
                  </a:txBody>
                </a:tc>
              </a:tr>
              <a:tr h="0">
                <a:tc>
                  <a:txBody>
                    <a:bodyPr/>
                    <a:lstStyle/>
                    <a:p>
                      <a:pPr lvl="0" indent="0" marL="0">
                        <a:buNone/>
                      </a:pPr>
                      <a:r>
                        <a:rPr/>
                        <a:t>Model Colony, Deep Bungalow Chowk</a:t>
                      </a:r>
                    </a:p>
                  </a:txBody>
                </a:tc>
                <a:tc>
                  <a:txBody>
                    <a:bodyPr/>
                    <a:lstStyle/>
                    <a:p>
                      <a:pPr lvl="0" indent="0" marL="0">
                        <a:buNone/>
                      </a:pPr>
                      <a:r>
                        <a:rPr/>
                        <a:t>ZXIN0001607</a:t>
                      </a:r>
                    </a:p>
                  </a:txBody>
                </a:tc>
                <a:tc>
                  <a:txBody>
                    <a:bodyPr/>
                    <a:lstStyle/>
                    <a:p>
                      <a:pPr lvl="0" indent="0" marL="0">
                        <a:buNone/>
                      </a:pPr>
                      <a:r>
                        <a:rPr/>
                        <a:t>020-3463 4528</a:t>
                      </a:r>
                    </a:p>
                  </a:txBody>
                </a:tc>
              </a:tr>
              <a:tr h="0">
                <a:tc>
                  <a:txBody>
                    <a:bodyPr/>
                    <a:lstStyle/>
                    <a:p>
                      <a:pPr lvl="0" indent="0" marL="0">
                        <a:buNone/>
                      </a:pPr>
                      <a:r>
                        <a:rPr/>
                        <a:t>Fergusson College Road, Gomes Heights</a:t>
                      </a:r>
                    </a:p>
                  </a:txBody>
                </a:tc>
                <a:tc>
                  <a:txBody>
                    <a:bodyPr/>
                    <a:lstStyle/>
                    <a:p>
                      <a:pPr lvl="0" indent="0" marL="0">
                        <a:buNone/>
                      </a:pPr>
                      <a:r>
                        <a:rPr/>
                        <a:t>ZXIN0001608</a:t>
                      </a:r>
                    </a:p>
                  </a:txBody>
                </a:tc>
                <a:tc>
                  <a:txBody>
                    <a:bodyPr/>
                    <a:lstStyle/>
                    <a:p>
                      <a:pPr lvl="0" indent="0" marL="0">
                        <a:buNone/>
                      </a:pPr>
                      <a:r>
                        <a:rPr/>
                        <a:t>020-3394 6119</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2025-07-30T07:50:15Z</dcterms:created>
  <dcterms:modified xsi:type="dcterms:W3CDTF">2025-07-30T07:50:15Z</dcterms:modified>
</cp:coreProperties>
</file>

<file path=docProps/custom.xml><?xml version="1.0" encoding="utf-8"?>
<Properties xmlns="http://schemas.openxmlformats.org/officeDocument/2006/custom-properties" xmlns:vt="http://schemas.openxmlformats.org/officeDocument/2006/docPropsVTypes"/>
</file>