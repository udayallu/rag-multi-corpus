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locato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ATM Locations at Major Hospitals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a list of ZX Bank ATMs located at major hospitals across key cities in India. </a:t>
            </a:r>
            <a:r>
              <a:rPr b="1"/>
              <a:t>(Addresses are provided as realistic examples and may be used as placeholders.)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Mumbai, Maharashtra</a:t>
            </a:r>
          </a:p>
          <a:p>
            <a:pPr lvl="0"/>
            <a:r>
              <a:rPr b="1"/>
              <a:t>Lilavati Hospital &amp; Research Centre</a:t>
            </a:r>
            <a:br/>
            <a:r>
              <a:rPr/>
              <a:t>A-791, Bandra Reclamation, Bandra West, Mumbai, Maharashtra 400050</a:t>
            </a:r>
          </a:p>
          <a:p>
            <a:pPr lvl="0"/>
            <a:r>
              <a:rPr b="1"/>
              <a:t>Kokilaben Dhirubhai Ambani Hospital</a:t>
            </a:r>
            <a:br/>
            <a:r>
              <a:rPr/>
              <a:t>Rao Saheb Achutrao Patwardhan Marg, Four Bungalows, Andheri West, Mumbai, Maharashtra 400053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Delhi, National Capital Territory</a:t>
            </a:r>
          </a:p>
          <a:p>
            <a:pPr lvl="0"/>
            <a:r>
              <a:rPr b="1"/>
              <a:t>All India Institute of Medical Sciences (AIIMS)</a:t>
            </a:r>
            <a:br/>
            <a:r>
              <a:rPr/>
              <a:t>Sri Aurobindo Marg, Ansari Nagar, New Delhi, Delhi 110029</a:t>
            </a:r>
          </a:p>
          <a:p>
            <a:pPr lvl="0"/>
            <a:r>
              <a:rPr b="1"/>
              <a:t>Apollo Hospital</a:t>
            </a:r>
            <a:br/>
            <a:r>
              <a:rPr/>
              <a:t>Mathura Road, Sarita Vihar, New Delhi, Delhi 110076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Bangalore (Bengaluru), Karnataka</a:t>
            </a:r>
          </a:p>
          <a:p>
            <a:pPr lvl="0"/>
            <a:r>
              <a:rPr b="1"/>
              <a:t>Manipal Hospital</a:t>
            </a:r>
            <a:br/>
            <a:r>
              <a:rPr/>
              <a:t>98, HAL Old Airport Road, Kodihalli, Bengaluru, Karnataka 560017</a:t>
            </a:r>
          </a:p>
          <a:p>
            <a:pPr lvl="0"/>
            <a:r>
              <a:rPr b="1"/>
              <a:t>St. John’s Medical College Hospital</a:t>
            </a:r>
            <a:br/>
            <a:r>
              <a:rPr/>
              <a:t>Sarjapur Road, Koramangala, Bengaluru, Karnataka 560034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Hyderabad, Telangana</a:t>
            </a:r>
          </a:p>
          <a:p>
            <a:pPr lvl="0"/>
            <a:r>
              <a:rPr b="1"/>
              <a:t>Apollo Hospitals Jubilee Hills</a:t>
            </a:r>
            <a:br/>
            <a:r>
              <a:rPr/>
              <a:t>Road No 72, Jubilee Hills, Hyderabad, Telangana 500033</a:t>
            </a:r>
          </a:p>
          <a:p>
            <a:pPr lvl="0"/>
            <a:r>
              <a:rPr b="1"/>
              <a:t>Osmania General Hospital</a:t>
            </a:r>
            <a:br/>
            <a:r>
              <a:rPr/>
              <a:t>Afzal Gunj, Hyderabad, Telangana 500012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Chennai, Tamil Nadu</a:t>
            </a:r>
          </a:p>
          <a:p>
            <a:pPr lvl="0"/>
            <a:r>
              <a:rPr b="1"/>
              <a:t>Apollo Hospitals Greams Road</a:t>
            </a:r>
            <a:br/>
            <a:r>
              <a:rPr/>
              <a:t>21, Greams Lane, Off Greams Road, Chennai, Tamil Nadu 600006</a:t>
            </a:r>
          </a:p>
          <a:p>
            <a:pPr lvl="0"/>
            <a:r>
              <a:rPr b="1"/>
              <a:t>Government General Hospital</a:t>
            </a:r>
            <a:br/>
            <a:r>
              <a:rPr/>
              <a:t>EVR Periyar Salai, Park Town, Chennai, Tamil Nadu 600003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Kolkata, West Bengal</a:t>
            </a:r>
          </a:p>
          <a:p>
            <a:pPr lvl="0"/>
            <a:r>
              <a:rPr b="1"/>
              <a:t>Apollo Gleneagles Hospitals</a:t>
            </a:r>
            <a:br/>
            <a:r>
              <a:rPr/>
              <a:t>58, Canal Circular Road, Kadapara, Kolkata, West Bengal 700054</a:t>
            </a:r>
          </a:p>
          <a:p>
            <a:pPr lvl="0"/>
            <a:r>
              <a:rPr b="1"/>
              <a:t>Fortis Hospital, Anandapur</a:t>
            </a:r>
            <a:br/>
            <a:r>
              <a:rPr/>
              <a:t>730, E M Bypass Road, Anandapur, Kolkata, West Bengal 700107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Pune, Maharashtra</a:t>
            </a:r>
          </a:p>
          <a:p>
            <a:pPr lvl="0"/>
            <a:r>
              <a:rPr b="1"/>
              <a:t>Ruby Hall Clinic</a:t>
            </a:r>
            <a:br/>
            <a:r>
              <a:rPr/>
              <a:t>40, Sassoon Road, Pune, Maharashtra 411001</a:t>
            </a:r>
          </a:p>
          <a:p>
            <a:pPr lvl="0"/>
            <a:r>
              <a:rPr b="1"/>
              <a:t>Jehangir Hospital</a:t>
            </a:r>
            <a:br/>
            <a:r>
              <a:rPr/>
              <a:t>32, Sassoon Road, Pune, Maharashtra 411001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Ahmedabad, Gujarat</a:t>
            </a:r>
          </a:p>
          <a:p>
            <a:pPr lvl="0"/>
            <a:r>
              <a:rPr b="1"/>
              <a:t>CIMS Hospital</a:t>
            </a:r>
            <a:br/>
            <a:r>
              <a:rPr/>
              <a:t>Near Shukan Mall, Off Science City Road, Sola, Ahmedabad, Gujarat 380060</a:t>
            </a:r>
          </a:p>
          <a:p>
            <a:pPr lvl="0"/>
            <a:r>
              <a:rPr b="1"/>
              <a:t>Civil Hospital</a:t>
            </a:r>
            <a:br/>
            <a:r>
              <a:rPr/>
              <a:t>Civil Hospital Road, Haripura, Asarwa, Ahmedabad, Gujarat 380016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Surat, Gujarat</a:t>
            </a:r>
          </a:p>
          <a:p>
            <a:pPr lvl="0"/>
            <a:r>
              <a:rPr b="1"/>
              <a:t>New Civil Hospital Surat</a:t>
            </a:r>
            <a:br/>
            <a:r>
              <a:rPr/>
              <a:t>Majuragate, Ring Road, Surat, Gujarat 395001</a:t>
            </a:r>
          </a:p>
          <a:p>
            <a:pPr lvl="0"/>
            <a:r>
              <a:rPr b="1"/>
              <a:t>Apple Hospital</a:t>
            </a:r>
            <a:br/>
            <a:r>
              <a:rPr/>
              <a:t>Udhna Magdalla Road, Bhimrad, Surat, Gujarat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Jaipur, Rajasthan</a:t>
            </a:r>
          </a:p>
          <a:p>
            <a:pPr lvl="0"/>
            <a:r>
              <a:rPr b="1"/>
              <a:t>SMS Hospital (Sawai Man Singh)</a:t>
            </a:r>
            <a:br/>
            <a:r>
              <a:rPr/>
              <a:t>Jawahar Lal Nehru Marg, Ashok Nagar, Jaipur, Rajasthan 302004</a:t>
            </a:r>
          </a:p>
          <a:p>
            <a:pPr lvl="0"/>
            <a:r>
              <a:rPr b="1"/>
              <a:t>Fortis Escorts Hospital</a:t>
            </a:r>
            <a:br/>
            <a:r>
              <a:rPr/>
              <a:t>Jawahar Lal Nehru Marg, Malviya Nagar, Jaipur, Rajasthan 302017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Lucknow, Uttar Pradesh</a:t>
            </a:r>
          </a:p>
          <a:p>
            <a:pPr lvl="0"/>
            <a:r>
              <a:rPr b="1"/>
              <a:t>Sanjay Gandhi Postgraduate Institute of Medical Sciences (SGPGIMS)</a:t>
            </a:r>
            <a:br/>
            <a:r>
              <a:rPr/>
              <a:t>Raebareli Road, Lucknow, Uttar Pradesh 226014</a:t>
            </a:r>
          </a:p>
          <a:p>
            <a:pPr lvl="0"/>
            <a:r>
              <a:rPr b="1"/>
              <a:t>King George’s Medical University (KGMU) Hospital</a:t>
            </a:r>
            <a:br/>
            <a:r>
              <a:rPr/>
              <a:t>Chowk, Lucknow, Uttar Pradesh 226003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Kanpur, Uttar Pradesh</a:t>
            </a:r>
          </a:p>
          <a:p>
            <a:pPr lvl="0"/>
            <a:r>
              <a:rPr b="1"/>
              <a:t>Regency Hospital</a:t>
            </a:r>
            <a:br/>
            <a:r>
              <a:rPr/>
              <a:t>A-2, Sarvodaya Nagar, Kanpur, Uttar Pradesh 208005</a:t>
            </a:r>
          </a:p>
          <a:p>
            <a:pPr lvl="0"/>
            <a:r>
              <a:rPr b="1"/>
              <a:t>Lala Lajpat Rai Hospital (Hallet Hospital)</a:t>
            </a:r>
            <a:br/>
            <a:r>
              <a:rPr/>
              <a:t>Swaroop Nagar, Kanpur, Uttar Pradesh 208002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Nagpur, Maharashtra</a:t>
            </a:r>
          </a:p>
          <a:p>
            <a:pPr lvl="0"/>
            <a:r>
              <a:rPr b="1"/>
              <a:t>Government Medical College &amp; Hospital</a:t>
            </a:r>
            <a:br/>
            <a:r>
              <a:rPr/>
              <a:t>Medical Square, Hanuman Nagar, Nagpur, Maharashtra 440003</a:t>
            </a:r>
          </a:p>
          <a:p>
            <a:pPr lvl="0"/>
            <a:r>
              <a:rPr b="1"/>
              <a:t>Wockhardt Hospital</a:t>
            </a:r>
            <a:br/>
            <a:r>
              <a:rPr/>
              <a:t>1642, Central Bazar Road, Ramdaspeth, Nagpur, Maharashtra 440010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Indore, Madhya Pradesh</a:t>
            </a:r>
          </a:p>
          <a:p>
            <a:pPr lvl="0"/>
            <a:r>
              <a:rPr b="1"/>
              <a:t>Bombay Hospital</a:t>
            </a:r>
            <a:br/>
            <a:r>
              <a:rPr/>
              <a:t>Ring Road, Indore, Madhya Pradesh 452010</a:t>
            </a:r>
          </a:p>
          <a:p>
            <a:pPr lvl="0"/>
            <a:r>
              <a:rPr b="1"/>
              <a:t>CHL Hospital</a:t>
            </a:r>
            <a:br/>
            <a:r>
              <a:rPr/>
              <a:t>A.B. Road, L.I.G. Square, Indore, Madhya Pradesh 452008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Bhopal, Madhya Pradesh</a:t>
            </a:r>
          </a:p>
          <a:p>
            <a:pPr lvl="0"/>
            <a:r>
              <a:rPr b="1"/>
              <a:t>AIIMS Bhopal</a:t>
            </a:r>
            <a:br/>
            <a:r>
              <a:rPr/>
              <a:t>Saket Nagar, Bhopal, Madhya Pradesh 462020</a:t>
            </a:r>
          </a:p>
          <a:p>
            <a:pPr lvl="0"/>
            <a:r>
              <a:rPr b="1"/>
              <a:t>Bansal Hospital</a:t>
            </a:r>
            <a:br/>
            <a:r>
              <a:rPr/>
              <a:t>Shahpura, Bhopal, Madhya Pradesh 462016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Visakhapatnam, Andhra Pradesh</a:t>
            </a:r>
          </a:p>
          <a:p>
            <a:pPr lvl="0"/>
            <a:r>
              <a:rPr b="1"/>
              <a:t>Apollo Hospitals Health City</a:t>
            </a:r>
            <a:br/>
            <a:r>
              <a:rPr/>
              <a:t>Arilova, Visakhapatnam, Andhra Pradesh 530040</a:t>
            </a:r>
          </a:p>
          <a:p>
            <a:pPr lvl="0"/>
            <a:r>
              <a:rPr b="1"/>
              <a:t>King George Hospital</a:t>
            </a:r>
            <a:br/>
            <a:r>
              <a:rPr/>
              <a:t>Maharanipeta, Visakhapatnam, Andhra Pradesh 530002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Patna, Bihar</a:t>
            </a:r>
          </a:p>
          <a:p>
            <a:pPr lvl="0"/>
            <a:r>
              <a:rPr b="1"/>
              <a:t>Indira Gandhi Institute of Medical Sciences (IGIMS)</a:t>
            </a:r>
            <a:br/>
            <a:r>
              <a:rPr/>
              <a:t>Sheikhpura, Patna, Bihar 800014</a:t>
            </a:r>
          </a:p>
          <a:p>
            <a:pPr lvl="0"/>
            <a:r>
              <a:rPr b="1"/>
              <a:t>Paras HMRI Hospital</a:t>
            </a:r>
            <a:br/>
            <a:r>
              <a:rPr/>
              <a:t>NH 30, Bailey Road, Patna, Bihar 801503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Vadodara (Baroda), Gujarat</a:t>
            </a:r>
          </a:p>
          <a:p>
            <a:pPr lvl="0"/>
            <a:r>
              <a:rPr b="1"/>
              <a:t>Sterling Hospital</a:t>
            </a:r>
            <a:br/>
            <a:r>
              <a:rPr/>
              <a:t>Race Course Circle, Vadodara, Gujarat 390007</a:t>
            </a:r>
          </a:p>
          <a:p>
            <a:pPr lvl="0"/>
            <a:r>
              <a:rPr b="1"/>
              <a:t>S.S.G. Hospital (Sir Sayajirao General Hospital)</a:t>
            </a:r>
            <a:br/>
            <a:r>
              <a:rPr/>
              <a:t>Jail Road, Opposite Kirti Mandir, Vadodara, Gujarat 390001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Ludhiana, Punjab</a:t>
            </a:r>
          </a:p>
          <a:p>
            <a:pPr lvl="0"/>
            <a:r>
              <a:rPr b="1"/>
              <a:t>Dayanand Medical College and Hospital (DMCH)</a:t>
            </a:r>
            <a:br/>
            <a:r>
              <a:rPr/>
              <a:t>Civil Lines, Tagore Nagar, Ludhiana, Punjab 141001</a:t>
            </a:r>
          </a:p>
          <a:p>
            <a:pPr lvl="0"/>
            <a:r>
              <a:rPr b="1"/>
              <a:t>Fortis Hospital Ludhiana</a:t>
            </a:r>
            <a:br/>
            <a:r>
              <a:rPr/>
              <a:t>Chandigarh Road, Ludhiana, Punjab 141010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Coimbatore, Tamil Nadu</a:t>
            </a:r>
          </a:p>
          <a:p>
            <a:pPr lvl="0"/>
            <a:r>
              <a:rPr b="1"/>
              <a:t>Kovai Medical Center and Hospital (KMCH)</a:t>
            </a:r>
            <a:br/>
            <a:r>
              <a:rPr/>
              <a:t>Avinashi Road, Coimbatore, Tamil Nadu 641014</a:t>
            </a:r>
          </a:p>
          <a:p>
            <a:pPr lvl="0"/>
            <a:r>
              <a:rPr b="1"/>
              <a:t>PSG Hospitals</a:t>
            </a:r>
            <a:br/>
            <a:r>
              <a:rPr/>
              <a:t>Peelamedu, Coimbatore, Tamil Nadu 641004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Availability and locations of ATMs may change. Please check the </a:t>
            </a:r>
            <a:r>
              <a:rPr sz="2000">
                <a:hlinkClick r:id="rId2"/>
              </a:rPr>
              <a:t>ZX Bank Asia Branch &amp; ATM Locator</a:t>
            </a:r>
            <a:r>
              <a:rPr sz="2000"/>
              <a:t> for latest information.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2025-07-30T07:49:15Z</dcterms:created>
  <dcterms:modified xsi:type="dcterms:W3CDTF">2025-07-30T07:49:15Z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