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current-account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current-account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– Current Account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ZX Bank Ltd.! Explore the modern banking experience with our feature-rich </a:t>
            </a:r>
            <a:r>
              <a:rPr b="1"/>
              <a:t>Current Account</a:t>
            </a:r>
            <a:r>
              <a:rPr/>
              <a:t> tailor-made for your business and professional needs. We offer an easy account opening process, exclusive account welcome kits, and robust value-added services.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Current Account Features</a:t>
            </a:r>
          </a:p>
          <a:p>
            <a:pPr lvl="0"/>
            <a:r>
              <a:rPr b="1"/>
              <a:t>Zero Initial Deposit</a:t>
            </a:r>
            <a:r>
              <a:rPr/>
              <a:t>: Flexible opening policies with no hefty deposit requirements (</a:t>
            </a:r>
            <a:r>
              <a:rPr i="1"/>
              <a:t>as per eligibility</a:t>
            </a:r>
            <a:r>
              <a:rPr/>
              <a:t>).</a:t>
            </a:r>
          </a:p>
          <a:p>
            <a:pPr lvl="0"/>
            <a:r>
              <a:rPr b="1"/>
              <a:t>Seamless Transactions</a:t>
            </a:r>
            <a:r>
              <a:rPr/>
              <a:t>: High monthly cash deposit/withdrawal limits.</a:t>
            </a:r>
          </a:p>
          <a:p>
            <a:pPr lvl="0"/>
            <a:r>
              <a:rPr b="1"/>
              <a:t>Multi-Location Banking</a:t>
            </a:r>
            <a:r>
              <a:rPr/>
              <a:t>: Access to 560+ branches and 1,200+ ATMs across India and South Asia.</a:t>
            </a:r>
          </a:p>
          <a:p>
            <a:pPr lvl="0"/>
            <a:r>
              <a:rPr b="1"/>
              <a:t>Digital Banking Suite</a:t>
            </a:r>
            <a:r>
              <a:rPr/>
              <a:t>: Instant fund transfers (IMPS/NEFT/RTGS), UPI payments, bill payments, mobile and net banking.</a:t>
            </a:r>
          </a:p>
          <a:p>
            <a:pPr lvl="0"/>
            <a:r>
              <a:rPr b="1"/>
              <a:t>Personalised Cheque Book &amp; Debit Card</a:t>
            </a:r>
            <a:r>
              <a:rPr/>
              <a:t>: Complimentary with every account.</a:t>
            </a:r>
          </a:p>
          <a:p>
            <a:pPr lvl="0"/>
            <a:r>
              <a:rPr b="1"/>
              <a:t>Overdraft Facility</a:t>
            </a:r>
            <a:r>
              <a:rPr/>
              <a:t>: Business overdraft (subject to eligibility).</a:t>
            </a:r>
          </a:p>
          <a:p>
            <a:pPr lvl="0"/>
            <a:r>
              <a:rPr b="1"/>
              <a:t>Dedicated Relationship Manager</a:t>
            </a:r>
            <a:r>
              <a:rPr/>
              <a:t>: For priority servicing.</a:t>
            </a:r>
          </a:p>
          <a:p>
            <a:pPr lvl="0"/>
            <a:r>
              <a:rPr b="1"/>
              <a:t>Exclusive Offers</a:t>
            </a:r>
            <a:r>
              <a:rPr/>
              <a:t>: Discounted trade finance, corporate credit cards, and priority remittance.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Minimum Balance Requirement</a:t>
            </a:r>
          </a:p>
          <a:p>
            <a:pPr lvl="0"/>
            <a:r>
              <a:rPr b="1"/>
              <a:t>Monthly Average Balance</a:t>
            </a:r>
            <a:r>
              <a:rPr/>
              <a:t>: Only ₹10,000</a:t>
            </a:r>
          </a:p>
          <a:p>
            <a:pPr lvl="1"/>
            <a:r>
              <a:rPr/>
              <a:t>Non-maintenance fee: ₹500/month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Apply for a Current Account</a:t>
            </a:r>
          </a:p>
          <a:p>
            <a:pPr lvl="0" indent="0" marL="0">
              <a:buNone/>
            </a:pPr>
            <a:r>
              <a:rPr b="1"/>
              <a:t>Online Process:</a:t>
            </a:r>
            <a:r>
              <a:rPr/>
              <a:t> 1. Visit </a:t>
            </a:r>
            <a:r>
              <a:rPr>
                <a:hlinkClick r:id="rId2"/>
              </a:rPr>
              <a:t>www.zxbank.asia</a:t>
            </a:r>
            <a:r>
              <a:rPr/>
              <a:t>. 2. Click on ‘Open Current Account’. 3. Complete digital e-KYC with Aadhaar and PAN. 4. Upload business documents (as applicable). 5. Choose branch &amp; verify mobile/email via OTP. 6. Receive instant account number and digital onboarding kit.</a:t>
            </a:r>
          </a:p>
          <a:p>
            <a:pPr lvl="0" indent="0" marL="0">
              <a:buNone/>
            </a:pPr>
            <a:r>
              <a:rPr b="1"/>
              <a:t>Offline Process:</a:t>
            </a:r>
            <a:r>
              <a:rPr/>
              <a:t> 1. Visit nearest ZX Bank branch. 2. Fill the current account opening form with your business KYC. 3. Submit documents (ID/Address proof, business registration). 4. Complete in-person biometric verification. 5. Account activates within 24 hours.</a:t>
            </a:r>
          </a:p>
          <a:p>
            <a:pPr lvl="0" indent="0" marL="1270000">
              <a:buNone/>
            </a:pPr>
            <a:r>
              <a:rPr sz="2000" b="1"/>
              <a:t>Need Help?</a:t>
            </a:r>
            <a:r>
              <a:rPr sz="2000"/>
              <a:t> Contact our 24x7 support or your Relationship Manager.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ZX Current Account Welcome Kit</a:t>
            </a:r>
          </a:p>
          <a:p>
            <a:pPr lvl="0" indent="0" marL="0">
              <a:buNone/>
            </a:pPr>
            <a:r>
              <a:rPr/>
              <a:t>Open a ZX Current Account and receive an exclusive </a:t>
            </a:r>
            <a:r>
              <a:rPr b="1"/>
              <a:t>Savings Account Kit</a:t>
            </a:r>
            <a:r>
              <a:rPr/>
              <a:t> designed for ambitious professionals: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What’s in the Kit?</a:t>
            </a:r>
          </a:p>
          <a:p>
            <a:pPr lvl="0"/>
            <a:r>
              <a:rPr b="1"/>
              <a:t>Premium Travel Bag</a:t>
            </a:r>
            <a:r>
              <a:rPr/>
              <a:t> – Stylish, durable, perfect for professionals on the move.</a:t>
            </a:r>
          </a:p>
          <a:p>
            <a:pPr lvl="0"/>
            <a:r>
              <a:rPr b="1"/>
              <a:t>Universal Travel Adapter (4 Plugs, 150 Countries)</a:t>
            </a:r>
            <a:r>
              <a:rPr/>
              <a:t> – Compatible for global business trips.</a:t>
            </a:r>
          </a:p>
          <a:p>
            <a:pPr lvl="0"/>
            <a:r>
              <a:rPr b="1"/>
              <a:t>Personalised Debit Card</a:t>
            </a:r>
          </a:p>
          <a:p>
            <a:pPr lvl="0"/>
            <a:r>
              <a:rPr b="1"/>
              <a:t>Starter Cheque Book</a:t>
            </a:r>
          </a:p>
          <a:p>
            <a:pPr lvl="0"/>
            <a:r>
              <a:rPr b="1"/>
              <a:t>Instant NetBanking &amp; Mobile App Access</a:t>
            </a:r>
          </a:p>
          <a:p>
            <a:pPr lvl="0"/>
            <a:r>
              <a:rPr b="1"/>
              <a:t>Exclusive Health Insurance</a:t>
            </a:r>
            <a:r>
              <a:rPr/>
              <a:t>:</a:t>
            </a:r>
          </a:p>
          <a:p>
            <a:pPr lvl="1"/>
            <a:r>
              <a:rPr b="1"/>
              <a:t>Coverage amount</a:t>
            </a:r>
            <a:r>
              <a:rPr/>
              <a:t>: ₹10,00,000 (Ten Lakh)</a:t>
            </a:r>
          </a:p>
          <a:p>
            <a:pPr lvl="1"/>
            <a:r>
              <a:rPr/>
              <a:t>Cashless hospitalization at partner hospitals.</a:t>
            </a:r>
          </a:p>
          <a:p>
            <a:pPr lvl="1"/>
            <a:r>
              <a:rPr/>
              <a:t>Covers accidental, medical emergencies and daily benefits.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Choose ZX Bank for Your Current Account?</a:t>
            </a:r>
          </a:p>
          <a:p>
            <a:pPr lvl="0"/>
            <a:r>
              <a:rPr b="1"/>
              <a:t>Paperless Digital Onboarding</a:t>
            </a:r>
          </a:p>
          <a:p>
            <a:pPr lvl="0"/>
            <a:r>
              <a:rPr b="1"/>
              <a:t>Rewarding Welcome Kit</a:t>
            </a:r>
          </a:p>
          <a:p>
            <a:pPr lvl="0"/>
            <a:r>
              <a:rPr b="1"/>
              <a:t>Easy Access to Funds and Credit</a:t>
            </a:r>
          </a:p>
          <a:p>
            <a:pPr lvl="0"/>
            <a:r>
              <a:rPr b="1"/>
              <a:t>Comprehensive Insurance Coverage</a:t>
            </a:r>
          </a:p>
          <a:p>
            <a:pPr lvl="0"/>
            <a:r>
              <a:rPr b="1"/>
              <a:t>Pan-South Asia Remittance Support</a:t>
            </a:r>
          </a:p>
          <a:p>
            <a:pPr lvl="0"/>
            <a:r>
              <a:rPr b="1"/>
              <a:t>Priority Servicing</a:t>
            </a:r>
          </a:p>
          <a:p>
            <a:pPr lvl="0"/>
            <a:r>
              <a:rPr b="1"/>
              <a:t>Full Digital Control via ZX Bank Asia App</a:t>
            </a:r>
          </a:p>
          <a:p>
            <a:pPr lvl="0" indent="0" marL="1270000">
              <a:buNone/>
            </a:pPr>
            <a:r>
              <a:rPr sz="2000" b="1"/>
              <a:t>Start your success journey with ZX Bank’s Current Account.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Open Your Account Now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detailed T&amp;Cs, visit our website or call customer care at </a:t>
            </a:r>
            <a:r>
              <a:rPr b="1"/>
              <a:t>1800-123-ZXBNK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2025-07-30T07:51:22Z</dcterms:created>
  <dcterms:modified xsi:type="dcterms:W3CDTF">2025-07-30T07:51:22Z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