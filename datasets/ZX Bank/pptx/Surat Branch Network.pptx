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Surat Branch Network</a:t>
            </a:r>
          </a:p>
        </p:txBody>
      </p:sp>
      <p:sp>
        <p:nvSpPr>
          <p:cNvPr id="3" name="Content Placeholder 2"/>
          <p:cNvSpPr>
            <a:spLocks noGrp="1"/>
          </p:cNvSpPr>
          <p:nvPr>
            <p:ph idx="1"/>
          </p:nvPr>
        </p:nvSpPr>
        <p:spPr/>
        <p:txBody>
          <a:bodyPr/>
          <a:lstStyle/>
          <a:p>
            <a:pPr lvl="0" indent="0" marL="0">
              <a:buNone/>
            </a:pPr>
            <a:r>
              <a:rPr/>
              <a:t>ZX Bank Ltd. is committed to delivering accessible and reliable banking services across Surat, one of Gujarat’s fastest-growing urban centers. With a robust network spanning the city’s North, South, East, West, and Central regions, ZX Bank ensures that individuals and businesses can conveniently access modern financial solutions close to home. Each branch offers a full suite of retail, corporate, and digital services—supported by experienced staff and state-of-the-art banking infrastructure.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Surat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Shop 12-14, North Plaza, Adajan Road, Adajan</a:t>
                      </a:r>
                    </a:p>
                  </a:txBody>
                </a:tc>
                <a:tc>
                  <a:txBody>
                    <a:bodyPr/>
                    <a:lstStyle/>
                    <a:p>
                      <a:pPr lvl="0" indent="0" marL="0">
                        <a:buNone/>
                      </a:pPr>
                      <a:r>
                        <a:rPr/>
                        <a:t>ZXIN0001011</a:t>
                      </a:r>
                    </a:p>
                  </a:txBody>
                </a:tc>
                <a:tc>
                  <a:txBody>
                    <a:bodyPr/>
                    <a:lstStyle/>
                    <a:p>
                      <a:pPr lvl="0" indent="0" marL="0">
                        <a:buNone/>
                      </a:pPr>
                      <a:r>
                        <a:rPr/>
                        <a:t>0261-2980111</a:t>
                      </a:r>
                    </a:p>
                  </a:txBody>
                </a:tc>
              </a:tr>
              <a:tr h="0">
                <a:tc>
                  <a:txBody>
                    <a:bodyPr/>
                    <a:lstStyle/>
                    <a:p>
                      <a:pPr lvl="0" indent="0" marL="0">
                        <a:buNone/>
                      </a:pPr>
                      <a:r>
                        <a:rPr/>
                        <a:t>2nd Floor, Vrundavan Complex, Pal Gam, North Surat</a:t>
                      </a:r>
                    </a:p>
                  </a:txBody>
                </a:tc>
                <a:tc>
                  <a:txBody>
                    <a:bodyPr/>
                    <a:lstStyle/>
                    <a:p>
                      <a:pPr lvl="0" indent="0" marL="0">
                        <a:buNone/>
                      </a:pPr>
                      <a:r>
                        <a:rPr/>
                        <a:t>ZXIN0001012</a:t>
                      </a:r>
                    </a:p>
                  </a:txBody>
                </a:tc>
                <a:tc>
                  <a:txBody>
                    <a:bodyPr/>
                    <a:lstStyle/>
                    <a:p>
                      <a:pPr lvl="0" indent="0" marL="0">
                        <a:buNone/>
                      </a:pPr>
                      <a:r>
                        <a:rPr/>
                        <a:t>0261-2980222</a:t>
                      </a:r>
                    </a:p>
                  </a:txBody>
                </a:tc>
              </a:tr>
              <a:tr h="0">
                <a:tc>
                  <a:txBody>
                    <a:bodyPr/>
                    <a:lstStyle/>
                    <a:p>
                      <a:pPr lvl="0" indent="0" marL="0">
                        <a:buNone/>
                      </a:pPr>
                      <a:r>
                        <a:rPr/>
                        <a:t>G-6, Golden Arcade, L.P. Savani Road, Surat</a:t>
                      </a:r>
                    </a:p>
                  </a:txBody>
                </a:tc>
                <a:tc>
                  <a:txBody>
                    <a:bodyPr/>
                    <a:lstStyle/>
                    <a:p>
                      <a:pPr lvl="0" indent="0" marL="0">
                        <a:buNone/>
                      </a:pPr>
                      <a:r>
                        <a:rPr/>
                        <a:t>ZXIN0001013</a:t>
                      </a:r>
                    </a:p>
                  </a:txBody>
                </a:tc>
                <a:tc>
                  <a:txBody>
                    <a:bodyPr/>
                    <a:lstStyle/>
                    <a:p>
                      <a:pPr lvl="0" indent="0" marL="0">
                        <a:buNone/>
                      </a:pPr>
                      <a:r>
                        <a:rPr/>
                        <a:t>0261-2980333</a:t>
                      </a:r>
                    </a:p>
                  </a:txBody>
                </a:tc>
              </a:tr>
              <a:tr h="0">
                <a:tc>
                  <a:txBody>
                    <a:bodyPr/>
                    <a:lstStyle/>
                    <a:p>
                      <a:pPr lvl="0" indent="0" marL="0">
                        <a:buNone/>
                      </a:pPr>
                      <a:r>
                        <a:rPr/>
                        <a:t>F-5, Shree Hallmark, Nana Varachha Main Road</a:t>
                      </a:r>
                    </a:p>
                  </a:txBody>
                </a:tc>
                <a:tc>
                  <a:txBody>
                    <a:bodyPr/>
                    <a:lstStyle/>
                    <a:p>
                      <a:pPr lvl="0" indent="0" marL="0">
                        <a:buNone/>
                      </a:pPr>
                      <a:r>
                        <a:rPr/>
                        <a:t>ZXIN0001014</a:t>
                      </a:r>
                    </a:p>
                  </a:txBody>
                </a:tc>
                <a:tc>
                  <a:txBody>
                    <a:bodyPr/>
                    <a:lstStyle/>
                    <a:p>
                      <a:pPr lvl="0" indent="0" marL="0">
                        <a:buNone/>
                      </a:pPr>
                      <a:r>
                        <a:rPr/>
                        <a:t>0261-2980444</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Surat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Shop 3-5, Shubham Plaza, Udhna Main Road, Udhna</a:t>
                      </a:r>
                    </a:p>
                  </a:txBody>
                </a:tc>
                <a:tc>
                  <a:txBody>
                    <a:bodyPr/>
                    <a:lstStyle/>
                    <a:p>
                      <a:pPr lvl="0" indent="0" marL="0">
                        <a:buNone/>
                      </a:pPr>
                      <a:r>
                        <a:rPr/>
                        <a:t>ZXIN0002011</a:t>
                      </a:r>
                    </a:p>
                  </a:txBody>
                </a:tc>
                <a:tc>
                  <a:txBody>
                    <a:bodyPr/>
                    <a:lstStyle/>
                    <a:p>
                      <a:pPr lvl="0" indent="0" marL="0">
                        <a:buNone/>
                      </a:pPr>
                      <a:r>
                        <a:rPr/>
                        <a:t>0261-2550111</a:t>
                      </a:r>
                    </a:p>
                  </a:txBody>
                </a:tc>
              </a:tr>
              <a:tr h="0">
                <a:tc>
                  <a:txBody>
                    <a:bodyPr/>
                    <a:lstStyle/>
                    <a:p>
                      <a:pPr lvl="0" indent="0" marL="0">
                        <a:buNone/>
                      </a:pPr>
                      <a:r>
                        <a:rPr/>
                        <a:t>1st Floor, Aryaman Mall, Godadara Road, South Surat</a:t>
                      </a:r>
                    </a:p>
                  </a:txBody>
                </a:tc>
                <a:tc>
                  <a:txBody>
                    <a:bodyPr/>
                    <a:lstStyle/>
                    <a:p>
                      <a:pPr lvl="0" indent="0" marL="0">
                        <a:buNone/>
                      </a:pPr>
                      <a:r>
                        <a:rPr/>
                        <a:t>ZXIN0002012</a:t>
                      </a:r>
                    </a:p>
                  </a:txBody>
                </a:tc>
                <a:tc>
                  <a:txBody>
                    <a:bodyPr/>
                    <a:lstStyle/>
                    <a:p>
                      <a:pPr lvl="0" indent="0" marL="0">
                        <a:buNone/>
                      </a:pPr>
                      <a:r>
                        <a:rPr/>
                        <a:t>0261-2550222</a:t>
                      </a:r>
                    </a:p>
                  </a:txBody>
                </a:tc>
              </a:tr>
              <a:tr h="0">
                <a:tc>
                  <a:txBody>
                    <a:bodyPr/>
                    <a:lstStyle/>
                    <a:p>
                      <a:pPr lvl="0" indent="0" marL="0">
                        <a:buNone/>
                      </a:pPr>
                      <a:r>
                        <a:rPr/>
                        <a:t>Plot 22, Shiv Nagar Society, Bhestan</a:t>
                      </a:r>
                    </a:p>
                  </a:txBody>
                </a:tc>
                <a:tc>
                  <a:txBody>
                    <a:bodyPr/>
                    <a:lstStyle/>
                    <a:p>
                      <a:pPr lvl="0" indent="0" marL="0">
                        <a:buNone/>
                      </a:pPr>
                      <a:r>
                        <a:rPr/>
                        <a:t>ZXIN0002013</a:t>
                      </a:r>
                    </a:p>
                  </a:txBody>
                </a:tc>
                <a:tc>
                  <a:txBody>
                    <a:bodyPr/>
                    <a:lstStyle/>
                    <a:p>
                      <a:pPr lvl="0" indent="0" marL="0">
                        <a:buNone/>
                      </a:pPr>
                      <a:r>
                        <a:rPr/>
                        <a:t>0261-2550333</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Surat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Ground Floor, Maneckji Sheri, Katargam</a:t>
                      </a:r>
                    </a:p>
                  </a:txBody>
                </a:tc>
                <a:tc>
                  <a:txBody>
                    <a:bodyPr/>
                    <a:lstStyle/>
                    <a:p>
                      <a:pPr lvl="0" indent="0" marL="0">
                        <a:buNone/>
                      </a:pPr>
                      <a:r>
                        <a:rPr/>
                        <a:t>ZXIN0003011</a:t>
                      </a:r>
                    </a:p>
                  </a:txBody>
                </a:tc>
                <a:tc>
                  <a:txBody>
                    <a:bodyPr/>
                    <a:lstStyle/>
                    <a:p>
                      <a:pPr lvl="0" indent="0" marL="0">
                        <a:buNone/>
                      </a:pPr>
                      <a:r>
                        <a:rPr/>
                        <a:t>0261-2400111</a:t>
                      </a:r>
                    </a:p>
                  </a:txBody>
                </a:tc>
              </a:tr>
              <a:tr h="0">
                <a:tc>
                  <a:txBody>
                    <a:bodyPr/>
                    <a:lstStyle/>
                    <a:p>
                      <a:pPr lvl="0" indent="0" marL="0">
                        <a:buNone/>
                      </a:pPr>
                      <a:r>
                        <a:rPr/>
                        <a:t>Shop 6, Siddhi Mall, Varachha Road, East Surat</a:t>
                      </a:r>
                    </a:p>
                  </a:txBody>
                </a:tc>
                <a:tc>
                  <a:txBody>
                    <a:bodyPr/>
                    <a:lstStyle/>
                    <a:p>
                      <a:pPr lvl="0" indent="0" marL="0">
                        <a:buNone/>
                      </a:pPr>
                      <a:r>
                        <a:rPr/>
                        <a:t>ZXIN0003012</a:t>
                      </a:r>
                    </a:p>
                  </a:txBody>
                </a:tc>
                <a:tc>
                  <a:txBody>
                    <a:bodyPr/>
                    <a:lstStyle/>
                    <a:p>
                      <a:pPr lvl="0" indent="0" marL="0">
                        <a:buNone/>
                      </a:pPr>
                      <a:r>
                        <a:rPr/>
                        <a:t>0261-2400222</a:t>
                      </a:r>
                    </a:p>
                  </a:txBody>
                </a:tc>
              </a:tr>
              <a:tr h="0">
                <a:tc>
                  <a:txBody>
                    <a:bodyPr/>
                    <a:lstStyle/>
                    <a:p>
                      <a:pPr lvl="0" indent="0" marL="0">
                        <a:buNone/>
                      </a:pPr>
                      <a:r>
                        <a:rPr/>
                        <a:t>F-9, Satkar Shopping Centre, Puna Gam</a:t>
                      </a:r>
                    </a:p>
                  </a:txBody>
                </a:tc>
                <a:tc>
                  <a:txBody>
                    <a:bodyPr/>
                    <a:lstStyle/>
                    <a:p>
                      <a:pPr lvl="0" indent="0" marL="0">
                        <a:buNone/>
                      </a:pPr>
                      <a:r>
                        <a:rPr/>
                        <a:t>ZXIN0003013</a:t>
                      </a:r>
                    </a:p>
                  </a:txBody>
                </a:tc>
                <a:tc>
                  <a:txBody>
                    <a:bodyPr/>
                    <a:lstStyle/>
                    <a:p>
                      <a:pPr lvl="0" indent="0" marL="0">
                        <a:buNone/>
                      </a:pPr>
                      <a:r>
                        <a:rPr/>
                        <a:t>0261-2400333</a:t>
                      </a:r>
                    </a:p>
                  </a:txBody>
                </a:tc>
              </a:tr>
              <a:tr h="0">
                <a:tc>
                  <a:txBody>
                    <a:bodyPr/>
                    <a:lstStyle/>
                    <a:p>
                      <a:pPr lvl="0" indent="0" marL="0">
                        <a:buNone/>
                      </a:pPr>
                      <a:r>
                        <a:rPr/>
                        <a:t>F-12, Ambika Complex, Ved Road</a:t>
                      </a:r>
                    </a:p>
                  </a:txBody>
                </a:tc>
                <a:tc>
                  <a:txBody>
                    <a:bodyPr/>
                    <a:lstStyle/>
                    <a:p>
                      <a:pPr lvl="0" indent="0" marL="0">
                        <a:buNone/>
                      </a:pPr>
                      <a:r>
                        <a:rPr/>
                        <a:t>ZXIN0003014</a:t>
                      </a:r>
                    </a:p>
                  </a:txBody>
                </a:tc>
                <a:tc>
                  <a:txBody>
                    <a:bodyPr/>
                    <a:lstStyle/>
                    <a:p>
                      <a:pPr lvl="0" indent="0" marL="0">
                        <a:buNone/>
                      </a:pPr>
                      <a:r>
                        <a:rPr/>
                        <a:t>0261-2400444</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Surat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Shop 21, Raj Residency, Ghod Dod Road</a:t>
                      </a:r>
                    </a:p>
                  </a:txBody>
                </a:tc>
                <a:tc>
                  <a:txBody>
                    <a:bodyPr/>
                    <a:lstStyle/>
                    <a:p>
                      <a:pPr lvl="0" indent="0" marL="0">
                        <a:buNone/>
                      </a:pPr>
                      <a:r>
                        <a:rPr/>
                        <a:t>ZXIN0004011</a:t>
                      </a:r>
                    </a:p>
                  </a:txBody>
                </a:tc>
                <a:tc>
                  <a:txBody>
                    <a:bodyPr/>
                    <a:lstStyle/>
                    <a:p>
                      <a:pPr lvl="0" indent="0" marL="0">
                        <a:buNone/>
                      </a:pPr>
                      <a:r>
                        <a:rPr/>
                        <a:t>0261-2210111</a:t>
                      </a:r>
                    </a:p>
                  </a:txBody>
                </a:tc>
              </a:tr>
              <a:tr h="0">
                <a:tc>
                  <a:txBody>
                    <a:bodyPr/>
                    <a:lstStyle/>
                    <a:p>
                      <a:pPr lvl="0" indent="0" marL="0">
                        <a:buNone/>
                      </a:pPr>
                      <a:r>
                        <a:rPr/>
                        <a:t>Shop 101, Suryadaya Complex, Vesu Main Road</a:t>
                      </a:r>
                    </a:p>
                  </a:txBody>
                </a:tc>
                <a:tc>
                  <a:txBody>
                    <a:bodyPr/>
                    <a:lstStyle/>
                    <a:p>
                      <a:pPr lvl="0" indent="0" marL="0">
                        <a:buNone/>
                      </a:pPr>
                      <a:r>
                        <a:rPr/>
                        <a:t>ZXIN0004012</a:t>
                      </a:r>
                    </a:p>
                  </a:txBody>
                </a:tc>
                <a:tc>
                  <a:txBody>
                    <a:bodyPr/>
                    <a:lstStyle/>
                    <a:p>
                      <a:pPr lvl="0" indent="0" marL="0">
                        <a:buNone/>
                      </a:pPr>
                      <a:r>
                        <a:rPr/>
                        <a:t>0261-2210222</a:t>
                      </a:r>
                    </a:p>
                  </a:txBody>
                </a:tc>
              </a:tr>
              <a:tr h="0">
                <a:tc>
                  <a:txBody>
                    <a:bodyPr/>
                    <a:lstStyle/>
                    <a:p>
                      <a:pPr lvl="0" indent="0" marL="0">
                        <a:buNone/>
                      </a:pPr>
                      <a:r>
                        <a:rPr/>
                        <a:t>FF-10, Crystal Arcade, Piplod</a:t>
                      </a:r>
                    </a:p>
                  </a:txBody>
                </a:tc>
                <a:tc>
                  <a:txBody>
                    <a:bodyPr/>
                    <a:lstStyle/>
                    <a:p>
                      <a:pPr lvl="0" indent="0" marL="0">
                        <a:buNone/>
                      </a:pPr>
                      <a:r>
                        <a:rPr/>
                        <a:t>ZXIN0004013</a:t>
                      </a:r>
                    </a:p>
                  </a:txBody>
                </a:tc>
                <a:tc>
                  <a:txBody>
                    <a:bodyPr/>
                    <a:lstStyle/>
                    <a:p>
                      <a:pPr lvl="0" indent="0" marL="0">
                        <a:buNone/>
                      </a:pPr>
                      <a:r>
                        <a:rPr/>
                        <a:t>0261-2210333</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Surat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1st Floor, Sagar Building, Chowk Bazar</a:t>
                      </a:r>
                    </a:p>
                  </a:txBody>
                </a:tc>
                <a:tc>
                  <a:txBody>
                    <a:bodyPr/>
                    <a:lstStyle/>
                    <a:p>
                      <a:pPr lvl="0" indent="0" marL="0">
                        <a:buNone/>
                      </a:pPr>
                      <a:r>
                        <a:rPr/>
                        <a:t>ZXIN0005011</a:t>
                      </a:r>
                    </a:p>
                  </a:txBody>
                </a:tc>
                <a:tc>
                  <a:txBody>
                    <a:bodyPr/>
                    <a:lstStyle/>
                    <a:p>
                      <a:pPr lvl="0" indent="0" marL="0">
                        <a:buNone/>
                      </a:pPr>
                      <a:r>
                        <a:rPr/>
                        <a:t>0261-2310111</a:t>
                      </a:r>
                    </a:p>
                  </a:txBody>
                </a:tc>
              </a:tr>
              <a:tr h="0">
                <a:tc>
                  <a:txBody>
                    <a:bodyPr/>
                    <a:lstStyle/>
                    <a:p>
                      <a:pPr lvl="0" indent="0" marL="0">
                        <a:buNone/>
                      </a:pPr>
                      <a:r>
                        <a:rPr/>
                        <a:t>Shop 7, Surya Towers, Ring Road, Near Textiles Market</a:t>
                      </a:r>
                    </a:p>
                  </a:txBody>
                </a:tc>
                <a:tc>
                  <a:txBody>
                    <a:bodyPr/>
                    <a:lstStyle/>
                    <a:p>
                      <a:pPr lvl="0" indent="0" marL="0">
                        <a:buNone/>
                      </a:pPr>
                      <a:r>
                        <a:rPr/>
                        <a:t>ZXIN0005012</a:t>
                      </a:r>
                    </a:p>
                  </a:txBody>
                </a:tc>
                <a:tc>
                  <a:txBody>
                    <a:bodyPr/>
                    <a:lstStyle/>
                    <a:p>
                      <a:pPr lvl="0" indent="0" marL="0">
                        <a:buNone/>
                      </a:pPr>
                      <a:r>
                        <a:rPr/>
                        <a:t>0261-2310222</a:t>
                      </a:r>
                    </a:p>
                  </a:txBody>
                </a:tc>
              </a:tr>
              <a:tr h="0">
                <a:tc>
                  <a:txBody>
                    <a:bodyPr/>
                    <a:lstStyle/>
                    <a:p>
                      <a:pPr lvl="0" indent="0" marL="0">
                        <a:buNone/>
                      </a:pPr>
                      <a:r>
                        <a:rPr/>
                        <a:t>F-3, Sukhsagar Complex, Nanpura</a:t>
                      </a:r>
                    </a:p>
                  </a:txBody>
                </a:tc>
                <a:tc>
                  <a:txBody>
                    <a:bodyPr/>
                    <a:lstStyle/>
                    <a:p>
                      <a:pPr lvl="0" indent="0" marL="0">
                        <a:buNone/>
                      </a:pPr>
                      <a:r>
                        <a:rPr/>
                        <a:t>ZXIN0005013</a:t>
                      </a:r>
                    </a:p>
                  </a:txBody>
                </a:tc>
                <a:tc>
                  <a:txBody>
                    <a:bodyPr/>
                    <a:lstStyle/>
                    <a:p>
                      <a:pPr lvl="0" indent="0" marL="0">
                        <a:buNone/>
                      </a:pPr>
                      <a:r>
                        <a:rPr/>
                        <a:t>0261-2310333</a:t>
                      </a:r>
                    </a:p>
                  </a:txBody>
                </a:tc>
              </a:tr>
              <a:tr h="0">
                <a:tc>
                  <a:txBody>
                    <a:bodyPr/>
                    <a:lstStyle/>
                    <a:p>
                      <a:pPr lvl="0" indent="0" marL="0">
                        <a:buNone/>
                      </a:pPr>
                      <a:r>
                        <a:rPr/>
                        <a:t>Ground Floor, Mehul Nagar, Railway Station Area</a:t>
                      </a:r>
                    </a:p>
                  </a:txBody>
                </a:tc>
                <a:tc>
                  <a:txBody>
                    <a:bodyPr/>
                    <a:lstStyle/>
                    <a:p>
                      <a:pPr lvl="0" indent="0" marL="0">
                        <a:buNone/>
                      </a:pPr>
                      <a:r>
                        <a:rPr/>
                        <a:t>ZXIN0005014</a:t>
                      </a:r>
                    </a:p>
                  </a:txBody>
                </a:tc>
                <a:tc>
                  <a:txBody>
                    <a:bodyPr/>
                    <a:lstStyle/>
                    <a:p>
                      <a:pPr lvl="0" indent="0" marL="0">
                        <a:buNone/>
                      </a:pPr>
                      <a:r>
                        <a:rPr/>
                        <a:t>0261-2310444</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2025-07-30T07:50:31Z</dcterms:created>
  <dcterms:modified xsi:type="dcterms:W3CDTF">2025-07-30T07:50:31Z</dcterms:modified>
</cp:coreProperties>
</file>

<file path=docProps/custom.xml><?xml version="1.0" encoding="utf-8"?>
<Properties xmlns="http://schemas.openxmlformats.org/officeDocument/2006/custom-properties" xmlns:vt="http://schemas.openxmlformats.org/officeDocument/2006/docPropsVTypes"/>
</file>