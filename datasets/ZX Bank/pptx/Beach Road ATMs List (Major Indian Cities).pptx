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Beach Road ATMs List (Major Indian Cities)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list of ZX Bank ATM locations situated at or near </a:t>
            </a:r>
            <a:r>
              <a:rPr i="1"/>
              <a:t>Beach Roads</a:t>
            </a:r>
            <a:r>
              <a:rPr/>
              <a:t> in selected Indian cities. </a:t>
            </a:r>
            <a:r>
              <a:rPr b="1"/>
              <a:t>Cities without a prominent beach or beach road have been skipped, as requested.</a:t>
            </a:r>
            <a:br/>
            <a:r>
              <a:rPr/>
              <a:t>Each qualifying city includes at least 7 ATM locations, with addresses for clarity.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 – Maharashtra</a:t>
            </a:r>
          </a:p>
          <a:p>
            <a:pPr lvl="0" indent="-342900" marL="342900">
              <a:buAutoNum type="arabicPeriod"/>
            </a:pPr>
            <a:r>
              <a:rPr b="1"/>
              <a:t>ZX Bank ATM – Marine Drive</a:t>
            </a:r>
          </a:p>
          <a:p>
            <a:pPr lvl="1"/>
            <a:r>
              <a:rPr/>
              <a:t>Marine Drive, Chowpatty End, Mumbai, Maharashtra 400002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Juhu Beach</a:t>
            </a:r>
          </a:p>
          <a:p>
            <a:pPr lvl="1"/>
            <a:r>
              <a:rPr/>
              <a:t>Juhu Tara Road, near Juhu Beach Entrance, Mumbai, Maharashtra 400049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Girgaum Chowpatty</a:t>
            </a:r>
          </a:p>
          <a:p>
            <a:pPr lvl="1"/>
            <a:r>
              <a:rPr/>
              <a:t>Girgaum Chowpatty, Chowpatty Seaface Road, Mumbai, Maharashtra 400007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Versova Beach</a:t>
            </a:r>
          </a:p>
          <a:p>
            <a:pPr lvl="1"/>
            <a:r>
              <a:rPr/>
              <a:t>Versova Beach Road, Andheri West, Mumbai, Maharashtra 400061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Carter Road Promenade</a:t>
            </a:r>
          </a:p>
          <a:p>
            <a:pPr lvl="1"/>
            <a:r>
              <a:rPr/>
              <a:t>Carter Road, Bandra West, Mumbai, Maharashtra 400050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Aksa Beach</a:t>
            </a:r>
          </a:p>
          <a:p>
            <a:pPr lvl="1"/>
            <a:r>
              <a:rPr/>
              <a:t>Aksa Beach Road, Malad West, Mumbai, Maharashtra 400095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Dadar Chowpatty</a:t>
            </a:r>
          </a:p>
          <a:p>
            <a:pPr lvl="1"/>
            <a:r>
              <a:rPr/>
              <a:t>Dadar Chowpatty, Swatantrya Veer Savarkar Marg, Mumbai, Maharashtra 400028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 – Tamil Nadu</a:t>
            </a:r>
          </a:p>
          <a:p>
            <a:pPr lvl="0" indent="-342900" marL="342900">
              <a:buAutoNum type="arabicPeriod"/>
            </a:pPr>
            <a:r>
              <a:rPr b="1"/>
              <a:t>ZX Bank ATM – Marina Beach (Near Gandhi Statue)</a:t>
            </a:r>
          </a:p>
          <a:p>
            <a:pPr lvl="1"/>
            <a:r>
              <a:rPr/>
              <a:t>Kamarajar Salai, Triplicane, Chennai, Tamil Nadu 600005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Elliot’s Beach (Besant Nagar)</a:t>
            </a:r>
          </a:p>
          <a:p>
            <a:pPr lvl="1"/>
            <a:r>
              <a:rPr/>
              <a:t>Elliot’s Promenade, Besant Nagar, Chennai, Tamil Nadu 600090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Thiruvanmiyur Beach</a:t>
            </a:r>
          </a:p>
          <a:p>
            <a:pPr lvl="1"/>
            <a:r>
              <a:rPr/>
              <a:t>Thiruvanmiyur Beach Road, Thiruvanmiyur, Chennai, Tamil Nadu 600041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Neelankarai Beach</a:t>
            </a:r>
          </a:p>
          <a:p>
            <a:pPr lvl="1"/>
            <a:r>
              <a:rPr/>
              <a:t>East Coast Road, Neelankarai, Chennai, Tamil Nadu 600115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Palavakkam Beach</a:t>
            </a:r>
          </a:p>
          <a:p>
            <a:pPr lvl="1"/>
            <a:r>
              <a:rPr/>
              <a:t>SH 49, Palavakkam Beach Road, Chennai, Tamil Nadu 600041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Santhome Beach</a:t>
            </a:r>
          </a:p>
          <a:p>
            <a:pPr lvl="1"/>
            <a:r>
              <a:rPr/>
              <a:t>Santhome High Road, Santhome, Chennai, Tamil Nadu 600004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Kovalam Beach (Chennai Suburb)</a:t>
            </a:r>
          </a:p>
          <a:p>
            <a:pPr lvl="1"/>
            <a:r>
              <a:rPr/>
              <a:t>Kovalam Beach Road, Kovalam, Chennai, Tamil Nadu 603112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 – Andhra Pradesh</a:t>
            </a:r>
          </a:p>
          <a:p>
            <a:pPr lvl="0" indent="-342900" marL="342900">
              <a:buAutoNum type="arabicPeriod"/>
            </a:pPr>
            <a:r>
              <a:rPr b="1"/>
              <a:t>ZX Bank ATM – RK Beach</a:t>
            </a:r>
          </a:p>
          <a:p>
            <a:pPr lvl="1"/>
            <a:r>
              <a:rPr/>
              <a:t>Beach Road, near RK Beach, Visakhapatnam, Andhra Pradesh 530017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Rushikonda Beach</a:t>
            </a:r>
          </a:p>
          <a:p>
            <a:pPr lvl="1"/>
            <a:r>
              <a:rPr/>
              <a:t>Rushikonda Beach Road, Visakhapatnam, Andhra Pradesh 531163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Lawsons Bay Colony</a:t>
            </a:r>
          </a:p>
          <a:p>
            <a:pPr lvl="1"/>
            <a:r>
              <a:rPr/>
              <a:t>Beach Road, Lawsons Bay Colony, Visakhapatnam, Andhra Pradesh 530017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Tenneti Park Beach</a:t>
            </a:r>
          </a:p>
          <a:p>
            <a:pPr lvl="1"/>
            <a:r>
              <a:rPr/>
              <a:t>Tenneti Park Beach, Beach Road, Visakhapatnam, Andhra Pradesh 530017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Yarada Beach</a:t>
            </a:r>
          </a:p>
          <a:p>
            <a:pPr lvl="1"/>
            <a:r>
              <a:rPr/>
              <a:t>Yarada Beach Road, Gajuwaka, Visakhapatnam, Andhra Pradesh 530005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Sagar Nagar Beach</a:t>
            </a:r>
          </a:p>
          <a:p>
            <a:pPr lvl="1"/>
            <a:r>
              <a:rPr/>
              <a:t>Beach Road, Sagar Nagar, Visakhapatnam, Andhra Pradesh 530045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Bheemili Beach</a:t>
            </a:r>
          </a:p>
          <a:p>
            <a:pPr lvl="1"/>
            <a:r>
              <a:rPr/>
              <a:t>Beach Road, Bheemili, Visakhapatnam, Andhra Pradesh 531163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 – West Bengal</a:t>
            </a:r>
          </a:p>
          <a:p>
            <a:pPr lvl="0" indent="-342900" marL="342900">
              <a:buAutoNum type="arabicPeriod"/>
            </a:pPr>
            <a:r>
              <a:rPr b="1"/>
              <a:t>ZX Bank ATM – Digha Beach</a:t>
            </a:r>
            <a:r>
              <a:rPr/>
              <a:t> </a:t>
            </a:r>
            <a:r>
              <a:rPr i="1"/>
              <a:t>(nearest major beach to Kolkata; Digha is a few hours from Kolkata)</a:t>
            </a:r>
          </a:p>
          <a:p>
            <a:pPr lvl="1"/>
            <a:r>
              <a:rPr/>
              <a:t>Marine Aquarium Road, New Digha, Purba Medinipur, West Bengal 721428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Mandarmani Beach</a:t>
            </a:r>
          </a:p>
          <a:p>
            <a:pPr lvl="1"/>
            <a:r>
              <a:rPr/>
              <a:t>Mandarmani Beach Road, Mandarmani, Purba Medinipur, West Bengal 721455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Tajpur Beach</a:t>
            </a:r>
          </a:p>
          <a:p>
            <a:pPr lvl="1"/>
            <a:r>
              <a:rPr/>
              <a:t>Tajpur Beach Road, Purba Medinipur, West Bengal 721423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Shankarpur Beach</a:t>
            </a:r>
          </a:p>
          <a:p>
            <a:pPr lvl="1"/>
            <a:r>
              <a:rPr/>
              <a:t>Shankarpur Beach Road, Purba Medinipur, West Bengal 721441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Bakkhali Beach</a:t>
            </a:r>
          </a:p>
          <a:p>
            <a:pPr lvl="1"/>
            <a:r>
              <a:rPr/>
              <a:t>Bakkhali Beach Road, South 24 Pgs, West Bengal 743357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Henry’s Island Beach</a:t>
            </a:r>
          </a:p>
          <a:p>
            <a:pPr lvl="1"/>
            <a:r>
              <a:rPr/>
              <a:t>Henry Island Beach Road, Bakkhali, South 24 Pgs, West Bengal 743357</a:t>
            </a:r>
            <a:br/>
          </a:p>
          <a:p>
            <a:pPr lvl="0" indent="-342900" marL="342900">
              <a:buAutoNum type="arabicPeriod"/>
            </a:pPr>
            <a:r>
              <a:rPr b="1"/>
              <a:t>ZX Bank ATM – Sagardwip Beach</a:t>
            </a:r>
          </a:p>
          <a:p>
            <a:pPr lvl="1"/>
            <a:r>
              <a:rPr/>
              <a:t>Sagar Island Beach Road, South 24 Pgs, West Bengal 743373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2025-07-30T07:49:23Z</dcterms:created>
  <dcterms:modified xsi:type="dcterms:W3CDTF">2025-07-30T07:49:23Z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