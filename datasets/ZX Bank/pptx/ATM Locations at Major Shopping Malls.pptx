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ATM Locations at Major Shopping Malls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a list of major shopping malls in select Indian cities where ZX Bank ATMs are available for customer convenience.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Mumbai – Maharashtra</a:t>
            </a:r>
          </a:p>
          <a:p>
            <a:pPr lvl="0"/>
            <a:r>
              <a:rPr b="1"/>
              <a:t>Phoenix Marketcity, Kurla</a:t>
            </a:r>
          </a:p>
          <a:p>
            <a:pPr lvl="1"/>
            <a:r>
              <a:rPr/>
              <a:t>Address: LBS Road, Kurla West, Mumbai, Maharashtra 400070</a:t>
            </a:r>
          </a:p>
          <a:p>
            <a:pPr lvl="0"/>
            <a:r>
              <a:rPr b="1"/>
              <a:t>Oberoi Mall</a:t>
            </a:r>
          </a:p>
          <a:p>
            <a:pPr lvl="1"/>
            <a:r>
              <a:rPr/>
              <a:t>Address: Western Express Highway, Goregaon East, Mumbai, Maharashtra 400063</a:t>
            </a:r>
          </a:p>
          <a:p>
            <a:pPr lvl="0"/>
            <a:r>
              <a:rPr b="1"/>
              <a:t>R City Mall</a:t>
            </a:r>
          </a:p>
          <a:p>
            <a:pPr lvl="1"/>
            <a:r>
              <a:rPr/>
              <a:t>Address: LBS Marg, Ghatkopar West, Mumbai, Maharashtra 400086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Delhi – National Capital Territory</a:t>
            </a:r>
          </a:p>
          <a:p>
            <a:pPr lvl="0"/>
            <a:r>
              <a:rPr b="1"/>
              <a:t>Select CITYWALK</a:t>
            </a:r>
          </a:p>
          <a:p>
            <a:pPr lvl="1"/>
            <a:r>
              <a:rPr/>
              <a:t>Address: A-3, District Centre, Saket, New Delhi 110017</a:t>
            </a:r>
          </a:p>
          <a:p>
            <a:pPr lvl="0"/>
            <a:r>
              <a:rPr b="1"/>
              <a:t>DLF Promenade</a:t>
            </a:r>
          </a:p>
          <a:p>
            <a:pPr lvl="1"/>
            <a:r>
              <a:rPr/>
              <a:t>Address: 3 Nelson Mandela Road, Vasant Kunj, New Delhi 110070</a:t>
            </a:r>
          </a:p>
          <a:p>
            <a:pPr lvl="0"/>
            <a:r>
              <a:rPr b="1"/>
              <a:t>Pacific Mall</a:t>
            </a:r>
          </a:p>
          <a:p>
            <a:pPr lvl="1"/>
            <a:r>
              <a:rPr/>
              <a:t>Address: Najafgarh Road, Tagore Garden, New Delhi 110018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Bangalore (Bengaluru) – Karnataka</a:t>
            </a:r>
          </a:p>
          <a:p>
            <a:pPr lvl="0"/>
            <a:r>
              <a:rPr b="1"/>
              <a:t>Phoenix Marketcity</a:t>
            </a:r>
          </a:p>
          <a:p>
            <a:pPr lvl="1"/>
            <a:r>
              <a:rPr/>
              <a:t>Address: Whitefield Main Road, Mahadevapura, Bangalore, Karnataka 560048</a:t>
            </a:r>
          </a:p>
          <a:p>
            <a:pPr lvl="0"/>
            <a:r>
              <a:rPr b="1"/>
              <a:t>Orion Mall</a:t>
            </a:r>
          </a:p>
          <a:p>
            <a:pPr lvl="1"/>
            <a:r>
              <a:rPr/>
              <a:t>Address: Brigade Gateway, Dr Rajkumar Rd, Malleshwaram West, Bangalore, Karnataka 560055</a:t>
            </a:r>
          </a:p>
          <a:p>
            <a:pPr lvl="0"/>
            <a:r>
              <a:rPr b="1"/>
              <a:t>Mantri Square Mall</a:t>
            </a:r>
          </a:p>
          <a:p>
            <a:pPr lvl="1"/>
            <a:r>
              <a:rPr/>
              <a:t>Address: Sampige Road, Malleshwaram, Bangalore, Karnataka 560003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Hyderabad – Telangana</a:t>
            </a:r>
          </a:p>
          <a:p>
            <a:pPr lvl="0"/>
            <a:r>
              <a:rPr b="1"/>
              <a:t>Forum Sujana Mall</a:t>
            </a:r>
          </a:p>
          <a:p>
            <a:pPr lvl="1"/>
            <a:r>
              <a:rPr/>
              <a:t>Address: Kukatpally Housing Board, Kukatpally, Hyderabad, Telangana 500072</a:t>
            </a:r>
          </a:p>
          <a:p>
            <a:pPr lvl="0"/>
            <a:r>
              <a:rPr b="1"/>
              <a:t>GVK One Mall</a:t>
            </a:r>
          </a:p>
          <a:p>
            <a:pPr lvl="1"/>
            <a:r>
              <a:rPr/>
              <a:t>Address: Rd Number 1, Banjara Hills, Hyderabad, Telangana 500034</a:t>
            </a:r>
          </a:p>
          <a:p>
            <a:pPr lvl="0"/>
            <a:r>
              <a:rPr b="1"/>
              <a:t>Inorbit Mall</a:t>
            </a:r>
          </a:p>
          <a:p>
            <a:pPr lvl="1"/>
            <a:r>
              <a:rPr/>
              <a:t>Address: APIIC Software Layout, Mindspace, Madhapur, Hyderabad, Telangana 500081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Chennai – Tamil Nadu</a:t>
            </a:r>
          </a:p>
          <a:p>
            <a:pPr lvl="0"/>
            <a:r>
              <a:rPr b="1"/>
              <a:t>Express Avenue Mall</a:t>
            </a:r>
          </a:p>
          <a:p>
            <a:pPr lvl="1"/>
            <a:r>
              <a:rPr/>
              <a:t>Address: Express Estate, Royapettah, Chennai, Tamil Nadu 600002</a:t>
            </a:r>
          </a:p>
          <a:p>
            <a:pPr lvl="0"/>
            <a:r>
              <a:rPr b="1"/>
              <a:t>Phoenix MarketCity</a:t>
            </a:r>
          </a:p>
          <a:p>
            <a:pPr lvl="1"/>
            <a:r>
              <a:rPr/>
              <a:t>Address: 142, Velachery Main Road, Velachery, Chennai, Tamil Nadu 600042</a:t>
            </a:r>
          </a:p>
          <a:p>
            <a:pPr lvl="0"/>
            <a:r>
              <a:rPr b="1"/>
              <a:t>Spencer Plaza</a:t>
            </a:r>
          </a:p>
          <a:p>
            <a:pPr lvl="1"/>
            <a:r>
              <a:rPr/>
              <a:t>Address: 768, Anna Salai, Chennai, Tamil Nadu 600002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Kolkata – West Bengal</a:t>
            </a:r>
          </a:p>
          <a:p>
            <a:pPr lvl="0"/>
            <a:r>
              <a:rPr b="1"/>
              <a:t>South City Mall</a:t>
            </a:r>
          </a:p>
          <a:p>
            <a:pPr lvl="1"/>
            <a:r>
              <a:rPr/>
              <a:t>Address: 375 Prince Anwar Shah Road, South City Complex, Kolkata, West Bengal 700068</a:t>
            </a:r>
          </a:p>
          <a:p>
            <a:pPr lvl="0"/>
            <a:r>
              <a:rPr b="1"/>
              <a:t>Quest Mall</a:t>
            </a:r>
          </a:p>
          <a:p>
            <a:pPr lvl="1"/>
            <a:r>
              <a:rPr/>
              <a:t>Address: 33 Syed Amir Ali Ave, Ballygunge, Kolkata, West Bengal 700017</a:t>
            </a:r>
          </a:p>
          <a:p>
            <a:pPr lvl="0"/>
            <a:r>
              <a:rPr b="1"/>
              <a:t>City Centre Salt Lake</a:t>
            </a:r>
          </a:p>
          <a:p>
            <a:pPr lvl="1"/>
            <a:r>
              <a:rPr/>
              <a:t>Address: DC Block, Sector 1, Salt Lake City, Kolkata, West Bengal 700064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Pune – Maharashtra</a:t>
            </a:r>
          </a:p>
          <a:p>
            <a:pPr lvl="0"/>
            <a:r>
              <a:rPr b="1"/>
              <a:t>Phoenix Marketcity</a:t>
            </a:r>
          </a:p>
          <a:p>
            <a:pPr lvl="1"/>
            <a:r>
              <a:rPr/>
              <a:t>Address: Viman Nagar Road, Viman Nagar, Pune, Maharashtra 411014</a:t>
            </a:r>
          </a:p>
          <a:p>
            <a:pPr lvl="0"/>
            <a:r>
              <a:rPr b="1"/>
              <a:t>Amanora Mall</a:t>
            </a:r>
          </a:p>
          <a:p>
            <a:pPr lvl="1"/>
            <a:r>
              <a:rPr/>
              <a:t>Address: Amanora Park Town, Hadapsar, Pune, Maharashtra 411028</a:t>
            </a:r>
          </a:p>
          <a:p>
            <a:pPr lvl="0"/>
            <a:r>
              <a:rPr b="1"/>
              <a:t>Seasons Mall</a:t>
            </a:r>
          </a:p>
          <a:p>
            <a:pPr lvl="1"/>
            <a:r>
              <a:rPr/>
              <a:t>Address: Magarpatta City, Hadapsar, Pune, Maharashtra 411013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Ahmedabad – Gujarat</a:t>
            </a:r>
          </a:p>
          <a:p>
            <a:pPr lvl="0"/>
            <a:r>
              <a:rPr b="1"/>
              <a:t>Ahmedabad One Mall</a:t>
            </a:r>
          </a:p>
          <a:p>
            <a:pPr lvl="1"/>
            <a:r>
              <a:rPr/>
              <a:t>Address: Near Vastrapur Lake, Vastrapur, Ahmedabad, Gujarat 380006</a:t>
            </a:r>
          </a:p>
          <a:p>
            <a:pPr lvl="0"/>
            <a:r>
              <a:rPr b="1"/>
              <a:t>AlphaOne Mall</a:t>
            </a:r>
          </a:p>
          <a:p>
            <a:pPr lvl="1"/>
            <a:r>
              <a:rPr/>
              <a:t>Address: Sarkhej - Gandhinagar Hwy, Vastrapur, Ahmedabad, Gujarat 380054</a:t>
            </a:r>
          </a:p>
          <a:p>
            <a:pPr lvl="0"/>
            <a:r>
              <a:rPr b="1"/>
              <a:t>Himalaya Mall</a:t>
            </a:r>
          </a:p>
          <a:p>
            <a:pPr lvl="1"/>
            <a:r>
              <a:rPr/>
              <a:t>Address: Drive-In Road, Memnagar, Ahmedabad, Gujarat 380052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Surat – Gujarat</a:t>
            </a:r>
          </a:p>
          <a:p>
            <a:pPr lvl="0"/>
            <a:r>
              <a:rPr b="1"/>
              <a:t>VR Surat</a:t>
            </a:r>
          </a:p>
          <a:p>
            <a:pPr lvl="1"/>
            <a:r>
              <a:rPr/>
              <a:t>Address: Dumas Rd, Magdalla, Surat, Gujarat 395007</a:t>
            </a:r>
          </a:p>
          <a:p>
            <a:pPr lvl="0"/>
            <a:r>
              <a:rPr b="1"/>
              <a:t>Iscon Mall</a:t>
            </a:r>
          </a:p>
          <a:p>
            <a:pPr lvl="1"/>
            <a:r>
              <a:rPr/>
              <a:t>Address: Dumas Road, Piplod, Surat, Gujarat 395007</a:t>
            </a:r>
          </a:p>
          <a:p>
            <a:pPr lvl="0"/>
            <a:r>
              <a:rPr b="1"/>
              <a:t>RahulRaj Mall</a:t>
            </a:r>
          </a:p>
          <a:p>
            <a:pPr lvl="1"/>
            <a:r>
              <a:rPr/>
              <a:t>Address: Dumas Rd, Piplod, Surat, Gujarat 395007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Jaipur – Rajasthan</a:t>
            </a:r>
          </a:p>
          <a:p>
            <a:pPr lvl="0"/>
            <a:r>
              <a:rPr b="1"/>
              <a:t>World Trade Park (WTP)</a:t>
            </a:r>
          </a:p>
          <a:p>
            <a:pPr lvl="1"/>
            <a:r>
              <a:rPr/>
              <a:t>Address: JLN Marg, Malviya Nagar, Jaipur, Rajasthan 302017</a:t>
            </a:r>
          </a:p>
          <a:p>
            <a:pPr lvl="0"/>
            <a:r>
              <a:rPr b="1"/>
              <a:t>GT Central Mall</a:t>
            </a:r>
          </a:p>
          <a:p>
            <a:pPr lvl="1"/>
            <a:r>
              <a:rPr/>
              <a:t>Address: Jawahar Lal Nehru Marg, Malviya Nagar, Jaipur, Rajasthan 302017</a:t>
            </a:r>
          </a:p>
          <a:p>
            <a:pPr lvl="0"/>
            <a:r>
              <a:rPr b="1"/>
              <a:t>Triton Mall</a:t>
            </a:r>
          </a:p>
          <a:p>
            <a:pPr lvl="1"/>
            <a:r>
              <a:rPr/>
              <a:t>Address: Jhotwara Road, Jhotwara, Jaipur, Rajasthan 302012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Lucknow – Uttar Pradesh</a:t>
            </a:r>
          </a:p>
          <a:p>
            <a:pPr lvl="0"/>
            <a:r>
              <a:rPr b="1"/>
              <a:t>Phoenix United Mall</a:t>
            </a:r>
          </a:p>
          <a:p>
            <a:pPr lvl="1"/>
            <a:r>
              <a:rPr/>
              <a:t>Address: Kanpur Road, Alambagh, Lucknow, Uttar Pradesh 226005</a:t>
            </a:r>
          </a:p>
          <a:p>
            <a:pPr lvl="0"/>
            <a:r>
              <a:rPr b="1"/>
              <a:t>Sahara Ganj Mall</a:t>
            </a:r>
          </a:p>
          <a:p>
            <a:pPr lvl="1"/>
            <a:r>
              <a:rPr/>
              <a:t>Address: Shahnajaf Road, Hazratganj, Lucknow, Uttar Pradesh 226001</a:t>
            </a:r>
          </a:p>
          <a:p>
            <a:pPr lvl="0"/>
            <a:r>
              <a:rPr b="1"/>
              <a:t>Fun Republic Mall</a:t>
            </a:r>
          </a:p>
          <a:p>
            <a:pPr lvl="1"/>
            <a:r>
              <a:rPr/>
              <a:t>Address: Gomti Nagar, Lucknow, Uttar Pradesh 226010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Kanpur – Uttar Pradesh</a:t>
            </a:r>
          </a:p>
          <a:p>
            <a:pPr lvl="0"/>
            <a:r>
              <a:rPr b="1"/>
              <a:t>Z Square Mall</a:t>
            </a:r>
          </a:p>
          <a:p>
            <a:pPr lvl="1"/>
            <a:r>
              <a:rPr/>
              <a:t>Address: 16/113, Mall Rd, Kanpur, Uttar Pradesh 208001</a:t>
            </a:r>
          </a:p>
          <a:p>
            <a:pPr lvl="0"/>
            <a:r>
              <a:rPr b="1"/>
              <a:t>Rave@Moti Mall</a:t>
            </a:r>
          </a:p>
          <a:p>
            <a:pPr lvl="1"/>
            <a:r>
              <a:rPr/>
              <a:t>Address: Rawatpur, Kanpur, Uttar Pradesh 208002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Nagpur – Maharashtra</a:t>
            </a:r>
          </a:p>
          <a:p>
            <a:pPr lvl="0"/>
            <a:r>
              <a:rPr b="1"/>
              <a:t>Empress Mall</a:t>
            </a:r>
          </a:p>
          <a:p>
            <a:pPr lvl="1"/>
            <a:r>
              <a:rPr/>
              <a:t>Address: Empress City, Near Gandhi Sagar Lake, Nagpur, Maharashtra 440018</a:t>
            </a:r>
          </a:p>
          <a:p>
            <a:pPr lvl="0"/>
            <a:r>
              <a:rPr b="1"/>
              <a:t>Eternity Mall</a:t>
            </a:r>
          </a:p>
          <a:p>
            <a:pPr lvl="1"/>
            <a:r>
              <a:rPr/>
              <a:t>Address: Variety Square, Sitabuldi, Nagpur, Maharashtra 440012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Indore – Madhya Pradesh</a:t>
            </a:r>
          </a:p>
          <a:p>
            <a:pPr lvl="0"/>
            <a:r>
              <a:rPr b="1"/>
              <a:t>Treasure Island Mall</a:t>
            </a:r>
          </a:p>
          <a:p>
            <a:pPr lvl="1"/>
            <a:r>
              <a:rPr/>
              <a:t>Address: MG Road, South Tukoganj, Indore, Madhya Pradesh 452001</a:t>
            </a:r>
          </a:p>
          <a:p>
            <a:pPr lvl="0"/>
            <a:r>
              <a:rPr b="1"/>
              <a:t>C21 Mall</a:t>
            </a:r>
          </a:p>
          <a:p>
            <a:pPr lvl="1"/>
            <a:r>
              <a:rPr/>
              <a:t>Address: A.B. Road, Vijay Nagar, Indore, Madhya Pradesh 452010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Bhopal – Madhya Pradesh</a:t>
            </a:r>
          </a:p>
          <a:p>
            <a:pPr lvl="0"/>
            <a:r>
              <a:rPr b="1"/>
              <a:t>DB City Mall</a:t>
            </a:r>
          </a:p>
          <a:p>
            <a:pPr lvl="1"/>
            <a:r>
              <a:rPr/>
              <a:t>Address: Maharana Pratap Nagar, Zone-I, Bhopal, Madhya Pradesh 462011</a:t>
            </a:r>
          </a:p>
          <a:p>
            <a:pPr lvl="0"/>
            <a:r>
              <a:rPr b="1"/>
              <a:t>Aura Mall</a:t>
            </a:r>
          </a:p>
          <a:p>
            <a:pPr lvl="1"/>
            <a:r>
              <a:rPr/>
              <a:t>Address: E-8 Arera Colony, Bawaria Kalan, Bhopal, Madhya Pradesh 462039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Visakhapatnam – Andhra Pradesh</a:t>
            </a:r>
          </a:p>
          <a:p>
            <a:pPr lvl="0"/>
            <a:r>
              <a:rPr b="1"/>
              <a:t>CMR Central</a:t>
            </a:r>
          </a:p>
          <a:p>
            <a:pPr lvl="1"/>
            <a:r>
              <a:rPr/>
              <a:t>Address: Maddilapalem, Visakhapatnam, Andhra Pradesh 530013</a:t>
            </a:r>
          </a:p>
          <a:p>
            <a:pPr lvl="0"/>
            <a:r>
              <a:rPr b="1"/>
              <a:t>Visakhapatnam Central</a:t>
            </a:r>
          </a:p>
          <a:p>
            <a:pPr lvl="1"/>
            <a:r>
              <a:rPr/>
              <a:t>Address: Dwaraka Nagar, Visakhapatnam, Andhra Pradesh 530016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Patna – Bihar</a:t>
            </a:r>
          </a:p>
          <a:p>
            <a:pPr lvl="0"/>
            <a:r>
              <a:rPr b="1"/>
              <a:t>P&amp;M Mall</a:t>
            </a:r>
          </a:p>
          <a:p>
            <a:pPr lvl="1"/>
            <a:r>
              <a:rPr/>
              <a:t>Address: Patliputra Industrial Area, Patna, Bihar 800013</a:t>
            </a:r>
          </a:p>
          <a:p>
            <a:pPr lvl="0"/>
            <a:r>
              <a:rPr b="1"/>
              <a:t>Central Mall</a:t>
            </a:r>
          </a:p>
          <a:p>
            <a:pPr lvl="1"/>
            <a:r>
              <a:rPr/>
              <a:t>Address: Frazer Road, Patna, Bihar 800001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Vadodara (Baroda) – Gujarat</a:t>
            </a:r>
          </a:p>
          <a:p>
            <a:pPr lvl="0"/>
            <a:r>
              <a:rPr b="1"/>
              <a:t>Inorbit Mall</a:t>
            </a:r>
          </a:p>
          <a:p>
            <a:pPr lvl="1"/>
            <a:r>
              <a:rPr/>
              <a:t>Address: Gorwa Road, Subhanpura, Vadodara, Gujarat 390007</a:t>
            </a:r>
          </a:p>
          <a:p>
            <a:pPr lvl="0"/>
            <a:r>
              <a:rPr b="1"/>
              <a:t>Centre Square Mall</a:t>
            </a:r>
          </a:p>
          <a:p>
            <a:pPr lvl="1"/>
            <a:r>
              <a:rPr/>
              <a:t>Address: RC Dutt Road, Alkapuri, Vadodara, Gujarat 390005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Ludhiana – Punjab</a:t>
            </a:r>
          </a:p>
          <a:p>
            <a:pPr lvl="0"/>
            <a:r>
              <a:rPr b="1"/>
              <a:t>MBD Neopolis Mall</a:t>
            </a:r>
          </a:p>
          <a:p>
            <a:pPr lvl="1"/>
            <a:r>
              <a:rPr/>
              <a:t>Address: Ferozepur Road, Ludhiana, Punjab 141001</a:t>
            </a:r>
          </a:p>
          <a:p>
            <a:pPr lvl="0"/>
            <a:r>
              <a:rPr b="1"/>
              <a:t>Silver Arc Mall</a:t>
            </a:r>
          </a:p>
          <a:p>
            <a:pPr lvl="1"/>
            <a:r>
              <a:rPr/>
              <a:t>Address: Ferozepur Road, Ludhiana, Punjab 141001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Coimbatore – Tamil Nadu</a:t>
            </a:r>
          </a:p>
          <a:p>
            <a:pPr lvl="0"/>
            <a:r>
              <a:rPr b="1"/>
              <a:t>Brookefields Mall</a:t>
            </a:r>
          </a:p>
          <a:p>
            <a:pPr lvl="1"/>
            <a:r>
              <a:rPr/>
              <a:t>Address: 67–71, Krishnaswamy Road, RS Puram, Coimbatore, Tamil Nadu 641001</a:t>
            </a:r>
          </a:p>
          <a:p>
            <a:pPr lvl="0"/>
            <a:r>
              <a:rPr b="1"/>
              <a:t>Prozone Mall</a:t>
            </a:r>
          </a:p>
          <a:p>
            <a:pPr lvl="1"/>
            <a:r>
              <a:rPr/>
              <a:t>Address: Sathy Rd, Saravanampatty, Coimbatore, Tamil Nadu 641035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Note: Availability of ZX Bank ATMs subject to change. Please check on the ZX Bank Asia mobile app or </a:t>
            </a:r>
            <a:r>
              <a:rPr sz="2000" i="1">
                <a:hlinkClick r:id="rId2"/>
              </a:rPr>
              <a:t>www.zxbank.asia</a:t>
            </a:r>
            <a:r>
              <a:rPr sz="2000" i="1"/>
              <a:t> for the latest locations.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2025-07-30T07:51:06Z</dcterms:created>
  <dcterms:modified xsi:type="dcterms:W3CDTF">2025-07-30T07:51:06Z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