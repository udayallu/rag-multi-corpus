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Branch Network in Chennai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has established a robust banking network within Chennai, providing convenient access to financial services across all key regions of the city: North, South, East, West, and Central Chennai. With a widespread presence, ZX Bank branches cater to the diverse needs of personal, business, and digital banking customers, ensuring seamless service delivery and support throughout the metropolitan area. Below is a comprehensive listing of branches segregated by region, allowing you to easily locate your nearest ZX Bank branch in Chennai.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North Chennai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No. 25, Jawahar Nagar, Perambur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044-24055700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142, MTH Road, Ambattur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044-26262282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50, GNT Road, Madhavaram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044-25901442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 Tollgate, Thiruvottiyur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044-25733399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18A, R.K. Nagar Main Road, Vyasarpadi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044-26715610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 Mint Street, Kondithope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044-25214074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Old No.21, New No.48, Ennore High Road, Ennore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044-25737491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63, Tondiarpet High Road, Tondiarpet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044-25981827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South Chennai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 Velachery Main Road, Velachery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044-22433889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GST Road, Tambaram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044-22360313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31, OMR, Sholinganallur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044-24506334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76, Medavakkam Main Road, Madipakkam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044-22584525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14, Thiruvanmiyur Main Road, Thiruvanmiyur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044-24916308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89, Mount Road, Guindy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044-22342198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23, GST Road, Chromepet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044-22651290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99, East Coast Road, Neelankarai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044-24492241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East Chennai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212, Luz Church Road, Mylapore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044-24994412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56, Dr. Radhakrishnan Salai, Mylapore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044-28112588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11, Royapettah High Road, Royapettah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044-28111062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71, Chamiers Road, Teynampet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044-24337071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205, Santhome High Road, Santhome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044-24987719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33, Besant Avenue, Adyar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044-24414791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85, Eldams Road, Alwarpet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044-24998120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 RK Mutt Road, Mandaveli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044-24938088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West Chennai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385, Arcot Road, Vadapalani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044-23750661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22, Koyambedu Market Road, Koyambedu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044-24795533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 Mugalivakkam Main Road, Porur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044-24866109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170, Poonamallee High Road, Kumananchavadi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044-26274972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14, Jawaharlal Nehru Main Road, Anna Nagar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044-26210389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69, 100 Feet Road, Ashok Nagar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044-24718654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120, Arcot Road, Valasaravakkam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044-24865231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46, Avadi Main Road, Avadi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044-26551785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Central Chennai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10, Nungambakkam High Road, Nungambakkam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044-28278829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40, Egmore High Road, Egmore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044-28191405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92, Mount Road, Teynampet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044-28531754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 Cathedral Road, Gopalapuram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044-28114111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36, Pantheon Road, Egmore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044-28532545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123, Anna Salai, Thousand Lights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044-28294437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21, Greams Road, Thousand Lights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044-28201907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85, College Road, Nungambakkam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044-28270146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2025-07-30T07:51:18Z</dcterms:created>
  <dcterms:modified xsi:type="dcterms:W3CDTF">2025-07-30T07:51:18Z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