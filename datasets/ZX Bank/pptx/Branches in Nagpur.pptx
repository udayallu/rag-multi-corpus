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Branches in Nagpur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Nagpur stands as a key urban and commercial hub in central India, and ZX Bank has strategically established its branch network across the city to support individuals, businesses, and digital-first banking. Customers in Nagpur benefit from well-distributed access to financial services, with branches spanning all cardinal regions—North, South, East, West, and Central Nagpur—ensuring convenience, extended reach, and seamless banking for all residents.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North Nagpur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Shop No. 8-10, Millennium Plaza, Kamptee 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ZXIN0000321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0712-2748821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Plot 15, Gurudev Nagar, Near Rajpeth Chowk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ZXIN0000322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0712-2709858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South Nagpur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Ground Floor, Amar Complex, Manewada Main 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ZXIN0000331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0712-2224911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House No. 98, Hanuman Nagar, Near Balaji Temple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ZXIN0000332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0712-2504777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East Nagpur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Shop No. 5, Heritage Square, Wardhaman Nagar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ZXIN0000341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0712-2651881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West Nagpur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1st Floor, Harmony Towers, Hingna 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ZXIN0000351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0712-2462188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Plot 33, Pratap Nagar Square, Amravati 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ZXIN0000352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0712-2293302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Central Nagpur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104, Dharampeth Extension, Near Law College 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ZXIN0000361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0712-2534110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2025-07-30T07:51:50Z</dcterms:created>
  <dcterms:modified xsi:type="dcterms:W3CDTF">2025-07-30T07:51:50Z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