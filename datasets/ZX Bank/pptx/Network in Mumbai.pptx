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Branch Network in Mumbai</a:t>
            </a:r>
          </a:p>
        </p:txBody>
      </p:sp>
      <p:sp>
        <p:nvSpPr>
          <p:cNvPr id="3" name="Content Placeholder 2"/>
          <p:cNvSpPr>
            <a:spLocks noGrp="1"/>
          </p:cNvSpPr>
          <p:nvPr>
            <p:ph idx="1"/>
          </p:nvPr>
        </p:nvSpPr>
        <p:spPr/>
        <p:txBody>
          <a:bodyPr/>
          <a:lstStyle/>
          <a:p>
            <a:pPr lvl="0" indent="0" marL="0">
              <a:buNone/>
            </a:pPr>
            <a:r>
              <a:rPr/>
              <a:t>Mumbai, as a financial powerhouse of India, is central to ZX Bank’s operations and service delivery. To ensure citywide coverage and facilitate ease of banking, ZX Bank has established a robust presence across all major regions—South, North, East, West, and Central Mumbai. With a network of 34 well-placed branches, customers can access retail, corporate, and digital banking services seamlessly from any part of the metropolis. Each branch is equipped with advanced infrastructure and knowledgeable staff, underlining ZX Bank’s commitment to accessibility, convenience, and quality banking for all Mumbaikars.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Mumbai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Maker Chambers V, Nariman Point, Mumbai 400021</a:t>
                      </a:r>
                    </a:p>
                  </a:txBody>
                </a:tc>
                <a:tc>
                  <a:txBody>
                    <a:bodyPr/>
                    <a:lstStyle/>
                    <a:p>
                      <a:pPr lvl="0" indent="0" marL="0">
                        <a:buNone/>
                      </a:pPr>
                      <a:r>
                        <a:rPr/>
                        <a:t>ZXIN0000101</a:t>
                      </a:r>
                    </a:p>
                  </a:txBody>
                </a:tc>
                <a:tc>
                  <a:txBody>
                    <a:bodyPr/>
                    <a:lstStyle/>
                    <a:p>
                      <a:pPr lvl="0" indent="0" marL="0">
                        <a:buNone/>
                      </a:pPr>
                      <a:r>
                        <a:rPr/>
                        <a:t>022-24510011</a:t>
                      </a:r>
                    </a:p>
                  </a:txBody>
                </a:tc>
              </a:tr>
              <a:tr h="0">
                <a:tc>
                  <a:txBody>
                    <a:bodyPr/>
                    <a:lstStyle/>
                    <a:p>
                      <a:pPr lvl="0" indent="0" marL="0">
                        <a:buNone/>
                      </a:pPr>
                      <a:r>
                        <a:rPr/>
                        <a:t>146, M. G. Road, Fort, Mumbai 400001</a:t>
                      </a:r>
                    </a:p>
                  </a:txBody>
                </a:tc>
                <a:tc>
                  <a:txBody>
                    <a:bodyPr/>
                    <a:lstStyle/>
                    <a:p>
                      <a:pPr lvl="0" indent="0" marL="0">
                        <a:buNone/>
                      </a:pPr>
                      <a:r>
                        <a:rPr/>
                        <a:t>ZXIN0000102</a:t>
                      </a:r>
                    </a:p>
                  </a:txBody>
                </a:tc>
                <a:tc>
                  <a:txBody>
                    <a:bodyPr/>
                    <a:lstStyle/>
                    <a:p>
                      <a:pPr lvl="0" indent="0" marL="0">
                        <a:buNone/>
                      </a:pPr>
                      <a:r>
                        <a:rPr/>
                        <a:t>022-24982255</a:t>
                      </a:r>
                    </a:p>
                  </a:txBody>
                </a:tc>
              </a:tr>
              <a:tr h="0">
                <a:tc>
                  <a:txBody>
                    <a:bodyPr/>
                    <a:lstStyle/>
                    <a:p>
                      <a:pPr lvl="0" indent="0" marL="0">
                        <a:buNone/>
                      </a:pPr>
                      <a:r>
                        <a:rPr/>
                        <a:t>21/23, K. Dubash Marg, Kala Ghoda, Mumbai 400032</a:t>
                      </a:r>
                    </a:p>
                  </a:txBody>
                </a:tc>
                <a:tc>
                  <a:txBody>
                    <a:bodyPr/>
                    <a:lstStyle/>
                    <a:p>
                      <a:pPr lvl="0" indent="0" marL="0">
                        <a:buNone/>
                      </a:pPr>
                      <a:r>
                        <a:rPr/>
                        <a:t>ZXIN0000103</a:t>
                      </a:r>
                    </a:p>
                  </a:txBody>
                </a:tc>
                <a:tc>
                  <a:txBody>
                    <a:bodyPr/>
                    <a:lstStyle/>
                    <a:p>
                      <a:pPr lvl="0" indent="0" marL="0">
                        <a:buNone/>
                      </a:pPr>
                      <a:r>
                        <a:rPr/>
                        <a:t>022-22851122</a:t>
                      </a:r>
                    </a:p>
                  </a:txBody>
                </a:tc>
              </a:tr>
              <a:tr h="0">
                <a:tc>
                  <a:txBody>
                    <a:bodyPr/>
                    <a:lstStyle/>
                    <a:p>
                      <a:pPr lvl="0" indent="0" marL="0">
                        <a:buNone/>
                      </a:pPr>
                      <a:r>
                        <a:rPr/>
                        <a:t>Ballard Estate, Fort, Mumbai 400038</a:t>
                      </a:r>
                    </a:p>
                  </a:txBody>
                </a:tc>
                <a:tc>
                  <a:txBody>
                    <a:bodyPr/>
                    <a:lstStyle/>
                    <a:p>
                      <a:pPr lvl="0" indent="0" marL="0">
                        <a:buNone/>
                      </a:pPr>
                      <a:r>
                        <a:rPr/>
                        <a:t>ZXIN0000104</a:t>
                      </a:r>
                    </a:p>
                  </a:txBody>
                </a:tc>
                <a:tc>
                  <a:txBody>
                    <a:bodyPr/>
                    <a:lstStyle/>
                    <a:p>
                      <a:pPr lvl="0" indent="0" marL="0">
                        <a:buNone/>
                      </a:pPr>
                      <a:r>
                        <a:rPr/>
                        <a:t>022-26269988</a:t>
                      </a:r>
                    </a:p>
                  </a:txBody>
                </a:tc>
              </a:tr>
              <a:tr h="0">
                <a:tc>
                  <a:txBody>
                    <a:bodyPr/>
                    <a:lstStyle/>
                    <a:p>
                      <a:pPr lvl="0" indent="0" marL="0">
                        <a:buNone/>
                      </a:pPr>
                      <a:r>
                        <a:rPr/>
                        <a:t>Ground Floor, Cuffe Parade, Colaba, Mumbai 400005</a:t>
                      </a:r>
                    </a:p>
                  </a:txBody>
                </a:tc>
                <a:tc>
                  <a:txBody>
                    <a:bodyPr/>
                    <a:lstStyle/>
                    <a:p>
                      <a:pPr lvl="0" indent="0" marL="0">
                        <a:buNone/>
                      </a:pPr>
                      <a:r>
                        <a:rPr/>
                        <a:t>ZXIN0000105</a:t>
                      </a:r>
                    </a:p>
                  </a:txBody>
                </a:tc>
                <a:tc>
                  <a:txBody>
                    <a:bodyPr/>
                    <a:lstStyle/>
                    <a:p>
                      <a:pPr lvl="0" indent="0" marL="0">
                        <a:buNone/>
                      </a:pPr>
                      <a:r>
                        <a:rPr/>
                        <a:t>022-22114477</a:t>
                      </a:r>
                    </a:p>
                  </a:txBody>
                </a:tc>
              </a:tr>
              <a:tr h="0">
                <a:tc>
                  <a:txBody>
                    <a:bodyPr/>
                    <a:lstStyle/>
                    <a:p>
                      <a:pPr lvl="0" indent="0" marL="0">
                        <a:buNone/>
                      </a:pPr>
                      <a:r>
                        <a:rPr/>
                        <a:t>117, Marine Drive, Churchgate, Mumbai 400020</a:t>
                      </a:r>
                    </a:p>
                  </a:txBody>
                </a:tc>
                <a:tc>
                  <a:txBody>
                    <a:bodyPr/>
                    <a:lstStyle/>
                    <a:p>
                      <a:pPr lvl="0" indent="0" marL="0">
                        <a:buNone/>
                      </a:pPr>
                      <a:r>
                        <a:rPr/>
                        <a:t>ZXIN0000106</a:t>
                      </a:r>
                    </a:p>
                  </a:txBody>
                </a:tc>
                <a:tc>
                  <a:txBody>
                    <a:bodyPr/>
                    <a:lstStyle/>
                    <a:p>
                      <a:pPr lvl="0" indent="0" marL="0">
                        <a:buNone/>
                      </a:pPr>
                      <a:r>
                        <a:rPr/>
                        <a:t>022-22671199</a:t>
                      </a:r>
                    </a:p>
                  </a:txBody>
                </a:tc>
              </a:tr>
              <a:tr h="0">
                <a:tc>
                  <a:txBody>
                    <a:bodyPr/>
                    <a:lstStyle/>
                    <a:p>
                      <a:pPr lvl="0" indent="0" marL="0">
                        <a:buNone/>
                      </a:pPr>
                      <a:r>
                        <a:rPr/>
                        <a:t>Haji Ali, Tardeo Road, Mumbai 400034</a:t>
                      </a:r>
                    </a:p>
                  </a:txBody>
                </a:tc>
                <a:tc>
                  <a:txBody>
                    <a:bodyPr/>
                    <a:lstStyle/>
                    <a:p>
                      <a:pPr lvl="0" indent="0" marL="0">
                        <a:buNone/>
                      </a:pPr>
                      <a:r>
                        <a:rPr/>
                        <a:t>ZXIN0000107</a:t>
                      </a:r>
                    </a:p>
                  </a:txBody>
                </a:tc>
                <a:tc>
                  <a:txBody>
                    <a:bodyPr/>
                    <a:lstStyle/>
                    <a:p>
                      <a:pPr lvl="0" indent="0" marL="0">
                        <a:buNone/>
                      </a:pPr>
                      <a:r>
                        <a:rPr/>
                        <a:t>022-24880044</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Mumbai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224, Link Road, Malad (West), Mumbai 400064</a:t>
                      </a:r>
                    </a:p>
                  </a:txBody>
                </a:tc>
                <a:tc>
                  <a:txBody>
                    <a:bodyPr/>
                    <a:lstStyle/>
                    <a:p>
                      <a:pPr lvl="0" indent="0" marL="0">
                        <a:buNone/>
                      </a:pPr>
                      <a:r>
                        <a:rPr/>
                        <a:t>ZXIN0000201</a:t>
                      </a:r>
                    </a:p>
                  </a:txBody>
                </a:tc>
                <a:tc>
                  <a:txBody>
                    <a:bodyPr/>
                    <a:lstStyle/>
                    <a:p>
                      <a:pPr lvl="0" indent="0" marL="0">
                        <a:buNone/>
                      </a:pPr>
                      <a:r>
                        <a:rPr/>
                        <a:t>022-28607744</a:t>
                      </a:r>
                    </a:p>
                  </a:txBody>
                </a:tc>
              </a:tr>
              <a:tr h="0">
                <a:tc>
                  <a:txBody>
                    <a:bodyPr/>
                    <a:lstStyle/>
                    <a:p>
                      <a:pPr lvl="0" indent="0" marL="0">
                        <a:buNone/>
                      </a:pPr>
                      <a:r>
                        <a:rPr/>
                        <a:t>Off Highway, Borivali (East), Mumbai 400066</a:t>
                      </a:r>
                    </a:p>
                  </a:txBody>
                </a:tc>
                <a:tc>
                  <a:txBody>
                    <a:bodyPr/>
                    <a:lstStyle/>
                    <a:p>
                      <a:pPr lvl="0" indent="0" marL="0">
                        <a:buNone/>
                      </a:pPr>
                      <a:r>
                        <a:rPr/>
                        <a:t>ZXIN0000202</a:t>
                      </a:r>
                    </a:p>
                  </a:txBody>
                </a:tc>
                <a:tc>
                  <a:txBody>
                    <a:bodyPr/>
                    <a:lstStyle/>
                    <a:p>
                      <a:pPr lvl="0" indent="0" marL="0">
                        <a:buNone/>
                      </a:pPr>
                      <a:r>
                        <a:rPr/>
                        <a:t>022-28953398</a:t>
                      </a:r>
                    </a:p>
                  </a:txBody>
                </a:tc>
              </a:tr>
              <a:tr h="0">
                <a:tc>
                  <a:txBody>
                    <a:bodyPr/>
                    <a:lstStyle/>
                    <a:p>
                      <a:pPr lvl="0" indent="0" marL="0">
                        <a:buNone/>
                      </a:pPr>
                      <a:r>
                        <a:rPr/>
                        <a:t>Sai Complex, Mira Road (East), Mumbai 401107</a:t>
                      </a:r>
                    </a:p>
                  </a:txBody>
                </a:tc>
                <a:tc>
                  <a:txBody>
                    <a:bodyPr/>
                    <a:lstStyle/>
                    <a:p>
                      <a:pPr lvl="0" indent="0" marL="0">
                        <a:buNone/>
                      </a:pPr>
                      <a:r>
                        <a:rPr/>
                        <a:t>ZXIN0000203</a:t>
                      </a:r>
                    </a:p>
                  </a:txBody>
                </a:tc>
                <a:tc>
                  <a:txBody>
                    <a:bodyPr/>
                    <a:lstStyle/>
                    <a:p>
                      <a:pPr lvl="0" indent="0" marL="0">
                        <a:buNone/>
                      </a:pPr>
                      <a:r>
                        <a:rPr/>
                        <a:t>022-28121234</a:t>
                      </a:r>
                    </a:p>
                  </a:txBody>
                </a:tc>
              </a:tr>
              <a:tr h="0">
                <a:tc>
                  <a:txBody>
                    <a:bodyPr/>
                    <a:lstStyle/>
                    <a:p>
                      <a:pPr lvl="0" indent="0" marL="0">
                        <a:buNone/>
                      </a:pPr>
                      <a:r>
                        <a:rPr/>
                        <a:t>Shanti Nagar, Dahisar (East), Mumbai 400068</a:t>
                      </a:r>
                    </a:p>
                  </a:txBody>
                </a:tc>
                <a:tc>
                  <a:txBody>
                    <a:bodyPr/>
                    <a:lstStyle/>
                    <a:p>
                      <a:pPr lvl="0" indent="0" marL="0">
                        <a:buNone/>
                      </a:pPr>
                      <a:r>
                        <a:rPr/>
                        <a:t>ZXIN0000204</a:t>
                      </a:r>
                    </a:p>
                  </a:txBody>
                </a:tc>
                <a:tc>
                  <a:txBody>
                    <a:bodyPr/>
                    <a:lstStyle/>
                    <a:p>
                      <a:pPr lvl="0" indent="0" marL="0">
                        <a:buNone/>
                      </a:pPr>
                      <a:r>
                        <a:rPr/>
                        <a:t>022-28988810</a:t>
                      </a:r>
                    </a:p>
                  </a:txBody>
                </a:tc>
              </a:tr>
              <a:tr h="0">
                <a:tc>
                  <a:txBody>
                    <a:bodyPr/>
                    <a:lstStyle/>
                    <a:p>
                      <a:pPr lvl="0" indent="0" marL="0">
                        <a:buNone/>
                      </a:pPr>
                      <a:r>
                        <a:rPr/>
                        <a:t>Western Express Hwy, Kandivali (East), 400101</a:t>
                      </a:r>
                    </a:p>
                  </a:txBody>
                </a:tc>
                <a:tc>
                  <a:txBody>
                    <a:bodyPr/>
                    <a:lstStyle/>
                    <a:p>
                      <a:pPr lvl="0" indent="0" marL="0">
                        <a:buNone/>
                      </a:pPr>
                      <a:r>
                        <a:rPr/>
                        <a:t>ZXIN0000205</a:t>
                      </a:r>
                    </a:p>
                  </a:txBody>
                </a:tc>
                <a:tc>
                  <a:txBody>
                    <a:bodyPr/>
                    <a:lstStyle/>
                    <a:p>
                      <a:pPr lvl="0" indent="0" marL="0">
                        <a:buNone/>
                      </a:pPr>
                      <a:r>
                        <a:rPr/>
                        <a:t>022-28056742</a:t>
                      </a:r>
                    </a:p>
                  </a:txBody>
                </a:tc>
              </a:tr>
              <a:tr h="0">
                <a:tc>
                  <a:txBody>
                    <a:bodyPr/>
                    <a:lstStyle/>
                    <a:p>
                      <a:pPr lvl="0" indent="0" marL="0">
                        <a:buNone/>
                      </a:pPr>
                      <a:r>
                        <a:rPr/>
                        <a:t>45, SV Road, Goregaon (West), Mumbai 400104</a:t>
                      </a:r>
                    </a:p>
                  </a:txBody>
                </a:tc>
                <a:tc>
                  <a:txBody>
                    <a:bodyPr/>
                    <a:lstStyle/>
                    <a:p>
                      <a:pPr lvl="0" indent="0" marL="0">
                        <a:buNone/>
                      </a:pPr>
                      <a:r>
                        <a:rPr/>
                        <a:t>ZXIN0000206</a:t>
                      </a:r>
                    </a:p>
                  </a:txBody>
                </a:tc>
                <a:tc>
                  <a:txBody>
                    <a:bodyPr/>
                    <a:lstStyle/>
                    <a:p>
                      <a:pPr lvl="0" indent="0" marL="0">
                        <a:buNone/>
                      </a:pPr>
                      <a:r>
                        <a:rPr/>
                        <a:t>022-28792211</a:t>
                      </a:r>
                    </a:p>
                  </a:txBody>
                </a:tc>
              </a:tr>
              <a:tr h="0">
                <a:tc>
                  <a:txBody>
                    <a:bodyPr/>
                    <a:lstStyle/>
                    <a:p>
                      <a:pPr lvl="0" indent="0" marL="0">
                        <a:buNone/>
                      </a:pPr>
                      <a:r>
                        <a:rPr/>
                        <a:t>Chincholi Bunder, Malad (West), Mumbai 400064</a:t>
                      </a:r>
                    </a:p>
                  </a:txBody>
                </a:tc>
                <a:tc>
                  <a:txBody>
                    <a:bodyPr/>
                    <a:lstStyle/>
                    <a:p>
                      <a:pPr lvl="0" indent="0" marL="0">
                        <a:buNone/>
                      </a:pPr>
                      <a:r>
                        <a:rPr/>
                        <a:t>ZXIN0000207</a:t>
                      </a:r>
                    </a:p>
                  </a:txBody>
                </a:tc>
                <a:tc>
                  <a:txBody>
                    <a:bodyPr/>
                    <a:lstStyle/>
                    <a:p>
                      <a:pPr lvl="0" indent="0" marL="0">
                        <a:buNone/>
                      </a:pPr>
                      <a:r>
                        <a:rPr/>
                        <a:t>022-28812255</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Mumbai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192, Chembur Naka, Chembur, Mumbai 400071</a:t>
                      </a:r>
                    </a:p>
                  </a:txBody>
                </a:tc>
                <a:tc>
                  <a:txBody>
                    <a:bodyPr/>
                    <a:lstStyle/>
                    <a:p>
                      <a:pPr lvl="0" indent="0" marL="0">
                        <a:buNone/>
                      </a:pPr>
                      <a:r>
                        <a:rPr/>
                        <a:t>ZXIN0000301</a:t>
                      </a:r>
                    </a:p>
                  </a:txBody>
                </a:tc>
                <a:tc>
                  <a:txBody>
                    <a:bodyPr/>
                    <a:lstStyle/>
                    <a:p>
                      <a:pPr lvl="0" indent="0" marL="0">
                        <a:buNone/>
                      </a:pPr>
                      <a:r>
                        <a:rPr/>
                        <a:t>022-25233412</a:t>
                      </a:r>
                    </a:p>
                  </a:txBody>
                </a:tc>
              </a:tr>
              <a:tr h="0">
                <a:tc>
                  <a:txBody>
                    <a:bodyPr/>
                    <a:lstStyle/>
                    <a:p>
                      <a:pPr lvl="0" indent="0" marL="0">
                        <a:buNone/>
                      </a:pPr>
                      <a:r>
                        <a:rPr/>
                        <a:t>31-A, Ghatkopar East, Mumbai 400075</a:t>
                      </a:r>
                    </a:p>
                  </a:txBody>
                </a:tc>
                <a:tc>
                  <a:txBody>
                    <a:bodyPr/>
                    <a:lstStyle/>
                    <a:p>
                      <a:pPr lvl="0" indent="0" marL="0">
                        <a:buNone/>
                      </a:pPr>
                      <a:r>
                        <a:rPr/>
                        <a:t>ZXIN0000302</a:t>
                      </a:r>
                    </a:p>
                  </a:txBody>
                </a:tc>
                <a:tc>
                  <a:txBody>
                    <a:bodyPr/>
                    <a:lstStyle/>
                    <a:p>
                      <a:pPr lvl="0" indent="0" marL="0">
                        <a:buNone/>
                      </a:pPr>
                      <a:r>
                        <a:rPr/>
                        <a:t>022-25012144</a:t>
                      </a:r>
                    </a:p>
                  </a:txBody>
                </a:tc>
              </a:tr>
              <a:tr h="0">
                <a:tc>
                  <a:txBody>
                    <a:bodyPr/>
                    <a:lstStyle/>
                    <a:p>
                      <a:pPr lvl="0" indent="0" marL="0">
                        <a:buNone/>
                      </a:pPr>
                      <a:r>
                        <a:rPr/>
                        <a:t>Eastern Express Hwy, Vikhroli (East) 400083</a:t>
                      </a:r>
                    </a:p>
                  </a:txBody>
                </a:tc>
                <a:tc>
                  <a:txBody>
                    <a:bodyPr/>
                    <a:lstStyle/>
                    <a:p>
                      <a:pPr lvl="0" indent="0" marL="0">
                        <a:buNone/>
                      </a:pPr>
                      <a:r>
                        <a:rPr/>
                        <a:t>ZXIN0000303</a:t>
                      </a:r>
                    </a:p>
                  </a:txBody>
                </a:tc>
                <a:tc>
                  <a:txBody>
                    <a:bodyPr/>
                    <a:lstStyle/>
                    <a:p>
                      <a:pPr lvl="0" indent="0" marL="0">
                        <a:buNone/>
                      </a:pPr>
                      <a:r>
                        <a:rPr/>
                        <a:t>022-25775689</a:t>
                      </a:r>
                    </a:p>
                  </a:txBody>
                </a:tc>
              </a:tr>
              <a:tr h="0">
                <a:tc>
                  <a:txBody>
                    <a:bodyPr/>
                    <a:lstStyle/>
                    <a:p>
                      <a:pPr lvl="0" indent="0" marL="0">
                        <a:buNone/>
                      </a:pPr>
                      <a:r>
                        <a:rPr/>
                        <a:t>Tagore Nagar, Vikhroli (East), Mumbai 400083</a:t>
                      </a:r>
                    </a:p>
                  </a:txBody>
                </a:tc>
                <a:tc>
                  <a:txBody>
                    <a:bodyPr/>
                    <a:lstStyle/>
                    <a:p>
                      <a:pPr lvl="0" indent="0" marL="0">
                        <a:buNone/>
                      </a:pPr>
                      <a:r>
                        <a:rPr/>
                        <a:t>ZXIN0000304</a:t>
                      </a:r>
                    </a:p>
                  </a:txBody>
                </a:tc>
                <a:tc>
                  <a:txBody>
                    <a:bodyPr/>
                    <a:lstStyle/>
                    <a:p>
                      <a:pPr lvl="0" indent="0" marL="0">
                        <a:buNone/>
                      </a:pPr>
                      <a:r>
                        <a:rPr/>
                        <a:t>022-25968899</a:t>
                      </a:r>
                    </a:p>
                  </a:txBody>
                </a:tc>
              </a:tr>
              <a:tr h="0">
                <a:tc>
                  <a:txBody>
                    <a:bodyPr/>
                    <a:lstStyle/>
                    <a:p>
                      <a:pPr lvl="0" indent="0" marL="0">
                        <a:buNone/>
                      </a:pPr>
                      <a:r>
                        <a:rPr/>
                        <a:t>199, Pant Nagar, Ghatkopar (East), Mumbai 400075</a:t>
                      </a:r>
                    </a:p>
                  </a:txBody>
                </a:tc>
                <a:tc>
                  <a:txBody>
                    <a:bodyPr/>
                    <a:lstStyle/>
                    <a:p>
                      <a:pPr lvl="0" indent="0" marL="0">
                        <a:buNone/>
                      </a:pPr>
                      <a:r>
                        <a:rPr/>
                        <a:t>ZXIN0000305</a:t>
                      </a:r>
                    </a:p>
                  </a:txBody>
                </a:tc>
                <a:tc>
                  <a:txBody>
                    <a:bodyPr/>
                    <a:lstStyle/>
                    <a:p>
                      <a:pPr lvl="0" indent="0" marL="0">
                        <a:buNone/>
                      </a:pPr>
                      <a:r>
                        <a:rPr/>
                        <a:t>022-25051199</a:t>
                      </a:r>
                    </a:p>
                  </a:txBody>
                </a:tc>
              </a:tr>
              <a:tr h="0">
                <a:tc>
                  <a:txBody>
                    <a:bodyPr/>
                    <a:lstStyle/>
                    <a:p>
                      <a:pPr lvl="0" indent="0" marL="0">
                        <a:buNone/>
                      </a:pPr>
                      <a:r>
                        <a:rPr/>
                        <a:t>Amar Mahal, Ghatkopar Link Rd, Chembur 400089</a:t>
                      </a:r>
                    </a:p>
                  </a:txBody>
                </a:tc>
                <a:tc>
                  <a:txBody>
                    <a:bodyPr/>
                    <a:lstStyle/>
                    <a:p>
                      <a:pPr lvl="0" indent="0" marL="0">
                        <a:buNone/>
                      </a:pPr>
                      <a:r>
                        <a:rPr/>
                        <a:t>ZXIN0000306</a:t>
                      </a:r>
                    </a:p>
                  </a:txBody>
                </a:tc>
                <a:tc>
                  <a:txBody>
                    <a:bodyPr/>
                    <a:lstStyle/>
                    <a:p>
                      <a:pPr lvl="0" indent="0" marL="0">
                        <a:buNone/>
                      </a:pPr>
                      <a:r>
                        <a:rPr/>
                        <a:t>022-25270033</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Mumbai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101, Juhu Tara Road, Santacruz (West), Mumbai 400049</a:t>
                      </a:r>
                    </a:p>
                  </a:txBody>
                </a:tc>
                <a:tc>
                  <a:txBody>
                    <a:bodyPr/>
                    <a:lstStyle/>
                    <a:p>
                      <a:pPr lvl="0" indent="0" marL="0">
                        <a:buNone/>
                      </a:pPr>
                      <a:r>
                        <a:rPr/>
                        <a:t>ZXIN0000401</a:t>
                      </a:r>
                    </a:p>
                  </a:txBody>
                </a:tc>
                <a:tc>
                  <a:txBody>
                    <a:bodyPr/>
                    <a:lstStyle/>
                    <a:p>
                      <a:pPr lvl="0" indent="0" marL="0">
                        <a:buNone/>
                      </a:pPr>
                      <a:r>
                        <a:rPr/>
                        <a:t>022-26605510</a:t>
                      </a:r>
                    </a:p>
                  </a:txBody>
                </a:tc>
              </a:tr>
              <a:tr h="0">
                <a:tc>
                  <a:txBody>
                    <a:bodyPr/>
                    <a:lstStyle/>
                    <a:p>
                      <a:pPr lvl="0" indent="0" marL="0">
                        <a:buNone/>
                      </a:pPr>
                      <a:r>
                        <a:rPr/>
                        <a:t>501, SV Road, Andheri (West), Mumbai 400058</a:t>
                      </a:r>
                    </a:p>
                  </a:txBody>
                </a:tc>
                <a:tc>
                  <a:txBody>
                    <a:bodyPr/>
                    <a:lstStyle/>
                    <a:p>
                      <a:pPr lvl="0" indent="0" marL="0">
                        <a:buNone/>
                      </a:pPr>
                      <a:r>
                        <a:rPr/>
                        <a:t>ZXIN0000402</a:t>
                      </a:r>
                    </a:p>
                  </a:txBody>
                </a:tc>
                <a:tc>
                  <a:txBody>
                    <a:bodyPr/>
                    <a:lstStyle/>
                    <a:p>
                      <a:pPr lvl="0" indent="0" marL="0">
                        <a:buNone/>
                      </a:pPr>
                      <a:r>
                        <a:rPr/>
                        <a:t>022-26773355</a:t>
                      </a:r>
                    </a:p>
                  </a:txBody>
                </a:tc>
              </a:tr>
              <a:tr h="0">
                <a:tc>
                  <a:txBody>
                    <a:bodyPr/>
                    <a:lstStyle/>
                    <a:p>
                      <a:pPr lvl="0" indent="0" marL="0">
                        <a:buNone/>
                      </a:pPr>
                      <a:r>
                        <a:rPr/>
                        <a:t>Carter Road, Bandra (West), Mumbai 400050</a:t>
                      </a:r>
                    </a:p>
                  </a:txBody>
                </a:tc>
                <a:tc>
                  <a:txBody>
                    <a:bodyPr/>
                    <a:lstStyle/>
                    <a:p>
                      <a:pPr lvl="0" indent="0" marL="0">
                        <a:buNone/>
                      </a:pPr>
                      <a:r>
                        <a:rPr/>
                        <a:t>ZXIN0000403</a:t>
                      </a:r>
                    </a:p>
                  </a:txBody>
                </a:tc>
                <a:tc>
                  <a:txBody>
                    <a:bodyPr/>
                    <a:lstStyle/>
                    <a:p>
                      <a:pPr lvl="0" indent="0" marL="0">
                        <a:buNone/>
                      </a:pPr>
                      <a:r>
                        <a:rPr/>
                        <a:t>022-26487577</a:t>
                      </a:r>
                    </a:p>
                  </a:txBody>
                </a:tc>
              </a:tr>
              <a:tr h="0">
                <a:tc>
                  <a:txBody>
                    <a:bodyPr/>
                    <a:lstStyle/>
                    <a:p>
                      <a:pPr lvl="0" indent="0" marL="0">
                        <a:buNone/>
                      </a:pPr>
                      <a:r>
                        <a:rPr/>
                        <a:t>Lokhandwala Complex, Andheri (West), Mumbai 400053</a:t>
                      </a:r>
                    </a:p>
                  </a:txBody>
                </a:tc>
                <a:tc>
                  <a:txBody>
                    <a:bodyPr/>
                    <a:lstStyle/>
                    <a:p>
                      <a:pPr lvl="0" indent="0" marL="0">
                        <a:buNone/>
                      </a:pPr>
                      <a:r>
                        <a:rPr/>
                        <a:t>ZXIN0000404</a:t>
                      </a:r>
                    </a:p>
                  </a:txBody>
                </a:tc>
                <a:tc>
                  <a:txBody>
                    <a:bodyPr/>
                    <a:lstStyle/>
                    <a:p>
                      <a:pPr lvl="0" indent="0" marL="0">
                        <a:buNone/>
                      </a:pPr>
                      <a:r>
                        <a:rPr/>
                        <a:t>022-26361188</a:t>
                      </a:r>
                    </a:p>
                  </a:txBody>
                </a:tc>
              </a:tr>
              <a:tr h="0">
                <a:tc>
                  <a:txBody>
                    <a:bodyPr/>
                    <a:lstStyle/>
                    <a:p>
                      <a:pPr lvl="0" indent="0" marL="0">
                        <a:buNone/>
                      </a:pPr>
                      <a:r>
                        <a:rPr/>
                        <a:t>Oshiwara, Jogeshwari (West), Mumbai 400102</a:t>
                      </a:r>
                    </a:p>
                  </a:txBody>
                </a:tc>
                <a:tc>
                  <a:txBody>
                    <a:bodyPr/>
                    <a:lstStyle/>
                    <a:p>
                      <a:pPr lvl="0" indent="0" marL="0">
                        <a:buNone/>
                      </a:pPr>
                      <a:r>
                        <a:rPr/>
                        <a:t>ZXIN0000405</a:t>
                      </a:r>
                    </a:p>
                  </a:txBody>
                </a:tc>
                <a:tc>
                  <a:txBody>
                    <a:bodyPr/>
                    <a:lstStyle/>
                    <a:p>
                      <a:pPr lvl="0" indent="0" marL="0">
                        <a:buNone/>
                      </a:pPr>
                      <a:r>
                        <a:rPr/>
                        <a:t>022-28756612</a:t>
                      </a:r>
                    </a:p>
                  </a:txBody>
                </a:tc>
              </a:tr>
              <a:tr h="0">
                <a:tc>
                  <a:txBody>
                    <a:bodyPr/>
                    <a:lstStyle/>
                    <a:p>
                      <a:pPr lvl="0" indent="0" marL="0">
                        <a:buNone/>
                      </a:pPr>
                      <a:r>
                        <a:rPr/>
                        <a:t>Yari Road, Versova, Andheri (West), Mumbai 400061</a:t>
                      </a:r>
                    </a:p>
                  </a:txBody>
                </a:tc>
                <a:tc>
                  <a:txBody>
                    <a:bodyPr/>
                    <a:lstStyle/>
                    <a:p>
                      <a:pPr lvl="0" indent="0" marL="0">
                        <a:buNone/>
                      </a:pPr>
                      <a:r>
                        <a:rPr/>
                        <a:t>ZXIN0000406</a:t>
                      </a:r>
                    </a:p>
                  </a:txBody>
                </a:tc>
                <a:tc>
                  <a:txBody>
                    <a:bodyPr/>
                    <a:lstStyle/>
                    <a:p>
                      <a:pPr lvl="0" indent="0" marL="0">
                        <a:buNone/>
                      </a:pPr>
                      <a:r>
                        <a:rPr/>
                        <a:t>022-26338891</a:t>
                      </a:r>
                    </a:p>
                  </a:txBody>
                </a:tc>
              </a:tr>
              <a:tr h="0">
                <a:tc>
                  <a:txBody>
                    <a:bodyPr/>
                    <a:lstStyle/>
                    <a:p>
                      <a:pPr lvl="0" indent="0" marL="0">
                        <a:buNone/>
                      </a:pPr>
                      <a:r>
                        <a:rPr/>
                        <a:t>S.V. Patel Nagar, Kandivali (West), Mumbai 400067</a:t>
                      </a:r>
                    </a:p>
                  </a:txBody>
                </a:tc>
                <a:tc>
                  <a:txBody>
                    <a:bodyPr/>
                    <a:lstStyle/>
                    <a:p>
                      <a:pPr lvl="0" indent="0" marL="0">
                        <a:buNone/>
                      </a:pPr>
                      <a:r>
                        <a:rPr/>
                        <a:t>ZXIN0000407</a:t>
                      </a:r>
                    </a:p>
                  </a:txBody>
                </a:tc>
                <a:tc>
                  <a:txBody>
                    <a:bodyPr/>
                    <a:lstStyle/>
                    <a:p>
                      <a:pPr lvl="0" indent="0" marL="0">
                        <a:buNone/>
                      </a:pPr>
                      <a:r>
                        <a:rPr/>
                        <a:t>022-28093971</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Mumbai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65, Dr Ambedkar Road, Parel, Mumbai 400012</a:t>
                      </a:r>
                    </a:p>
                  </a:txBody>
                </a:tc>
                <a:tc>
                  <a:txBody>
                    <a:bodyPr/>
                    <a:lstStyle/>
                    <a:p>
                      <a:pPr lvl="0" indent="0" marL="0">
                        <a:buNone/>
                      </a:pPr>
                      <a:r>
                        <a:rPr/>
                        <a:t>ZXIN0000501</a:t>
                      </a:r>
                    </a:p>
                  </a:txBody>
                </a:tc>
                <a:tc>
                  <a:txBody>
                    <a:bodyPr/>
                    <a:lstStyle/>
                    <a:p>
                      <a:pPr lvl="0" indent="0" marL="0">
                        <a:buNone/>
                      </a:pPr>
                      <a:r>
                        <a:rPr/>
                        <a:t>022-24127700</a:t>
                      </a:r>
                    </a:p>
                  </a:txBody>
                </a:tc>
              </a:tr>
              <a:tr h="0">
                <a:tc>
                  <a:txBody>
                    <a:bodyPr/>
                    <a:lstStyle/>
                    <a:p>
                      <a:pPr lvl="0" indent="0" marL="0">
                        <a:buNone/>
                      </a:pPr>
                      <a:r>
                        <a:rPr/>
                        <a:t>Phoenix Mall, Lower Parel, Mumbai 400013</a:t>
                      </a:r>
                    </a:p>
                  </a:txBody>
                </a:tc>
                <a:tc>
                  <a:txBody>
                    <a:bodyPr/>
                    <a:lstStyle/>
                    <a:p>
                      <a:pPr lvl="0" indent="0" marL="0">
                        <a:buNone/>
                      </a:pPr>
                      <a:r>
                        <a:rPr/>
                        <a:t>ZXIN0000502</a:t>
                      </a:r>
                    </a:p>
                  </a:txBody>
                </a:tc>
                <a:tc>
                  <a:txBody>
                    <a:bodyPr/>
                    <a:lstStyle/>
                    <a:p>
                      <a:pPr lvl="0" indent="0" marL="0">
                        <a:buNone/>
                      </a:pPr>
                      <a:r>
                        <a:rPr/>
                        <a:t>022-24905566</a:t>
                      </a:r>
                    </a:p>
                  </a:txBody>
                </a:tc>
              </a:tr>
              <a:tr h="0">
                <a:tc>
                  <a:txBody>
                    <a:bodyPr/>
                    <a:lstStyle/>
                    <a:p>
                      <a:pPr lvl="0" indent="0" marL="0">
                        <a:buNone/>
                      </a:pPr>
                      <a:r>
                        <a:rPr/>
                        <a:t>88, LBS Marg, Kurla (West), Mumbai 400070</a:t>
                      </a:r>
                    </a:p>
                  </a:txBody>
                </a:tc>
                <a:tc>
                  <a:txBody>
                    <a:bodyPr/>
                    <a:lstStyle/>
                    <a:p>
                      <a:pPr lvl="0" indent="0" marL="0">
                        <a:buNone/>
                      </a:pPr>
                      <a:r>
                        <a:rPr/>
                        <a:t>ZXIN0000503</a:t>
                      </a:r>
                    </a:p>
                  </a:txBody>
                </a:tc>
                <a:tc>
                  <a:txBody>
                    <a:bodyPr/>
                    <a:lstStyle/>
                    <a:p>
                      <a:pPr lvl="0" indent="0" marL="0">
                        <a:buNone/>
                      </a:pPr>
                      <a:r>
                        <a:rPr/>
                        <a:t>022-26519990</a:t>
                      </a:r>
                    </a:p>
                  </a:txBody>
                </a:tc>
              </a:tr>
              <a:tr h="0">
                <a:tc>
                  <a:txBody>
                    <a:bodyPr/>
                    <a:lstStyle/>
                    <a:p>
                      <a:pPr lvl="0" indent="0" marL="0">
                        <a:buNone/>
                      </a:pPr>
                      <a:r>
                        <a:rPr/>
                        <a:t>Dadar TT Circle, Dadar (East), Mumbai 400014</a:t>
                      </a:r>
                    </a:p>
                  </a:txBody>
                </a:tc>
                <a:tc>
                  <a:txBody>
                    <a:bodyPr/>
                    <a:lstStyle/>
                    <a:p>
                      <a:pPr lvl="0" indent="0" marL="0">
                        <a:buNone/>
                      </a:pPr>
                      <a:r>
                        <a:rPr/>
                        <a:t>ZXIN0000504</a:t>
                      </a:r>
                    </a:p>
                  </a:txBody>
                </a:tc>
                <a:tc>
                  <a:txBody>
                    <a:bodyPr/>
                    <a:lstStyle/>
                    <a:p>
                      <a:pPr lvl="0" indent="0" marL="0">
                        <a:buNone/>
                      </a:pPr>
                      <a:r>
                        <a:rPr/>
                        <a:t>022-24155322</a:t>
                      </a:r>
                    </a:p>
                  </a:txBody>
                </a:tc>
              </a:tr>
              <a:tr h="0">
                <a:tc>
                  <a:txBody>
                    <a:bodyPr/>
                    <a:lstStyle/>
                    <a:p>
                      <a:pPr lvl="0" indent="0" marL="0">
                        <a:buNone/>
                      </a:pPr>
                      <a:r>
                        <a:rPr/>
                        <a:t>18, Lalbaug Market, Mumbai 400033</a:t>
                      </a:r>
                    </a:p>
                  </a:txBody>
                </a:tc>
                <a:tc>
                  <a:txBody>
                    <a:bodyPr/>
                    <a:lstStyle/>
                    <a:p>
                      <a:pPr lvl="0" indent="0" marL="0">
                        <a:buNone/>
                      </a:pPr>
                      <a:r>
                        <a:rPr/>
                        <a:t>ZXIN0000505</a:t>
                      </a:r>
                    </a:p>
                  </a:txBody>
                </a:tc>
                <a:tc>
                  <a:txBody>
                    <a:bodyPr/>
                    <a:lstStyle/>
                    <a:p>
                      <a:pPr lvl="0" indent="0" marL="0">
                        <a:buNone/>
                      </a:pPr>
                      <a:r>
                        <a:rPr/>
                        <a:t>022-24715586</a:t>
                      </a:r>
                    </a:p>
                  </a:txBody>
                </a:tc>
              </a:tr>
              <a:tr h="0">
                <a:tc>
                  <a:txBody>
                    <a:bodyPr/>
                    <a:lstStyle/>
                    <a:p>
                      <a:pPr lvl="0" indent="0" marL="0">
                        <a:buNone/>
                      </a:pPr>
                      <a:r>
                        <a:rPr/>
                        <a:t>Sion East, Sion Circle, Mumbai 400022</a:t>
                      </a:r>
                    </a:p>
                  </a:txBody>
                </a:tc>
                <a:tc>
                  <a:txBody>
                    <a:bodyPr/>
                    <a:lstStyle/>
                    <a:p>
                      <a:pPr lvl="0" indent="0" marL="0">
                        <a:buNone/>
                      </a:pPr>
                      <a:r>
                        <a:rPr/>
                        <a:t>ZXIN0000506</a:t>
                      </a:r>
                    </a:p>
                  </a:txBody>
                </a:tc>
                <a:tc>
                  <a:txBody>
                    <a:bodyPr/>
                    <a:lstStyle/>
                    <a:p>
                      <a:pPr lvl="0" indent="0" marL="0">
                        <a:buNone/>
                      </a:pPr>
                      <a:r>
                        <a:rPr/>
                        <a:t>022-24035511</a:t>
                      </a:r>
                    </a:p>
                  </a:txBody>
                </a:tc>
              </a:tr>
              <a:tr h="0">
                <a:tc>
                  <a:txBody>
                    <a:bodyPr/>
                    <a:lstStyle/>
                    <a:p>
                      <a:pPr lvl="0" indent="0" marL="0">
                        <a:buNone/>
                      </a:pPr>
                      <a:r>
                        <a:rPr/>
                        <a:t>Matunga (East), Road No 2, Mumbai 400019</a:t>
                      </a:r>
                    </a:p>
                  </a:txBody>
                </a:tc>
                <a:tc>
                  <a:txBody>
                    <a:bodyPr/>
                    <a:lstStyle/>
                    <a:p>
                      <a:pPr lvl="0" indent="0" marL="0">
                        <a:buNone/>
                      </a:pPr>
                      <a:r>
                        <a:rPr/>
                        <a:t>ZXIN0000507</a:t>
                      </a:r>
                    </a:p>
                  </a:txBody>
                </a:tc>
                <a:tc>
                  <a:txBody>
                    <a:bodyPr/>
                    <a:lstStyle/>
                    <a:p>
                      <a:pPr lvl="0" indent="0" marL="0">
                        <a:buNone/>
                      </a:pPr>
                      <a:r>
                        <a:rPr/>
                        <a:t>022-24088909</a:t>
                      </a:r>
                    </a:p>
                  </a:txBody>
                </a:tc>
              </a:tr>
              <a:tr h="0">
                <a:tc>
                  <a:txBody>
                    <a:bodyPr/>
                    <a:lstStyle/>
                    <a:p>
                      <a:pPr lvl="0" indent="0" marL="0">
                        <a:buNone/>
                      </a:pPr>
                      <a:r>
                        <a:rPr/>
                        <a:t>Prabhadevi Road, Prabhadevi, Mumbai 400025</a:t>
                      </a:r>
                    </a:p>
                  </a:txBody>
                </a:tc>
                <a:tc>
                  <a:txBody>
                    <a:bodyPr/>
                    <a:lstStyle/>
                    <a:p>
                      <a:pPr lvl="0" indent="0" marL="0">
                        <a:buNone/>
                      </a:pPr>
                      <a:r>
                        <a:rPr/>
                        <a:t>ZXIN0000508</a:t>
                      </a:r>
                    </a:p>
                  </a:txBody>
                </a:tc>
                <a:tc>
                  <a:txBody>
                    <a:bodyPr/>
                    <a:lstStyle/>
                    <a:p>
                      <a:pPr lvl="0" indent="0" marL="0">
                        <a:buNone/>
                      </a:pPr>
                      <a:r>
                        <a:rPr/>
                        <a:t>022-24214455</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Total Branches Listed:</a:t>
            </a:r>
            <a:r>
              <a:rPr/>
              <a:t> 34 across Mumbai.</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2025-07-30T07:51:26Z</dcterms:created>
  <dcterms:modified xsi:type="dcterms:W3CDTF">2025-07-30T07:51:26Z</dcterms:modified>
</cp:coreProperties>
</file>

<file path=docProps/custom.xml><?xml version="1.0" encoding="utf-8"?>
<Properties xmlns="http://schemas.openxmlformats.org/officeDocument/2006/custom-properties" xmlns:vt="http://schemas.openxmlformats.org/officeDocument/2006/docPropsVTypes"/>
</file>