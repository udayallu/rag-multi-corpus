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ATM Network at Major Parks – India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Mumbai – Maharashtra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Shivaji Park ATM</a:t>
            </a:r>
          </a:p>
          <a:p>
            <a:pPr lvl="1"/>
            <a:r>
              <a:rPr/>
              <a:t>Address: Near Entry Gate, Shivaji Park, Dadar West, Mumbai, 400028</a:t>
            </a:r>
          </a:p>
          <a:p>
            <a:pPr lvl="0" indent="-342900" marL="342900">
              <a:buAutoNum type="arabicPeriod"/>
            </a:pPr>
            <a:r>
              <a:rPr b="1"/>
              <a:t>Jijamata Udyan (Byculla Zoo) ATM</a:t>
            </a:r>
          </a:p>
          <a:p>
            <a:pPr lvl="1"/>
            <a:r>
              <a:rPr/>
              <a:t>Address: Main Entrance, Dr. Babasaheb Ambedkar Road, Byculla East, Mumbai, 400027</a:t>
            </a:r>
          </a:p>
          <a:p>
            <a:pPr lvl="0" indent="-342900" marL="342900">
              <a:buAutoNum type="arabicPeriod"/>
            </a:pPr>
            <a:r>
              <a:rPr b="1"/>
              <a:t>Sanjay Gandhi National Park ATM</a:t>
            </a:r>
          </a:p>
          <a:p>
            <a:pPr lvl="1"/>
            <a:r>
              <a:rPr/>
              <a:t>Address: Main Gate, Borivali East, Mumbai, 400066</a:t>
            </a:r>
          </a:p>
          <a:p>
            <a:pPr lvl="0" indent="-342900" marL="342900">
              <a:buAutoNum type="arabicPeriod"/>
            </a:pPr>
            <a:r>
              <a:rPr b="1"/>
              <a:t>Hanging Gardens ATM</a:t>
            </a:r>
          </a:p>
          <a:p>
            <a:pPr lvl="1"/>
            <a:r>
              <a:rPr/>
              <a:t>Address: Entry Pavilion, Malabar Hill, Mumbai, 400006</a:t>
            </a:r>
          </a:p>
          <a:p>
            <a:pPr lvl="0" indent="-342900" marL="342900">
              <a:buAutoNum type="arabicPeriod"/>
            </a:pPr>
            <a:r>
              <a:rPr b="1"/>
              <a:t>Priyadarshini Park ATM</a:t>
            </a:r>
          </a:p>
          <a:p>
            <a:pPr lvl="1"/>
            <a:r>
              <a:rPr/>
              <a:t>Address: Near Jogging Track, Nepean Sea Road, Mumbai, 400036</a:t>
            </a:r>
          </a:p>
          <a:p>
            <a:pPr lvl="0" indent="-342900" marL="342900">
              <a:buAutoNum type="arabicPeriod"/>
            </a:pPr>
            <a:r>
              <a:rPr b="1"/>
              <a:t>Five Gardens ATM</a:t>
            </a:r>
          </a:p>
          <a:p>
            <a:pPr lvl="1"/>
            <a:r>
              <a:rPr/>
              <a:t>Address: Near Garden 2, Matunga, Mumbai, 400019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Delhi – National Capital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Lodhi Gardens ATM</a:t>
            </a:r>
          </a:p>
          <a:p>
            <a:pPr lvl="1"/>
            <a:r>
              <a:rPr/>
              <a:t>Address: Gate 1, Lodhi Road, New Delhi, 110003</a:t>
            </a:r>
          </a:p>
          <a:p>
            <a:pPr lvl="0" indent="-342900" marL="342900">
              <a:buAutoNum type="arabicPeriod"/>
            </a:pPr>
            <a:r>
              <a:rPr b="1"/>
              <a:t>Deer Park ATM</a:t>
            </a:r>
          </a:p>
          <a:p>
            <a:pPr lvl="1"/>
            <a:r>
              <a:rPr/>
              <a:t>Address: Near Main Entrance, Hauz Khas, New Delhi, 110016</a:t>
            </a:r>
          </a:p>
          <a:p>
            <a:pPr lvl="0" indent="-342900" marL="342900">
              <a:buAutoNum type="arabicPeriod"/>
            </a:pPr>
            <a:r>
              <a:rPr b="1"/>
              <a:t>Nehru Park ATM</a:t>
            </a:r>
          </a:p>
          <a:p>
            <a:pPr lvl="1"/>
            <a:r>
              <a:rPr/>
              <a:t>Address: Vinay Marg Entry, Chanakyapuri, New Delhi, 110021</a:t>
            </a:r>
          </a:p>
          <a:p>
            <a:pPr lvl="0" indent="-342900" marL="342900">
              <a:buAutoNum type="arabicPeriod"/>
            </a:pPr>
            <a:r>
              <a:rPr b="1"/>
              <a:t>Central Park ATM</a:t>
            </a:r>
          </a:p>
          <a:p>
            <a:pPr lvl="1"/>
            <a:r>
              <a:rPr/>
              <a:t>Address: Connaught Place, Rajiv Chowk Metro Exit 4, New Delhi, 110001</a:t>
            </a:r>
          </a:p>
          <a:p>
            <a:pPr lvl="0" indent="-342900" marL="342900">
              <a:buAutoNum type="arabicPeriod"/>
            </a:pPr>
            <a:r>
              <a:rPr b="1"/>
              <a:t>Japanese Park ATM</a:t>
            </a:r>
          </a:p>
          <a:p>
            <a:pPr lvl="1"/>
            <a:r>
              <a:rPr/>
              <a:t>Address: Gate 2, Sector 11, Rohini, New Delhi, 110085</a:t>
            </a:r>
          </a:p>
          <a:p>
            <a:pPr lvl="0" indent="-342900" marL="342900">
              <a:buAutoNum type="arabicPeriod"/>
            </a:pPr>
            <a:r>
              <a:rPr b="1"/>
              <a:t>Indraprastha Park ATM</a:t>
            </a:r>
          </a:p>
          <a:p>
            <a:pPr lvl="1"/>
            <a:r>
              <a:rPr/>
              <a:t>Address: Main Entry, Ring Road, Sarai Kale Khan, New Delhi, 110013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Bangalore (Bengaluru) – Karnataka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Cubbon Park ATM</a:t>
            </a:r>
          </a:p>
          <a:p>
            <a:pPr lvl="1"/>
            <a:r>
              <a:rPr/>
              <a:t>Address: Opp. Vijay Residency, Kasturba Road Entrance, Bengaluru, 560001</a:t>
            </a:r>
          </a:p>
          <a:p>
            <a:pPr lvl="0" indent="-342900" marL="342900">
              <a:buAutoNum type="arabicPeriod"/>
            </a:pPr>
            <a:r>
              <a:rPr b="1"/>
              <a:t>Lalbagh Botanical Garden ATM</a:t>
            </a:r>
          </a:p>
          <a:p>
            <a:pPr lvl="1"/>
            <a:r>
              <a:rPr/>
              <a:t>Address: West Gate, Doddamavalli, Lalbagh Road, Bengaluru, 560004</a:t>
            </a:r>
          </a:p>
          <a:p>
            <a:pPr lvl="0" indent="-342900" marL="342900">
              <a:buAutoNum type="arabicPeriod"/>
            </a:pPr>
            <a:r>
              <a:rPr b="1"/>
              <a:t>JP Park ATM</a:t>
            </a:r>
          </a:p>
          <a:p>
            <a:pPr lvl="1"/>
            <a:r>
              <a:rPr/>
              <a:t>Address: Near Playground, Mathikere, Bengaluru, 560054</a:t>
            </a:r>
          </a:p>
          <a:p>
            <a:pPr lvl="0" indent="-342900" marL="342900">
              <a:buAutoNum type="arabicPeriod"/>
            </a:pPr>
            <a:r>
              <a:rPr b="1"/>
              <a:t>Bannerghatta Biological Park ATM</a:t>
            </a:r>
          </a:p>
          <a:p>
            <a:pPr lvl="1"/>
            <a:r>
              <a:rPr/>
              <a:t>Address: Zoo Entrance, Bannerghatta Road, Bengaluru, 560083</a:t>
            </a:r>
          </a:p>
          <a:p>
            <a:pPr lvl="0" indent="-342900" marL="342900">
              <a:buAutoNum type="arabicPeriod"/>
            </a:pPr>
            <a:r>
              <a:rPr b="1"/>
              <a:t>Freedom Park ATM</a:t>
            </a:r>
          </a:p>
          <a:p>
            <a:pPr lvl="1"/>
            <a:r>
              <a:rPr/>
              <a:t>Address: G.T. Roadside, Seshadri Rd, Gandhi Nagar, Bengaluru, 560009</a:t>
            </a:r>
          </a:p>
          <a:p>
            <a:pPr lvl="0" indent="-342900" marL="342900">
              <a:buAutoNum type="arabicPeriod"/>
            </a:pPr>
            <a:r>
              <a:rPr b="1"/>
              <a:t>Bugle Rock Park ATM</a:t>
            </a:r>
          </a:p>
          <a:p>
            <a:pPr lvl="1"/>
            <a:r>
              <a:rPr/>
              <a:t>Address: Main Entry, N.R. Colony, Basavanagudi, Bengaluru, 560004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Hyderabad – Telangana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Indira Park ATM</a:t>
            </a:r>
          </a:p>
          <a:p>
            <a:pPr lvl="1"/>
            <a:r>
              <a:rPr/>
              <a:t>Address: Main Entrance, Lower Tank Bund Road, Domalguda, Hyderabad, 500029</a:t>
            </a:r>
          </a:p>
          <a:p>
            <a:pPr lvl="0" indent="-342900" marL="342900">
              <a:buAutoNum type="arabicPeriod"/>
            </a:pPr>
            <a:r>
              <a:rPr b="1"/>
              <a:t>KBR National Park ATM</a:t>
            </a:r>
          </a:p>
          <a:p>
            <a:pPr lvl="1"/>
            <a:r>
              <a:rPr/>
              <a:t>Address: Gate 3, Jubilee Hills, Hyderabad, 500034</a:t>
            </a:r>
          </a:p>
          <a:p>
            <a:pPr lvl="0" indent="-342900" marL="342900">
              <a:buAutoNum type="arabicPeriod"/>
            </a:pPr>
            <a:r>
              <a:rPr b="1"/>
              <a:t>Lumbini Park ATM</a:t>
            </a:r>
          </a:p>
          <a:p>
            <a:pPr lvl="1"/>
            <a:r>
              <a:rPr/>
              <a:t>Address: NTR Marg, Hussain Sagar, Hyderabad, 500063</a:t>
            </a:r>
          </a:p>
          <a:p>
            <a:pPr lvl="0" indent="-342900" marL="342900">
              <a:buAutoNum type="arabicPeriod"/>
            </a:pPr>
            <a:r>
              <a:rPr b="1"/>
              <a:t>Sanjeevaiah Park ATM</a:t>
            </a:r>
          </a:p>
          <a:p>
            <a:pPr lvl="1"/>
            <a:r>
              <a:rPr/>
              <a:t>Address: Necklace Road Entry, Hyderabad, 500080</a:t>
            </a:r>
          </a:p>
          <a:p>
            <a:pPr lvl="0" indent="-342900" marL="342900">
              <a:buAutoNum type="arabicPeriod"/>
            </a:pPr>
            <a:r>
              <a:rPr b="1"/>
              <a:t>NTR Gardens ATM</a:t>
            </a:r>
          </a:p>
          <a:p>
            <a:pPr lvl="1"/>
            <a:r>
              <a:rPr/>
              <a:t>Address: Main Entry, NTR Marg, Central Zone, Hyderabad, 500063</a:t>
            </a:r>
          </a:p>
          <a:p>
            <a:pPr lvl="0" indent="-342900" marL="342900">
              <a:buAutoNum type="arabicPeriod"/>
            </a:pPr>
            <a:r>
              <a:rPr b="1"/>
              <a:t>Mir Alam Tank Park ATM</a:t>
            </a:r>
          </a:p>
          <a:p>
            <a:pPr lvl="1"/>
            <a:r>
              <a:rPr/>
              <a:t>Address: Entrance Gate, Bahadurpura, Hyderabad, 500064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Chennai – Tamil Nadu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Semmozhi Poonga ATM</a:t>
            </a:r>
          </a:p>
          <a:p>
            <a:pPr lvl="1"/>
            <a:r>
              <a:rPr/>
              <a:t>Address: Cathedral Road Entrance, Teynampet, Chennai, 600086</a:t>
            </a:r>
          </a:p>
          <a:p>
            <a:pPr lvl="0" indent="-342900" marL="342900">
              <a:buAutoNum type="arabicPeriod"/>
            </a:pPr>
            <a:r>
              <a:rPr b="1"/>
              <a:t>Guindy National Park ATM</a:t>
            </a:r>
          </a:p>
          <a:p>
            <a:pPr lvl="1"/>
            <a:r>
              <a:rPr/>
              <a:t>Address: Near Main Gate, Rangeguindy, Chennai, 600022</a:t>
            </a:r>
          </a:p>
          <a:p>
            <a:pPr lvl="0" indent="-342900" marL="342900">
              <a:buAutoNum type="arabicPeriod"/>
            </a:pPr>
            <a:r>
              <a:rPr b="1"/>
              <a:t>Anna Nagar Tower Park ATM</a:t>
            </a:r>
          </a:p>
          <a:p>
            <a:pPr lvl="1"/>
            <a:r>
              <a:rPr/>
              <a:t>Address: Park Entry, 2nd Ave, Anna Nagar, Chennai, 600040</a:t>
            </a:r>
          </a:p>
          <a:p>
            <a:pPr lvl="0" indent="-342900" marL="342900">
              <a:buAutoNum type="arabicPeriod"/>
            </a:pPr>
            <a:r>
              <a:rPr b="1"/>
              <a:t>Natesan Park ATM</a:t>
            </a:r>
          </a:p>
          <a:p>
            <a:pPr lvl="1"/>
            <a:r>
              <a:rPr/>
              <a:t>Address: North Boag Road, T. Nagar, Chennai, 600017</a:t>
            </a:r>
          </a:p>
          <a:p>
            <a:pPr lvl="0" indent="-342900" marL="342900">
              <a:buAutoNum type="arabicPeriod"/>
            </a:pPr>
            <a:r>
              <a:rPr b="1"/>
              <a:t>Tholkappia Poonga (Adyar Eco Park) ATM</a:t>
            </a:r>
          </a:p>
          <a:p>
            <a:pPr lvl="1"/>
            <a:r>
              <a:rPr/>
              <a:t>Address: Greenways Road Entry, Raja Annamalai Puram, Chennai, 600028</a:t>
            </a:r>
          </a:p>
          <a:p>
            <a:pPr lvl="0" indent="-342900" marL="342900">
              <a:buAutoNum type="arabicPeriod"/>
            </a:pPr>
            <a:r>
              <a:rPr b="1"/>
              <a:t>Chetpet EcoPark ATM</a:t>
            </a:r>
          </a:p>
          <a:p>
            <a:pPr lvl="1"/>
            <a:r>
              <a:rPr/>
              <a:t>Address: Main Entry, Chetpet, Chennai, 600031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Kolkata – West Bengal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Maidan ATM</a:t>
            </a:r>
          </a:p>
          <a:p>
            <a:pPr lvl="1"/>
            <a:r>
              <a:rPr/>
              <a:t>Address: Near Victoria Memorial Gate, Maidan, Kolkata, 700071</a:t>
            </a:r>
          </a:p>
          <a:p>
            <a:pPr lvl="0" indent="-342900" marL="342900">
              <a:buAutoNum type="arabicPeriod"/>
            </a:pPr>
            <a:r>
              <a:rPr b="1"/>
              <a:t>Eco Park ATM</a:t>
            </a:r>
          </a:p>
          <a:p>
            <a:pPr lvl="1"/>
            <a:r>
              <a:rPr/>
              <a:t>Address: Gate 1, Action Area II, New Town, Kolkata, 700156</a:t>
            </a:r>
          </a:p>
          <a:p>
            <a:pPr lvl="0" indent="-342900" marL="342900">
              <a:buAutoNum type="arabicPeriod"/>
            </a:pPr>
            <a:r>
              <a:rPr b="1"/>
              <a:t>Rabindra Sarobar Park ATM</a:t>
            </a:r>
          </a:p>
          <a:p>
            <a:pPr lvl="1"/>
            <a:r>
              <a:rPr/>
              <a:t>Address: Southern Avenue Gate, Lake Gardens, Kolkata, 700029</a:t>
            </a:r>
          </a:p>
          <a:p>
            <a:pPr lvl="0" indent="-342900" marL="342900">
              <a:buAutoNum type="arabicPeriod"/>
            </a:pPr>
            <a:r>
              <a:rPr b="1"/>
              <a:t>Millennium Park ATM</a:t>
            </a:r>
          </a:p>
          <a:p>
            <a:pPr lvl="1"/>
            <a:r>
              <a:rPr/>
              <a:t>Address: Main Entry, Strand Road, Kolkata, 700001</a:t>
            </a:r>
          </a:p>
          <a:p>
            <a:pPr lvl="0" indent="-342900" marL="342900">
              <a:buAutoNum type="arabicPeriod"/>
            </a:pPr>
            <a:r>
              <a:rPr b="1"/>
              <a:t>Deshapriya Park ATM</a:t>
            </a:r>
          </a:p>
          <a:p>
            <a:pPr lvl="1"/>
            <a:r>
              <a:rPr/>
              <a:t>Address: Southern Entry, Ballygunge, Kolkata, 700026</a:t>
            </a:r>
          </a:p>
          <a:p>
            <a:pPr lvl="0" indent="-342900" marL="342900">
              <a:buAutoNum type="arabicPeriod"/>
            </a:pPr>
            <a:r>
              <a:rPr b="1"/>
              <a:t>Hedge Park ATM</a:t>
            </a:r>
          </a:p>
          <a:p>
            <a:pPr lvl="1"/>
            <a:r>
              <a:rPr/>
              <a:t>Address: Saltlake Central Park, Sector I, Kolkata, 700064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Pune – Maharashtra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Shaniwar Wada Garden ATM</a:t>
            </a:r>
          </a:p>
          <a:p>
            <a:pPr lvl="1"/>
            <a:r>
              <a:rPr/>
              <a:t>Address: Main Gate, Shaniwar Peth, Pune, 411030</a:t>
            </a:r>
          </a:p>
          <a:p>
            <a:pPr lvl="0" indent="-342900" marL="342900">
              <a:buAutoNum type="arabicPeriod"/>
            </a:pPr>
            <a:r>
              <a:rPr b="1"/>
              <a:t>Pune-Okayama Friendship Garden ATM</a:t>
            </a:r>
          </a:p>
          <a:p>
            <a:pPr lvl="1"/>
            <a:r>
              <a:rPr/>
              <a:t>Address: Sinhgad Road Entrance, Dattawadi, Pune, 411030</a:t>
            </a:r>
          </a:p>
          <a:p>
            <a:pPr lvl="0" indent="-342900" marL="342900">
              <a:buAutoNum type="arabicPeriod"/>
            </a:pPr>
            <a:r>
              <a:rPr b="1"/>
              <a:t>Empress Botanical Garden ATM</a:t>
            </a:r>
          </a:p>
          <a:p>
            <a:pPr lvl="1"/>
            <a:r>
              <a:rPr/>
              <a:t>Address: Main Entry, Empress Road, Camp, Pune, 411001</a:t>
            </a:r>
          </a:p>
          <a:p>
            <a:pPr lvl="0" indent="-342900" marL="342900">
              <a:buAutoNum type="arabicPeriod"/>
            </a:pPr>
            <a:r>
              <a:rPr b="1"/>
              <a:t>Sarasbaug Garden ATM</a:t>
            </a:r>
          </a:p>
          <a:p>
            <a:pPr lvl="1"/>
            <a:r>
              <a:rPr/>
              <a:t>Address: Main Gate, Sarasbaug, Pune, 411030</a:t>
            </a:r>
          </a:p>
          <a:p>
            <a:pPr lvl="0" indent="-342900" marL="342900">
              <a:buAutoNum type="arabicPeriod"/>
            </a:pPr>
            <a:r>
              <a:rPr b="1"/>
              <a:t>Bund Garden ATM</a:t>
            </a:r>
          </a:p>
          <a:p>
            <a:pPr lvl="1"/>
            <a:r>
              <a:rPr/>
              <a:t>Address: Near Entrance, Fitzgerald Bridge, Sangamvadi, Pune, 411001</a:t>
            </a:r>
          </a:p>
          <a:p>
            <a:pPr lvl="0" indent="-342900" marL="342900">
              <a:buAutoNum type="arabicPeriod"/>
            </a:pPr>
            <a:r>
              <a:rPr b="1"/>
              <a:t>Vetal Tekdi Park ATM</a:t>
            </a:r>
          </a:p>
          <a:p>
            <a:pPr lvl="1"/>
            <a:r>
              <a:rPr/>
              <a:t>Address: Entry Gate, Pashan, Pune, 411038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Ahmedabad – Gujarat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Law Garden ATM</a:t>
            </a:r>
          </a:p>
          <a:p>
            <a:pPr lvl="1"/>
            <a:r>
              <a:rPr/>
              <a:t>Address: Main Entrance, Ellisbridge, Ahmedabad, 380006</a:t>
            </a:r>
          </a:p>
          <a:p>
            <a:pPr lvl="0" indent="-342900" marL="342900">
              <a:buAutoNum type="arabicPeriod"/>
            </a:pPr>
            <a:r>
              <a:rPr b="1"/>
              <a:t>Parimal Garden ATM</a:t>
            </a:r>
          </a:p>
          <a:p>
            <a:pPr lvl="1"/>
            <a:r>
              <a:rPr/>
              <a:t>Address: Entry Gate, Parimal Society, Ahmedabad, 380006</a:t>
            </a:r>
          </a:p>
          <a:p>
            <a:pPr lvl="0" indent="-342900" marL="342900">
              <a:buAutoNum type="arabicPeriod"/>
            </a:pPr>
            <a:r>
              <a:rPr b="1"/>
              <a:t>Kankaria Lake Park ATM</a:t>
            </a:r>
          </a:p>
          <a:p>
            <a:pPr lvl="1"/>
            <a:r>
              <a:rPr/>
              <a:t>Address: Gate 3, Maninagar, Ahmedabad, 380008</a:t>
            </a:r>
          </a:p>
          <a:p>
            <a:pPr lvl="0" indent="-342900" marL="342900">
              <a:buAutoNum type="arabicPeriod"/>
            </a:pPr>
            <a:r>
              <a:rPr b="1"/>
              <a:t>Riverfront Park ATM</a:t>
            </a:r>
          </a:p>
          <a:p>
            <a:pPr lvl="1"/>
            <a:r>
              <a:rPr/>
              <a:t>Address: West Entry, Sabarmati River, Ahmedabad, 380001</a:t>
            </a:r>
          </a:p>
          <a:p>
            <a:pPr lvl="0" indent="-342900" marL="342900">
              <a:buAutoNum type="arabicPeriod"/>
            </a:pPr>
            <a:r>
              <a:rPr b="1"/>
              <a:t>Vastrapur Lake Park ATM</a:t>
            </a:r>
          </a:p>
          <a:p>
            <a:pPr lvl="1"/>
            <a:r>
              <a:rPr/>
              <a:t>Address: Main Gate, Vastrapur, Ahmedabad, 380052</a:t>
            </a:r>
          </a:p>
          <a:p>
            <a:pPr lvl="0" indent="-342900" marL="342900">
              <a:buAutoNum type="arabicPeriod"/>
            </a:pPr>
            <a:r>
              <a:rPr b="1"/>
              <a:t>Sundarvan Nature Discovery Centre ATM</a:t>
            </a:r>
          </a:p>
          <a:p>
            <a:pPr lvl="1"/>
            <a:r>
              <a:rPr/>
              <a:t>Address: Main Entrance, Satellite, Ahmedabad, 380015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Surat – Gujarat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Gopi Talav Park ATM</a:t>
            </a:r>
          </a:p>
          <a:p>
            <a:pPr lvl="1"/>
            <a:r>
              <a:rPr/>
              <a:t>Address: Entry Plaza, Rustampura, Surat, 395002</a:t>
            </a:r>
          </a:p>
          <a:p>
            <a:pPr lvl="0" indent="-342900" marL="342900">
              <a:buAutoNum type="arabicPeriod"/>
            </a:pPr>
            <a:r>
              <a:rPr b="1"/>
              <a:t>Sarthana Nature Park ATM</a:t>
            </a:r>
          </a:p>
          <a:p>
            <a:pPr lvl="1"/>
            <a:r>
              <a:rPr/>
              <a:t>Address: Main Gate, Sarthana Jakatnaka, Surat, 395006</a:t>
            </a:r>
          </a:p>
          <a:p>
            <a:pPr lvl="0" indent="-342900" marL="342900">
              <a:buAutoNum type="arabicPeriod"/>
            </a:pPr>
            <a:r>
              <a:rPr b="1"/>
              <a:t>VR Mall Garden ATM</a:t>
            </a:r>
          </a:p>
          <a:p>
            <a:pPr lvl="1"/>
            <a:r>
              <a:rPr/>
              <a:t>Address: VR Mall Entry, Dumas Road, Magdalla, Surat, 395007</a:t>
            </a:r>
          </a:p>
          <a:p>
            <a:pPr lvl="0" indent="-342900" marL="342900">
              <a:buAutoNum type="arabicPeriod"/>
            </a:pPr>
            <a:r>
              <a:rPr b="1"/>
              <a:t>Indira Gandhi Garden ATM</a:t>
            </a:r>
          </a:p>
          <a:p>
            <a:pPr lvl="1"/>
            <a:r>
              <a:rPr/>
              <a:t>Address: Main Entrance, Athwalines, Surat, 395001</a:t>
            </a:r>
          </a:p>
          <a:p>
            <a:pPr lvl="0" indent="-342900" marL="342900">
              <a:buAutoNum type="arabicPeriod"/>
            </a:pPr>
            <a:r>
              <a:rPr b="1"/>
              <a:t>Science Centre Park ATM</a:t>
            </a:r>
          </a:p>
          <a:p>
            <a:pPr lvl="1"/>
            <a:r>
              <a:rPr/>
              <a:t>Address: City Light Road, Surat, 395007</a:t>
            </a:r>
          </a:p>
          <a:p>
            <a:pPr lvl="0" indent="-342900" marL="342900">
              <a:buAutoNum type="arabicPeriod"/>
            </a:pPr>
            <a:r>
              <a:rPr b="1"/>
              <a:t>Pal Lake Garden ATM</a:t>
            </a:r>
          </a:p>
          <a:p>
            <a:pPr lvl="1"/>
            <a:r>
              <a:rPr/>
              <a:t>Address: Garden Gate, Pal, Surat, 395009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Jaipur – Rajasthan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Central Park ATM</a:t>
            </a:r>
          </a:p>
          <a:p>
            <a:pPr lvl="1"/>
            <a:r>
              <a:rPr/>
              <a:t>Address: Main Gate, Rambagh, Jaipur, 302007</a:t>
            </a:r>
          </a:p>
          <a:p>
            <a:pPr lvl="0" indent="-342900" marL="342900">
              <a:buAutoNum type="arabicPeriod"/>
            </a:pPr>
            <a:r>
              <a:rPr b="1"/>
              <a:t>Jawahar Circle Garden ATM</a:t>
            </a:r>
          </a:p>
          <a:p>
            <a:pPr lvl="1"/>
            <a:r>
              <a:rPr/>
              <a:t>Address: Circle Entrance, Tonk Road, Jaipur, 302017</a:t>
            </a:r>
          </a:p>
          <a:p>
            <a:pPr lvl="0" indent="-342900" marL="342900">
              <a:buAutoNum type="arabicPeriod"/>
            </a:pPr>
            <a:r>
              <a:rPr b="1"/>
              <a:t>Kanak Vrindavan Garden ATM</a:t>
            </a:r>
          </a:p>
          <a:p>
            <a:pPr lvl="1"/>
            <a:r>
              <a:rPr/>
              <a:t>Address: Mahavirji Road, Amer, Jaipur, 302028</a:t>
            </a:r>
          </a:p>
          <a:p>
            <a:pPr lvl="0" indent="-342900" marL="342900">
              <a:buAutoNum type="arabicPeriod"/>
            </a:pPr>
            <a:r>
              <a:rPr b="1"/>
              <a:t>Sisodiya Rani Ka Bagh ATM</a:t>
            </a:r>
          </a:p>
          <a:p>
            <a:pPr lvl="1"/>
            <a:r>
              <a:rPr/>
              <a:t>Address: Agra Road Entrance, Ghat Ki Guni, Jaipur, 302031</a:t>
            </a:r>
          </a:p>
          <a:p>
            <a:pPr lvl="0" indent="-342900" marL="342900">
              <a:buAutoNum type="arabicPeriod"/>
            </a:pPr>
            <a:r>
              <a:rPr b="1"/>
              <a:t>Ram Niwas Garden ATM</a:t>
            </a:r>
          </a:p>
          <a:p>
            <a:pPr lvl="1"/>
            <a:r>
              <a:rPr/>
              <a:t>Address: Albert Hall Entry, MI Road, Jaipur, 302004</a:t>
            </a:r>
          </a:p>
          <a:p>
            <a:pPr lvl="0" indent="-342900" marL="342900">
              <a:buAutoNum type="arabicPeriod"/>
            </a:pPr>
            <a:r>
              <a:rPr b="1"/>
              <a:t>Vidyadhar Garden ATM</a:t>
            </a:r>
          </a:p>
          <a:p>
            <a:pPr lvl="1"/>
            <a:r>
              <a:rPr/>
              <a:t>Address: Main Entry, Ghat Ki Guni, Jaipur, 302031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Lucknow – Uttar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Janeshwar Mishra Park ATM</a:t>
            </a:r>
          </a:p>
          <a:p>
            <a:pPr lvl="1"/>
            <a:r>
              <a:rPr/>
              <a:t>Address: Gate 1, Gomti Nagar, Lucknow, 226010</a:t>
            </a:r>
          </a:p>
          <a:p>
            <a:pPr lvl="0" indent="-342900" marL="342900">
              <a:buAutoNum type="arabicPeriod"/>
            </a:pPr>
            <a:r>
              <a:rPr b="1"/>
              <a:t>Gomti Riverfront Park ATM</a:t>
            </a:r>
          </a:p>
          <a:p>
            <a:pPr lvl="1"/>
            <a:r>
              <a:rPr/>
              <a:t>Address: Main Entrance, Jiamau, Lucknow, 226001</a:t>
            </a:r>
          </a:p>
          <a:p>
            <a:pPr lvl="0" indent="-342900" marL="342900">
              <a:buAutoNum type="arabicPeriod"/>
            </a:pPr>
            <a:r>
              <a:rPr b="1"/>
              <a:t>Ambedkar Park ATM</a:t>
            </a:r>
          </a:p>
          <a:p>
            <a:pPr lvl="1"/>
            <a:r>
              <a:rPr/>
              <a:t>Address: VIP Road Entrance, Gomti Nagar, Lucknow, 226010</a:t>
            </a:r>
          </a:p>
          <a:p>
            <a:pPr lvl="0" indent="-342900" marL="342900">
              <a:buAutoNum type="arabicPeriod"/>
            </a:pPr>
            <a:r>
              <a:rPr b="1"/>
              <a:t>Dr. Ram Manohar Lohia Park ATM</a:t>
            </a:r>
          </a:p>
          <a:p>
            <a:pPr lvl="1"/>
            <a:r>
              <a:rPr/>
              <a:t>Address: Main Gate, Vipin Khand, Lucknow, 226010</a:t>
            </a:r>
          </a:p>
          <a:p>
            <a:pPr lvl="0" indent="-342900" marL="342900">
              <a:buAutoNum type="arabicPeriod"/>
            </a:pPr>
            <a:r>
              <a:rPr b="1"/>
              <a:t>Nawab Wajid Ali Shah Zoological Garden ATM</a:t>
            </a:r>
          </a:p>
          <a:p>
            <a:pPr lvl="1"/>
            <a:r>
              <a:rPr/>
              <a:t>Address: Entry Gate, Hazratganj, Lucknow, 226001</a:t>
            </a:r>
          </a:p>
          <a:p>
            <a:pPr lvl="0" indent="-342900" marL="342900">
              <a:buAutoNum type="arabicPeriod"/>
            </a:pPr>
            <a:r>
              <a:rPr b="1"/>
              <a:t>Lohia Path Park ATM</a:t>
            </a:r>
          </a:p>
          <a:p>
            <a:pPr lvl="1"/>
            <a:r>
              <a:rPr/>
              <a:t>Address: Lohia Path, Vibhuti Khand, Lucknow, 226010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Kanpur – Uttar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Nana Rao Park ATM</a:t>
            </a:r>
          </a:p>
          <a:p>
            <a:pPr lvl="1"/>
            <a:r>
              <a:rPr/>
              <a:t>Address: Main Gate, Mall Road, Cantt, Kanpur, 208001</a:t>
            </a:r>
          </a:p>
          <a:p>
            <a:pPr lvl="0" indent="-342900" marL="342900">
              <a:buAutoNum type="arabicPeriod"/>
            </a:pPr>
            <a:r>
              <a:rPr b="1"/>
              <a:t>Phool Bagh Park ATM</a:t>
            </a:r>
          </a:p>
          <a:p>
            <a:pPr lvl="1"/>
            <a:r>
              <a:rPr/>
              <a:t>Address: Phool Bagh Entry, Mall Rd, Kanpur, 208001</a:t>
            </a:r>
          </a:p>
          <a:p>
            <a:pPr lvl="0" indent="-342900" marL="342900">
              <a:buAutoNum type="arabicPeriod"/>
            </a:pPr>
            <a:r>
              <a:rPr b="1"/>
              <a:t>Moti Jheel Park ATM</a:t>
            </a:r>
          </a:p>
          <a:p>
            <a:pPr lvl="1"/>
            <a:r>
              <a:rPr/>
              <a:t>Address: Moti Jheel Entrance, Harsh Nagar, Kanpur, 208001</a:t>
            </a:r>
          </a:p>
          <a:p>
            <a:pPr lvl="0" indent="-342900" marL="342900">
              <a:buAutoNum type="arabicPeriod"/>
            </a:pPr>
            <a:r>
              <a:rPr b="1"/>
              <a:t>JK Temple Garden ATM</a:t>
            </a:r>
          </a:p>
          <a:p>
            <a:pPr lvl="1"/>
            <a:r>
              <a:rPr/>
              <a:t>Address: Temple Entry, Govind Nagar, Kanpur, 208006</a:t>
            </a:r>
          </a:p>
          <a:p>
            <a:pPr lvl="0" indent="-342900" marL="342900">
              <a:buAutoNum type="arabicPeriod"/>
            </a:pPr>
            <a:r>
              <a:rPr b="1"/>
              <a:t>Kamala Retreat Park ATM</a:t>
            </a:r>
          </a:p>
          <a:p>
            <a:pPr lvl="1"/>
            <a:r>
              <a:rPr/>
              <a:t>Address: Kamala Tower Entry, Civil Lines, Kanpur, 208001</a:t>
            </a:r>
          </a:p>
          <a:p>
            <a:pPr lvl="0" indent="-342900" marL="342900">
              <a:buAutoNum type="arabicPeriod"/>
            </a:pPr>
            <a:r>
              <a:rPr b="1"/>
              <a:t>Maheshwari Park ATM</a:t>
            </a:r>
          </a:p>
          <a:p>
            <a:pPr lvl="1"/>
            <a:r>
              <a:rPr/>
              <a:t>Address: Park Gate, Kidwai Nagar, Kanpur, 208011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Nagpur – Maharashtra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Ambazari Lake Garden ATM</a:t>
            </a:r>
          </a:p>
          <a:p>
            <a:pPr lvl="1"/>
            <a:r>
              <a:rPr/>
              <a:t>Address: Main Entrance, Ambazari Road, Nagpur, 440033</a:t>
            </a:r>
          </a:p>
          <a:p>
            <a:pPr lvl="0" indent="-342900" marL="342900">
              <a:buAutoNum type="arabicPeriod"/>
            </a:pPr>
            <a:r>
              <a:rPr b="1"/>
              <a:t>Futala Lake Park ATM</a:t>
            </a:r>
          </a:p>
          <a:p>
            <a:pPr lvl="1"/>
            <a:r>
              <a:rPr/>
              <a:t>Address: Lake View Entry, Vayusena Nagar, Nagpur, 440001</a:t>
            </a:r>
          </a:p>
          <a:p>
            <a:pPr lvl="0" indent="-342900" marL="342900">
              <a:buAutoNum type="arabicPeriod"/>
            </a:pPr>
            <a:r>
              <a:rPr b="1"/>
              <a:t>Japanese Rose Garden ATM</a:t>
            </a:r>
          </a:p>
          <a:p>
            <a:pPr lvl="1"/>
            <a:r>
              <a:rPr/>
              <a:t>Address: North Entry, Civil Lines, Nagpur, 440001</a:t>
            </a:r>
          </a:p>
          <a:p>
            <a:pPr lvl="0" indent="-342900" marL="342900">
              <a:buAutoNum type="arabicPeriod"/>
            </a:pPr>
            <a:r>
              <a:rPr b="1"/>
              <a:t>Sambhaji Park ATM</a:t>
            </a:r>
          </a:p>
          <a:p>
            <a:pPr lvl="1"/>
            <a:r>
              <a:rPr/>
              <a:t>Address: Residency Road, Mohan Nagar, Nagpur, 440001</a:t>
            </a:r>
          </a:p>
          <a:p>
            <a:pPr lvl="0" indent="-342900" marL="342900">
              <a:buAutoNum type="arabicPeriod"/>
            </a:pPr>
            <a:r>
              <a:rPr b="1"/>
              <a:t>Telankhedi Garden ATM</a:t>
            </a:r>
          </a:p>
          <a:p>
            <a:pPr lvl="1"/>
            <a:r>
              <a:rPr/>
              <a:t>Address: Lake Side Entry, Telankhedi, Nagpur, 440001</a:t>
            </a:r>
          </a:p>
          <a:p>
            <a:pPr lvl="0" indent="-342900" marL="342900">
              <a:buAutoNum type="arabicPeriod"/>
            </a:pPr>
            <a:r>
              <a:rPr b="1"/>
              <a:t>Children’s Traffic Park ATM</a:t>
            </a:r>
          </a:p>
          <a:p>
            <a:pPr lvl="1"/>
            <a:r>
              <a:rPr/>
              <a:t>Address: Dharampeth, Nagpur, 440010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Indore – Madhya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Pipliyapala Regional Park ATM</a:t>
            </a:r>
          </a:p>
          <a:p>
            <a:pPr lvl="1"/>
            <a:r>
              <a:rPr/>
              <a:t>Address: Main Entrance, Pipliyapala, Indore, 452001</a:t>
            </a:r>
          </a:p>
          <a:p>
            <a:pPr lvl="0" indent="-342900" marL="342900">
              <a:buAutoNum type="arabicPeriod"/>
            </a:pPr>
            <a:r>
              <a:rPr b="1"/>
              <a:t>Meghdoot Garden ATM</a:t>
            </a:r>
          </a:p>
          <a:p>
            <a:pPr lvl="1"/>
            <a:r>
              <a:rPr/>
              <a:t>Address: Garden Entry, Vijay Nagar, Indore, 452010</a:t>
            </a:r>
          </a:p>
          <a:p>
            <a:pPr lvl="0" indent="-342900" marL="342900">
              <a:buAutoNum type="arabicPeriod"/>
            </a:pPr>
            <a:r>
              <a:rPr b="1"/>
              <a:t>Sirpur Lake Park ATM</a:t>
            </a:r>
          </a:p>
          <a:p>
            <a:pPr lvl="1"/>
            <a:r>
              <a:rPr/>
              <a:t>Address: Bird Sanctuary Entry, Sirpur, Indore, 452020</a:t>
            </a:r>
          </a:p>
          <a:p>
            <a:pPr lvl="0" indent="-342900" marL="342900">
              <a:buAutoNum type="arabicPeriod"/>
            </a:pPr>
            <a:r>
              <a:rPr b="1"/>
              <a:t>Nehru Park ATM</a:t>
            </a:r>
          </a:p>
          <a:p>
            <a:pPr lvl="1"/>
            <a:r>
              <a:rPr/>
              <a:t>Address: White Church Road, Indore, 452001</a:t>
            </a:r>
          </a:p>
          <a:p>
            <a:pPr lvl="0" indent="-342900" marL="342900">
              <a:buAutoNum type="arabicPeriod"/>
            </a:pPr>
            <a:r>
              <a:rPr b="1"/>
              <a:t>Gommatgiri Park ATM</a:t>
            </a:r>
          </a:p>
          <a:p>
            <a:pPr lvl="1"/>
            <a:r>
              <a:rPr/>
              <a:t>Address: Main Entry, Airport Road, Indore, 452005</a:t>
            </a:r>
          </a:p>
          <a:p>
            <a:pPr lvl="0" indent="-342900" marL="342900">
              <a:buAutoNum type="arabicPeriod"/>
            </a:pPr>
            <a:r>
              <a:rPr b="1"/>
              <a:t>Chhatri Bagh ATM</a:t>
            </a:r>
          </a:p>
          <a:p>
            <a:pPr lvl="1"/>
            <a:r>
              <a:rPr/>
              <a:t>Address: Main Gate, Navlakha, Indore, 452001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Bhopal – Madhya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Van Vihar National Park ATM</a:t>
            </a:r>
          </a:p>
          <a:p>
            <a:pPr lvl="1"/>
            <a:r>
              <a:rPr/>
              <a:t>Address: Main Gate, Lake View Road, Bhopal, 462003</a:t>
            </a:r>
          </a:p>
          <a:p>
            <a:pPr lvl="0" indent="-342900" marL="342900">
              <a:buAutoNum type="arabicPeriod"/>
            </a:pPr>
            <a:r>
              <a:rPr b="1"/>
              <a:t>Kamla Park ATM</a:t>
            </a:r>
          </a:p>
          <a:p>
            <a:pPr lvl="1"/>
            <a:r>
              <a:rPr/>
              <a:t>Address: VIP Road Side, Prempura, Bhopal, 462003</a:t>
            </a:r>
          </a:p>
          <a:p>
            <a:pPr lvl="0" indent="-342900" marL="342900">
              <a:buAutoNum type="arabicPeriod"/>
            </a:pPr>
            <a:r>
              <a:rPr b="1"/>
              <a:t>Rose Garden ATM</a:t>
            </a:r>
          </a:p>
          <a:p>
            <a:pPr lvl="1"/>
            <a:r>
              <a:rPr/>
              <a:t>Address: Entry Plaza, Shymala Hills, Bhopal, 462002</a:t>
            </a:r>
          </a:p>
          <a:p>
            <a:pPr lvl="0" indent="-342900" marL="342900">
              <a:buAutoNum type="arabicPeriod"/>
            </a:pPr>
            <a:r>
              <a:rPr b="1"/>
              <a:t>Sair Sapata Park ATM</a:t>
            </a:r>
          </a:p>
          <a:p>
            <a:pPr lvl="1"/>
            <a:r>
              <a:rPr/>
              <a:t>Address: Main Entry, Van Vihar Road, Bhopal, 462003</a:t>
            </a:r>
          </a:p>
          <a:p>
            <a:pPr lvl="0" indent="-342900" marL="342900">
              <a:buAutoNum type="arabicPeriod"/>
            </a:pPr>
            <a:r>
              <a:rPr b="1"/>
              <a:t>Kerwa Dam Park ATM</a:t>
            </a:r>
          </a:p>
          <a:p>
            <a:pPr lvl="1"/>
            <a:r>
              <a:rPr/>
              <a:t>Address: Near Forest Park, Mendora, Bhopal, 462001</a:t>
            </a:r>
          </a:p>
          <a:p>
            <a:pPr lvl="0" indent="-342900" marL="342900">
              <a:buAutoNum type="arabicPeriod"/>
            </a:pPr>
            <a:r>
              <a:rPr b="1"/>
              <a:t>Shahpura Lake Garden ATM</a:t>
            </a:r>
          </a:p>
          <a:p>
            <a:pPr lvl="1"/>
            <a:r>
              <a:rPr/>
              <a:t>Address: Main Entrance, Shahpura, Bhopal, 462039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Visakhapatnam – Andhra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Kailasagiri Park ATM</a:t>
            </a:r>
          </a:p>
          <a:p>
            <a:pPr lvl="1"/>
            <a:r>
              <a:rPr/>
              <a:t>Address: Main Entry, Kailasagiri Road, Visakhapatnam, 530043</a:t>
            </a:r>
          </a:p>
          <a:p>
            <a:pPr lvl="0" indent="-342900" marL="342900">
              <a:buAutoNum type="arabicPeriod"/>
            </a:pPr>
            <a:r>
              <a:rPr b="1"/>
              <a:t>VUDA City Central Park ATM</a:t>
            </a:r>
          </a:p>
          <a:p>
            <a:pPr lvl="1"/>
            <a:r>
              <a:rPr/>
              <a:t>Address: Dwaraka Nagar, Visakhapatnam, 530016</a:t>
            </a:r>
          </a:p>
          <a:p>
            <a:pPr lvl="0" indent="-342900" marL="342900">
              <a:buAutoNum type="arabicPeriod"/>
            </a:pPr>
            <a:r>
              <a:rPr b="1"/>
              <a:t>Indira Gandhi Zoological Park ATM</a:t>
            </a:r>
          </a:p>
          <a:p>
            <a:pPr lvl="1"/>
            <a:r>
              <a:rPr/>
              <a:t>Address: Near Main Gate, Kambalakonda, Visakhapatnam, 530041</a:t>
            </a:r>
          </a:p>
          <a:p>
            <a:pPr lvl="0" indent="-342900" marL="342900">
              <a:buAutoNum type="arabicPeriod"/>
            </a:pPr>
            <a:r>
              <a:rPr b="1"/>
              <a:t>Tenneti Park ATM</a:t>
            </a:r>
          </a:p>
          <a:p>
            <a:pPr lvl="1"/>
            <a:r>
              <a:rPr/>
              <a:t>Address: Beach Road Entry, Jodugullapalem, Visakhapatnam, 530017</a:t>
            </a:r>
          </a:p>
          <a:p>
            <a:pPr lvl="0" indent="-342900" marL="342900">
              <a:buAutoNum type="arabicPeriod"/>
            </a:pPr>
            <a:r>
              <a:rPr b="1"/>
              <a:t>Matsyadarshini Aquarium Park ATM</a:t>
            </a:r>
          </a:p>
          <a:p>
            <a:pPr lvl="1"/>
            <a:r>
              <a:rPr/>
              <a:t>Address: RK Beach Road, Visakhapatnam, 530003</a:t>
            </a:r>
          </a:p>
          <a:p>
            <a:pPr lvl="0" indent="-342900" marL="342900">
              <a:buAutoNum type="arabicPeriod"/>
            </a:pPr>
            <a:r>
              <a:rPr b="1"/>
              <a:t>Bheemili Beach Park ATM</a:t>
            </a:r>
          </a:p>
          <a:p>
            <a:pPr lvl="1"/>
            <a:r>
              <a:rPr/>
              <a:t>Address: Main Gate, Bheemunipatnam, Visakhapatnam, 531163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Patna – Bihar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Sanjay Gandhi Biological Park ATM</a:t>
            </a:r>
          </a:p>
          <a:p>
            <a:pPr lvl="1"/>
            <a:r>
              <a:rPr/>
              <a:t>Address: Main Entry, Bailey Road, Patna, 800014</a:t>
            </a:r>
          </a:p>
          <a:p>
            <a:pPr lvl="0" indent="-342900" marL="342900">
              <a:buAutoNum type="arabicPeriod"/>
            </a:pPr>
            <a:r>
              <a:rPr b="1"/>
              <a:t>Eco Park ATM</a:t>
            </a:r>
          </a:p>
          <a:p>
            <a:pPr lvl="1"/>
            <a:r>
              <a:rPr/>
              <a:t>Address: Gate 2, Jawaharlal Nehru Marg, Patna, 800001</a:t>
            </a:r>
          </a:p>
          <a:p>
            <a:pPr lvl="0" indent="-342900" marL="342900">
              <a:buAutoNum type="arabicPeriod"/>
            </a:pPr>
            <a:r>
              <a:rPr b="1"/>
              <a:t>Buddha Smriti Park ATM</a:t>
            </a:r>
          </a:p>
          <a:p>
            <a:pPr lvl="1"/>
            <a:r>
              <a:rPr/>
              <a:t>Address: Frazer Road, Opposite Railway Station, Patna, 800001</a:t>
            </a:r>
          </a:p>
          <a:p>
            <a:pPr lvl="0" indent="-342900" marL="342900">
              <a:buAutoNum type="arabicPeriod"/>
            </a:pPr>
            <a:r>
              <a:rPr b="1"/>
              <a:t>Gandhi Maidan ATM</a:t>
            </a:r>
          </a:p>
          <a:p>
            <a:pPr lvl="1"/>
            <a:r>
              <a:rPr/>
              <a:t>Address: Main Gate, Ashok Rajpath, Patna, 800004</a:t>
            </a:r>
          </a:p>
          <a:p>
            <a:pPr lvl="0" indent="-342900" marL="342900">
              <a:buAutoNum type="arabicPeriod"/>
            </a:pPr>
            <a:r>
              <a:rPr b="1"/>
              <a:t>Rajdhani Vatika Park ATM</a:t>
            </a:r>
          </a:p>
          <a:p>
            <a:pPr lvl="1"/>
            <a:r>
              <a:rPr/>
              <a:t>Address: Main Entry, Kankarbagh, Patna, 800020</a:t>
            </a:r>
          </a:p>
          <a:p>
            <a:pPr lvl="0" indent="-342900" marL="342900">
              <a:buAutoNum type="arabicPeriod"/>
            </a:pPr>
            <a:r>
              <a:rPr b="1"/>
              <a:t>Shahid Pir Ali Park ATM</a:t>
            </a:r>
          </a:p>
          <a:p>
            <a:pPr lvl="1"/>
            <a:r>
              <a:rPr/>
              <a:t>Address: Exhibition Road Entry, Patna, 800001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Vadodara (Baroda) – Gujarat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Sayaji Baug (Kamati Baug) ATM</a:t>
            </a:r>
          </a:p>
          <a:p>
            <a:pPr lvl="1"/>
            <a:r>
              <a:rPr/>
              <a:t>Address: Main Gate, Jawaharlal Nehru Marg, Vadodara, 390001</a:t>
            </a:r>
          </a:p>
          <a:p>
            <a:pPr lvl="0" indent="-342900" marL="342900">
              <a:buAutoNum type="arabicPeriod"/>
            </a:pPr>
            <a:r>
              <a:rPr b="1"/>
              <a:t>Akota Garden ATM</a:t>
            </a:r>
          </a:p>
          <a:p>
            <a:pPr lvl="1"/>
            <a:r>
              <a:rPr/>
              <a:t>Address: Akota Road Entrance, Vadodara, 390020</a:t>
            </a:r>
          </a:p>
          <a:p>
            <a:pPr lvl="0" indent="-342900" marL="342900">
              <a:buAutoNum type="arabicPeriod"/>
            </a:pPr>
            <a:r>
              <a:rPr b="1"/>
              <a:t>Ajwa Garden ATM</a:t>
            </a:r>
          </a:p>
          <a:p>
            <a:pPr lvl="1"/>
            <a:r>
              <a:rPr/>
              <a:t>Address: Ajwa Road Entry, Vadodara, 391510</a:t>
            </a:r>
          </a:p>
          <a:p>
            <a:pPr lvl="0" indent="-342900" marL="342900">
              <a:buAutoNum type="arabicPeriod"/>
            </a:pPr>
            <a:r>
              <a:rPr b="1"/>
              <a:t>Lakshmi Vilas Palace Garden ATM</a:t>
            </a:r>
          </a:p>
          <a:p>
            <a:pPr lvl="1"/>
            <a:r>
              <a:rPr/>
              <a:t>Address: Palace Grounds Entry, Vadodara, 390001</a:t>
            </a:r>
          </a:p>
          <a:p>
            <a:pPr lvl="0" indent="-342900" marL="342900">
              <a:buAutoNum type="arabicPeriod"/>
            </a:pPr>
            <a:r>
              <a:rPr b="1"/>
              <a:t>Gotri Garden ATM</a:t>
            </a:r>
          </a:p>
          <a:p>
            <a:pPr lvl="1"/>
            <a:r>
              <a:rPr/>
              <a:t>Address: Gotri Road, Vadodara, 390021</a:t>
            </a:r>
          </a:p>
          <a:p>
            <a:pPr lvl="0" indent="-342900" marL="342900">
              <a:buAutoNum type="arabicPeriod"/>
            </a:pPr>
            <a:r>
              <a:rPr b="1"/>
              <a:t>Bansal Park ATM</a:t>
            </a:r>
          </a:p>
          <a:p>
            <a:pPr lvl="1"/>
            <a:r>
              <a:rPr/>
              <a:t>Address: Main Gate, Manjalpur, Vadodara, 390011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Ludhiana – Punjab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Nehru Rose Garden ATM</a:t>
            </a:r>
          </a:p>
          <a:p>
            <a:pPr lvl="1"/>
            <a:r>
              <a:rPr/>
              <a:t>Address: Main Entry, Civil Lines, Ludhiana, 141001</a:t>
            </a:r>
          </a:p>
          <a:p>
            <a:pPr lvl="0" indent="-342900" marL="342900">
              <a:buAutoNum type="arabicPeriod"/>
            </a:pPr>
            <a:r>
              <a:rPr b="1"/>
              <a:t>PAU Botanical Garden ATM</a:t>
            </a:r>
          </a:p>
          <a:p>
            <a:pPr lvl="1"/>
            <a:r>
              <a:rPr/>
              <a:t>Address: PAU Campus Entry, Ferozepur Road, Ludhiana, 141004</a:t>
            </a:r>
          </a:p>
          <a:p>
            <a:pPr lvl="0" indent="-342900" marL="342900">
              <a:buAutoNum type="arabicPeriod"/>
            </a:pPr>
            <a:r>
              <a:rPr b="1"/>
              <a:t>Rakh Bagh Park ATM</a:t>
            </a:r>
          </a:p>
          <a:p>
            <a:pPr lvl="1"/>
            <a:r>
              <a:rPr/>
              <a:t>Address: Main Gate, Mall Road, Ludhiana, 141001</a:t>
            </a:r>
          </a:p>
          <a:p>
            <a:pPr lvl="0" indent="-342900" marL="342900">
              <a:buAutoNum type="arabicPeriod"/>
            </a:pPr>
            <a:r>
              <a:rPr b="1"/>
              <a:t>Hardy’s World Park ATM</a:t>
            </a:r>
          </a:p>
          <a:p>
            <a:pPr lvl="1"/>
            <a:r>
              <a:rPr/>
              <a:t>Address: Main Entrance, Ludhiana-Jalandhar G.T. Road, Ludhiana, 141001</a:t>
            </a:r>
          </a:p>
          <a:p>
            <a:pPr lvl="0" indent="-342900" marL="342900">
              <a:buAutoNum type="arabicPeriod"/>
            </a:pPr>
            <a:r>
              <a:rPr b="1"/>
              <a:t>Guru Nanak Bhawan Park ATM</a:t>
            </a:r>
          </a:p>
          <a:p>
            <a:pPr lvl="1"/>
            <a:r>
              <a:rPr/>
              <a:t>Address: Main Entry, Ferozepur Road, Ludhiana, 141001</a:t>
            </a:r>
          </a:p>
          <a:p>
            <a:pPr lvl="0" indent="-342900" marL="342900">
              <a:buAutoNum type="arabicPeriod"/>
            </a:pPr>
            <a:r>
              <a:rPr b="1"/>
              <a:t>Mini Rose Garden ATM</a:t>
            </a:r>
          </a:p>
          <a:p>
            <a:pPr lvl="1"/>
            <a:r>
              <a:rPr/>
              <a:t>Address: Model Town Entry, Ludhiana, 141002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Coimbatore – Tamil Nadu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VOC Park ATM</a:t>
            </a:r>
          </a:p>
          <a:p>
            <a:pPr lvl="1"/>
            <a:r>
              <a:rPr/>
              <a:t>Address: Park Main Gate, Jail Road, Coimbatore, 641018</a:t>
            </a:r>
          </a:p>
          <a:p>
            <a:pPr lvl="0" indent="-342900" marL="342900">
              <a:buAutoNum type="arabicPeriod"/>
            </a:pPr>
            <a:r>
              <a:rPr b="1"/>
              <a:t>Singanallur Lake Eco Park ATM</a:t>
            </a:r>
          </a:p>
          <a:p>
            <a:pPr lvl="1"/>
            <a:r>
              <a:rPr/>
              <a:t>Address: Ring Road Entry, Singanallur, Coimbatore, 641005</a:t>
            </a:r>
          </a:p>
          <a:p>
            <a:pPr lvl="0" indent="-342900" marL="342900">
              <a:buAutoNum type="arabicPeriod"/>
            </a:pPr>
            <a:r>
              <a:rPr b="1"/>
              <a:t>TNAU Botanical Garden ATM</a:t>
            </a:r>
          </a:p>
          <a:p>
            <a:pPr lvl="1"/>
            <a:r>
              <a:rPr/>
              <a:t>Address: Marudhamalai Road Entry, TNAU Campus, Coimbatore, 641003</a:t>
            </a:r>
          </a:p>
          <a:p>
            <a:pPr lvl="0" indent="-342900" marL="342900">
              <a:buAutoNum type="arabicPeriod"/>
            </a:pPr>
            <a:r>
              <a:rPr b="1"/>
              <a:t>Race Course Park ATM</a:t>
            </a:r>
          </a:p>
          <a:p>
            <a:pPr lvl="1"/>
            <a:r>
              <a:rPr/>
              <a:t>Address: Main Gate, Race Course Road, Coimbatore, 641018</a:t>
            </a:r>
          </a:p>
          <a:p>
            <a:pPr lvl="0" indent="-342900" marL="342900">
              <a:buAutoNum type="arabicPeriod"/>
            </a:pPr>
            <a:r>
              <a:rPr b="1"/>
              <a:t>Gandhipuram Children’s Park ATM</a:t>
            </a:r>
          </a:p>
          <a:p>
            <a:pPr lvl="1"/>
            <a:r>
              <a:rPr/>
              <a:t>Address: Near Bus Stand, Gandhipuram, Coimbatore, 641012</a:t>
            </a:r>
          </a:p>
          <a:p>
            <a:pPr lvl="0" indent="-342900" marL="342900">
              <a:buAutoNum type="arabicPeriod"/>
            </a:pPr>
            <a:r>
              <a:rPr b="1"/>
              <a:t>R.S. Puram Lake View Park ATM</a:t>
            </a:r>
          </a:p>
          <a:p>
            <a:pPr lvl="1"/>
            <a:r>
              <a:rPr/>
              <a:t>Address: Main Entrance, R.S. Puram, Coimbatore, 641002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2025-07-30T07:51:38Z</dcterms:created>
  <dcterms:modified xsi:type="dcterms:W3CDTF">2025-07-30T07:51:38Z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