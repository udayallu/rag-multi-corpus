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9" Type="http://schemas.openxmlformats.org/officeDocument/2006/relationships/viewProps" Target="viewProps.xml" /><Relationship Id="rId8" Type="http://schemas.openxmlformats.org/officeDocument/2006/relationships/presProps" Target="presProps.xml" /><Relationship Id="rId1" Type="http://schemas.openxmlformats.org/officeDocument/2006/relationships/slideMaster" Target="slideMasters/slideMaster1.xml" /><Relationship Id="rId11" Type="http://schemas.openxmlformats.org/officeDocument/2006/relationships/tableStyles" Target="tableStyles.xml" /><Relationship Id="rId1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ZX Bank Branch Network in Nepal</a:t>
            </a:r>
          </a:p>
        </p:txBody>
      </p:sp>
      <p:sp>
        <p:nvSpPr>
          <p:cNvPr id="3" name="Content Placeholder 2"/>
          <p:cNvSpPr>
            <a:spLocks noGrp="1"/>
          </p:cNvSpPr>
          <p:nvPr>
            <p:ph idx="1"/>
          </p:nvPr>
        </p:nvSpPr>
        <p:spPr/>
        <p:txBody>
          <a:bodyPr/>
          <a:lstStyle/>
          <a:p>
            <a:pPr lvl="0" indent="0" marL="0">
              <a:buNone/>
            </a:pPr>
            <a:r>
              <a:rPr/>
              <a:t>ZX Bank has established a robust and customer-focused branch network across Nepal, ensuring that both urban and semi-urban populations have easy access to modern banking services. With a strategic focus on digital onboarding, remittance corridors, and personalized service, ZX Bank’s 20 branches are thoughtfully distributed across key provinces. This broad presence enables efficient banking experiences, remittances, and financial inclusion in all major regions of the country.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Province No. 1</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1. Biratnagar Main Road, Biratnagar-9</a:t>
                      </a:r>
                    </a:p>
                  </a:txBody>
                </a:tc>
                <a:tc>
                  <a:txBody>
                    <a:bodyPr/>
                    <a:lstStyle/>
                    <a:p>
                      <a:pPr lvl="0" indent="0" marL="0">
                        <a:buNone/>
                      </a:pPr>
                      <a:r>
                        <a:rPr/>
                        <a:t>ZXIN0001001</a:t>
                      </a:r>
                    </a:p>
                  </a:txBody>
                </a:tc>
                <a:tc>
                  <a:txBody>
                    <a:bodyPr/>
                    <a:lstStyle/>
                    <a:p>
                      <a:pPr lvl="0" indent="0" marL="0">
                        <a:buNone/>
                      </a:pPr>
                      <a:r>
                        <a:rPr/>
                        <a:t>+977-21-570001</a:t>
                      </a:r>
                    </a:p>
                  </a:txBody>
                </a:tc>
              </a:tr>
              <a:tr h="0">
                <a:tc>
                  <a:txBody>
                    <a:bodyPr/>
                    <a:lstStyle/>
                    <a:p>
                      <a:pPr lvl="0" indent="0" marL="0">
                        <a:buNone/>
                      </a:pPr>
                      <a:r>
                        <a:rPr/>
                        <a:t>2. Mechi Highway, Birtamode-3</a:t>
                      </a:r>
                    </a:p>
                  </a:txBody>
                </a:tc>
                <a:tc>
                  <a:txBody>
                    <a:bodyPr/>
                    <a:lstStyle/>
                    <a:p>
                      <a:pPr lvl="0" indent="0" marL="0">
                        <a:buNone/>
                      </a:pPr>
                      <a:r>
                        <a:rPr/>
                        <a:t>ZXIN0001002</a:t>
                      </a:r>
                    </a:p>
                  </a:txBody>
                </a:tc>
                <a:tc>
                  <a:txBody>
                    <a:bodyPr/>
                    <a:lstStyle/>
                    <a:p>
                      <a:pPr lvl="0" indent="0" marL="0">
                        <a:buNone/>
                      </a:pPr>
                      <a:r>
                        <a:rPr/>
                        <a:t>+977-23-530776</a:t>
                      </a:r>
                    </a:p>
                  </a:txBody>
                </a:tc>
              </a:tr>
              <a:tr h="0">
                <a:tc>
                  <a:txBody>
                    <a:bodyPr/>
                    <a:lstStyle/>
                    <a:p>
                      <a:pPr lvl="0" indent="0" marL="0">
                        <a:buNone/>
                      </a:pPr>
                      <a:r>
                        <a:rPr/>
                        <a:t>3. Damak Bazaar, Damak-5, Jhapa</a:t>
                      </a:r>
                    </a:p>
                  </a:txBody>
                </a:tc>
                <a:tc>
                  <a:txBody>
                    <a:bodyPr/>
                    <a:lstStyle/>
                    <a:p>
                      <a:pPr lvl="0" indent="0" marL="0">
                        <a:buNone/>
                      </a:pPr>
                      <a:r>
                        <a:rPr/>
                        <a:t>ZXIN0001003</a:t>
                      </a:r>
                    </a:p>
                  </a:txBody>
                </a:tc>
                <a:tc>
                  <a:txBody>
                    <a:bodyPr/>
                    <a:lstStyle/>
                    <a:p>
                      <a:pPr lvl="0" indent="0" marL="0">
                        <a:buNone/>
                      </a:pPr>
                      <a:r>
                        <a:rPr/>
                        <a:t>+977-23-582334</a:t>
                      </a:r>
                    </a:p>
                  </a:txBody>
                </a:tc>
              </a:tr>
              <a:tr h="0">
                <a:tc>
                  <a:txBody>
                    <a:bodyPr/>
                    <a:lstStyle/>
                    <a:p>
                      <a:pPr lvl="0" indent="0" marL="0">
                        <a:buNone/>
                      </a:pPr>
                      <a:r>
                        <a:rPr/>
                        <a:t>4. Koshi Rajmarg, Itahari-2, Sunsari</a:t>
                      </a:r>
                    </a:p>
                  </a:txBody>
                </a:tc>
                <a:tc>
                  <a:txBody>
                    <a:bodyPr/>
                    <a:lstStyle/>
                    <a:p>
                      <a:pPr lvl="0" indent="0" marL="0">
                        <a:buNone/>
                      </a:pPr>
                      <a:r>
                        <a:rPr/>
                        <a:t>ZXIN0001004</a:t>
                      </a:r>
                    </a:p>
                  </a:txBody>
                </a:tc>
                <a:tc>
                  <a:txBody>
                    <a:bodyPr/>
                    <a:lstStyle/>
                    <a:p>
                      <a:pPr lvl="0" indent="0" marL="0">
                        <a:buNone/>
                      </a:pPr>
                      <a:r>
                        <a:rPr/>
                        <a:t>+977-25-586211</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Madhesh Province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1. Janakpur Road, Janakpur-4</a:t>
                      </a:r>
                    </a:p>
                  </a:txBody>
                </a:tc>
                <a:tc>
                  <a:txBody>
                    <a:bodyPr/>
                    <a:lstStyle/>
                    <a:p>
                      <a:pPr lvl="0" indent="0" marL="0">
                        <a:buNone/>
                      </a:pPr>
                      <a:r>
                        <a:rPr/>
                        <a:t>ZXIN0002001</a:t>
                      </a:r>
                    </a:p>
                  </a:txBody>
                </a:tc>
                <a:tc>
                  <a:txBody>
                    <a:bodyPr/>
                    <a:lstStyle/>
                    <a:p>
                      <a:pPr lvl="0" indent="0" marL="0">
                        <a:buNone/>
                      </a:pPr>
                      <a:r>
                        <a:rPr/>
                        <a:t>+977-41-528992</a:t>
                      </a:r>
                    </a:p>
                  </a:txBody>
                </a:tc>
              </a:tr>
              <a:tr h="0">
                <a:tc>
                  <a:txBody>
                    <a:bodyPr/>
                    <a:lstStyle/>
                    <a:p>
                      <a:pPr lvl="0" indent="0" marL="0">
                        <a:buNone/>
                      </a:pPr>
                      <a:r>
                        <a:rPr/>
                        <a:t>2. Birgunj Chhapkaiya, Birgunj Metropolitan</a:t>
                      </a:r>
                    </a:p>
                  </a:txBody>
                </a:tc>
                <a:tc>
                  <a:txBody>
                    <a:bodyPr/>
                    <a:lstStyle/>
                    <a:p>
                      <a:pPr lvl="0" indent="0" marL="0">
                        <a:buNone/>
                      </a:pPr>
                      <a:r>
                        <a:rPr/>
                        <a:t>ZXIN0002002</a:t>
                      </a:r>
                    </a:p>
                  </a:txBody>
                </a:tc>
                <a:tc>
                  <a:txBody>
                    <a:bodyPr/>
                    <a:lstStyle/>
                    <a:p>
                      <a:pPr lvl="0" indent="0" marL="0">
                        <a:buNone/>
                      </a:pPr>
                      <a:r>
                        <a:rPr/>
                        <a:t>+977-51-533315</a:t>
                      </a:r>
                    </a:p>
                  </a:txBody>
                </a:tc>
              </a:tr>
              <a:tr h="0">
                <a:tc>
                  <a:txBody>
                    <a:bodyPr/>
                    <a:lstStyle/>
                    <a:p>
                      <a:pPr lvl="0" indent="0" marL="0">
                        <a:buNone/>
                      </a:pPr>
                      <a:r>
                        <a:rPr/>
                        <a:t>3. Gaur Chowk, Rautahat</a:t>
                      </a:r>
                    </a:p>
                  </a:txBody>
                </a:tc>
                <a:tc>
                  <a:txBody>
                    <a:bodyPr/>
                    <a:lstStyle/>
                    <a:p>
                      <a:pPr lvl="0" indent="0" marL="0">
                        <a:buNone/>
                      </a:pPr>
                      <a:r>
                        <a:rPr/>
                        <a:t>ZXIN0002003</a:t>
                      </a:r>
                    </a:p>
                  </a:txBody>
                </a:tc>
                <a:tc>
                  <a:txBody>
                    <a:bodyPr/>
                    <a:lstStyle/>
                    <a:p>
                      <a:pPr lvl="0" indent="0" marL="0">
                        <a:buNone/>
                      </a:pPr>
                      <a:r>
                        <a:rPr/>
                        <a:t>+977-55-520705</a:t>
                      </a:r>
                    </a:p>
                  </a:txBody>
                </a:tc>
              </a:tr>
              <a:tr h="0">
                <a:tc>
                  <a:txBody>
                    <a:bodyPr/>
                    <a:lstStyle/>
                    <a:p>
                      <a:pPr lvl="0" indent="0" marL="0">
                        <a:buNone/>
                      </a:pPr>
                      <a:r>
                        <a:rPr/>
                        <a:t>4. Malangwa Main Bazaar, Sarlahi</a:t>
                      </a:r>
                    </a:p>
                  </a:txBody>
                </a:tc>
                <a:tc>
                  <a:txBody>
                    <a:bodyPr/>
                    <a:lstStyle/>
                    <a:p>
                      <a:pPr lvl="0" indent="0" marL="0">
                        <a:buNone/>
                      </a:pPr>
                      <a:r>
                        <a:rPr/>
                        <a:t>ZXIN0002004</a:t>
                      </a:r>
                    </a:p>
                  </a:txBody>
                </a:tc>
                <a:tc>
                  <a:txBody>
                    <a:bodyPr/>
                    <a:lstStyle/>
                    <a:p>
                      <a:pPr lvl="0" indent="0" marL="0">
                        <a:buNone/>
                      </a:pPr>
                      <a:r>
                        <a:rPr/>
                        <a:t>+977-46-520321</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Bagmati Province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1. New Road, Kathmandu</a:t>
                      </a:r>
                    </a:p>
                  </a:txBody>
                </a:tc>
                <a:tc>
                  <a:txBody>
                    <a:bodyPr/>
                    <a:lstStyle/>
                    <a:p>
                      <a:pPr lvl="0" indent="0" marL="0">
                        <a:buNone/>
                      </a:pPr>
                      <a:r>
                        <a:rPr/>
                        <a:t>ZXIN0003001</a:t>
                      </a:r>
                    </a:p>
                  </a:txBody>
                </a:tc>
                <a:tc>
                  <a:txBody>
                    <a:bodyPr/>
                    <a:lstStyle/>
                    <a:p>
                      <a:pPr lvl="0" indent="0" marL="0">
                        <a:buNone/>
                      </a:pPr>
                      <a:r>
                        <a:rPr/>
                        <a:t>+977-1-4256011</a:t>
                      </a:r>
                    </a:p>
                  </a:txBody>
                </a:tc>
              </a:tr>
              <a:tr h="0">
                <a:tc>
                  <a:txBody>
                    <a:bodyPr/>
                    <a:lstStyle/>
                    <a:p>
                      <a:pPr lvl="0" indent="0" marL="0">
                        <a:buNone/>
                      </a:pPr>
                      <a:r>
                        <a:rPr/>
                        <a:t>2. Lagankhel Chowk, Lalitpur</a:t>
                      </a:r>
                    </a:p>
                  </a:txBody>
                </a:tc>
                <a:tc>
                  <a:txBody>
                    <a:bodyPr/>
                    <a:lstStyle/>
                    <a:p>
                      <a:pPr lvl="0" indent="0" marL="0">
                        <a:buNone/>
                      </a:pPr>
                      <a:r>
                        <a:rPr/>
                        <a:t>ZXIN0003002</a:t>
                      </a:r>
                    </a:p>
                  </a:txBody>
                </a:tc>
                <a:tc>
                  <a:txBody>
                    <a:bodyPr/>
                    <a:lstStyle/>
                    <a:p>
                      <a:pPr lvl="0" indent="0" marL="0">
                        <a:buNone/>
                      </a:pPr>
                      <a:r>
                        <a:rPr/>
                        <a:t>+977-1-5531033</a:t>
                      </a:r>
                    </a:p>
                  </a:txBody>
                </a:tc>
              </a:tr>
              <a:tr h="0">
                <a:tc>
                  <a:txBody>
                    <a:bodyPr/>
                    <a:lstStyle/>
                    <a:p>
                      <a:pPr lvl="0" indent="0" marL="0">
                        <a:buNone/>
                      </a:pPr>
                      <a:r>
                        <a:rPr/>
                        <a:t>3. Banepa Main Road, Kavre</a:t>
                      </a:r>
                    </a:p>
                  </a:txBody>
                </a:tc>
                <a:tc>
                  <a:txBody>
                    <a:bodyPr/>
                    <a:lstStyle/>
                    <a:p>
                      <a:pPr lvl="0" indent="0" marL="0">
                        <a:buNone/>
                      </a:pPr>
                      <a:r>
                        <a:rPr/>
                        <a:t>ZXIN0003003</a:t>
                      </a:r>
                    </a:p>
                  </a:txBody>
                </a:tc>
                <a:tc>
                  <a:txBody>
                    <a:bodyPr/>
                    <a:lstStyle/>
                    <a:p>
                      <a:pPr lvl="0" indent="0" marL="0">
                        <a:buNone/>
                      </a:pPr>
                      <a:r>
                        <a:rPr/>
                        <a:t>+977-11-661748</a:t>
                      </a:r>
                    </a:p>
                  </a:txBody>
                </a:tc>
              </a:tr>
              <a:tr h="0">
                <a:tc>
                  <a:txBody>
                    <a:bodyPr/>
                    <a:lstStyle/>
                    <a:p>
                      <a:pPr lvl="0" indent="0" marL="0">
                        <a:buNone/>
                      </a:pPr>
                      <a:r>
                        <a:rPr/>
                        <a:t>4. Hetauda Bazar, Makwanpur</a:t>
                      </a:r>
                    </a:p>
                  </a:txBody>
                </a:tc>
                <a:tc>
                  <a:txBody>
                    <a:bodyPr/>
                    <a:lstStyle/>
                    <a:p>
                      <a:pPr lvl="0" indent="0" marL="0">
                        <a:buNone/>
                      </a:pPr>
                      <a:r>
                        <a:rPr/>
                        <a:t>ZXIN0003004</a:t>
                      </a:r>
                    </a:p>
                  </a:txBody>
                </a:tc>
                <a:tc>
                  <a:txBody>
                    <a:bodyPr/>
                    <a:lstStyle/>
                    <a:p>
                      <a:pPr lvl="0" indent="0" marL="0">
                        <a:buNone/>
                      </a:pPr>
                      <a:r>
                        <a:rPr/>
                        <a:t>+977-57-520848</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Gandaki Province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1. Chipledhunga, Pokhara-9</a:t>
                      </a:r>
                    </a:p>
                  </a:txBody>
                </a:tc>
                <a:tc>
                  <a:txBody>
                    <a:bodyPr/>
                    <a:lstStyle/>
                    <a:p>
                      <a:pPr lvl="0" indent="0" marL="0">
                        <a:buNone/>
                      </a:pPr>
                      <a:r>
                        <a:rPr/>
                        <a:t>ZXIN0004001</a:t>
                      </a:r>
                    </a:p>
                  </a:txBody>
                </a:tc>
                <a:tc>
                  <a:txBody>
                    <a:bodyPr/>
                    <a:lstStyle/>
                    <a:p>
                      <a:pPr lvl="0" indent="0" marL="0">
                        <a:buNone/>
                      </a:pPr>
                      <a:r>
                        <a:rPr/>
                        <a:t>+977-61-534620</a:t>
                      </a:r>
                    </a:p>
                  </a:txBody>
                </a:tc>
              </a:tr>
              <a:tr h="0">
                <a:tc>
                  <a:txBody>
                    <a:bodyPr/>
                    <a:lstStyle/>
                    <a:p>
                      <a:pPr lvl="0" indent="0" marL="0">
                        <a:buNone/>
                      </a:pPr>
                      <a:r>
                        <a:rPr/>
                        <a:t>2. Prithvi Chowk, Pokhara-13</a:t>
                      </a:r>
                    </a:p>
                  </a:txBody>
                </a:tc>
                <a:tc>
                  <a:txBody>
                    <a:bodyPr/>
                    <a:lstStyle/>
                    <a:p>
                      <a:pPr lvl="0" indent="0" marL="0">
                        <a:buNone/>
                      </a:pPr>
                      <a:r>
                        <a:rPr/>
                        <a:t>ZXIN0004002</a:t>
                      </a:r>
                    </a:p>
                  </a:txBody>
                </a:tc>
                <a:tc>
                  <a:txBody>
                    <a:bodyPr/>
                    <a:lstStyle/>
                    <a:p>
                      <a:pPr lvl="0" indent="0" marL="0">
                        <a:buNone/>
                      </a:pPr>
                      <a:r>
                        <a:rPr/>
                        <a:t>+977-61-574125</a:t>
                      </a:r>
                    </a:p>
                  </a:txBody>
                </a:tc>
              </a:tr>
              <a:tr h="0">
                <a:tc>
                  <a:txBody>
                    <a:bodyPr/>
                    <a:lstStyle/>
                    <a:p>
                      <a:pPr lvl="0" indent="0" marL="0">
                        <a:buNone/>
                      </a:pPr>
                      <a:r>
                        <a:rPr/>
                        <a:t>3. Baglung Bazar, Baglung</a:t>
                      </a:r>
                    </a:p>
                  </a:txBody>
                </a:tc>
                <a:tc>
                  <a:txBody>
                    <a:bodyPr/>
                    <a:lstStyle/>
                    <a:p>
                      <a:pPr lvl="0" indent="0" marL="0">
                        <a:buNone/>
                      </a:pPr>
                      <a:r>
                        <a:rPr/>
                        <a:t>ZXIN0004003</a:t>
                      </a:r>
                    </a:p>
                  </a:txBody>
                </a:tc>
                <a:tc>
                  <a:txBody>
                    <a:bodyPr/>
                    <a:lstStyle/>
                    <a:p>
                      <a:pPr lvl="0" indent="0" marL="0">
                        <a:buNone/>
                      </a:pPr>
                      <a:r>
                        <a:rPr/>
                        <a:t>+977-68-520430</a:t>
                      </a:r>
                    </a:p>
                  </a:txBody>
                </a:tc>
              </a:tr>
              <a:tr h="0">
                <a:tc>
                  <a:txBody>
                    <a:bodyPr/>
                    <a:lstStyle/>
                    <a:p>
                      <a:pPr lvl="0" indent="0" marL="0">
                        <a:buNone/>
                      </a:pPr>
                      <a:r>
                        <a:rPr/>
                        <a:t>4. Besisahar Road, Lamjung</a:t>
                      </a:r>
                    </a:p>
                  </a:txBody>
                </a:tc>
                <a:tc>
                  <a:txBody>
                    <a:bodyPr/>
                    <a:lstStyle/>
                    <a:p>
                      <a:pPr lvl="0" indent="0" marL="0">
                        <a:buNone/>
                      </a:pPr>
                      <a:r>
                        <a:rPr/>
                        <a:t>ZXIN0004004</a:t>
                      </a:r>
                    </a:p>
                  </a:txBody>
                </a:tc>
                <a:tc>
                  <a:txBody>
                    <a:bodyPr/>
                    <a:lstStyle/>
                    <a:p>
                      <a:pPr lvl="0" indent="0" marL="0">
                        <a:buNone/>
                      </a:pPr>
                      <a:r>
                        <a:rPr/>
                        <a:t>+977-66-520223</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Lumbini Province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1. Traffic Chowk, Butwal</a:t>
                      </a:r>
                    </a:p>
                  </a:txBody>
                </a:tc>
                <a:tc>
                  <a:txBody>
                    <a:bodyPr/>
                    <a:lstStyle/>
                    <a:p>
                      <a:pPr lvl="0" indent="0" marL="0">
                        <a:buNone/>
                      </a:pPr>
                      <a:r>
                        <a:rPr/>
                        <a:t>ZXIN0005001</a:t>
                      </a:r>
                    </a:p>
                  </a:txBody>
                </a:tc>
                <a:tc>
                  <a:txBody>
                    <a:bodyPr/>
                    <a:lstStyle/>
                    <a:p>
                      <a:pPr lvl="0" indent="0" marL="0">
                        <a:buNone/>
                      </a:pPr>
                      <a:r>
                        <a:rPr/>
                        <a:t>+977-71-537153</a:t>
                      </a:r>
                    </a:p>
                  </a:txBody>
                </a:tc>
              </a:tr>
              <a:tr h="0">
                <a:tc>
                  <a:txBody>
                    <a:bodyPr/>
                    <a:lstStyle/>
                    <a:p>
                      <a:pPr lvl="0" indent="0" marL="0">
                        <a:buNone/>
                      </a:pPr>
                      <a:r>
                        <a:rPr/>
                        <a:t>2. Nepalgunj Road, Kohalpur, Banke</a:t>
                      </a:r>
                    </a:p>
                  </a:txBody>
                </a:tc>
                <a:tc>
                  <a:txBody>
                    <a:bodyPr/>
                    <a:lstStyle/>
                    <a:p>
                      <a:pPr lvl="0" indent="0" marL="0">
                        <a:buNone/>
                      </a:pPr>
                      <a:r>
                        <a:rPr/>
                        <a:t>ZXIN0005002</a:t>
                      </a:r>
                    </a:p>
                  </a:txBody>
                </a:tc>
                <a:tc>
                  <a:txBody>
                    <a:bodyPr/>
                    <a:lstStyle/>
                    <a:p>
                      <a:pPr lvl="0" indent="0" marL="0">
                        <a:buNone/>
                      </a:pPr>
                      <a:r>
                        <a:rPr/>
                        <a:t>+977-81-520211</a:t>
                      </a:r>
                    </a:p>
                  </a:txBody>
                </a:tc>
              </a:tr>
              <a:tr h="0">
                <a:tc>
                  <a:txBody>
                    <a:bodyPr/>
                    <a:lstStyle/>
                    <a:p>
                      <a:pPr lvl="0" indent="0" marL="0">
                        <a:buNone/>
                      </a:pPr>
                      <a:r>
                        <a:rPr/>
                        <a:t>3. Siddharthanagar-8, Bhairahawa</a:t>
                      </a:r>
                    </a:p>
                  </a:txBody>
                </a:tc>
                <a:tc>
                  <a:txBody>
                    <a:bodyPr/>
                    <a:lstStyle/>
                    <a:p>
                      <a:pPr lvl="0" indent="0" marL="0">
                        <a:buNone/>
                      </a:pPr>
                      <a:r>
                        <a:rPr/>
                        <a:t>ZXIN0005003</a:t>
                      </a:r>
                    </a:p>
                  </a:txBody>
                </a:tc>
                <a:tc>
                  <a:txBody>
                    <a:bodyPr/>
                    <a:lstStyle/>
                    <a:p>
                      <a:pPr lvl="0" indent="0" marL="0">
                        <a:buNone/>
                      </a:pPr>
                      <a:r>
                        <a:rPr/>
                        <a:t>+977-71-525115</a:t>
                      </a:r>
                    </a:p>
                  </a:txBody>
                </a:tc>
              </a:tr>
              <a:tr h="0">
                <a:tc>
                  <a:txBody>
                    <a:bodyPr/>
                    <a:lstStyle/>
                    <a:p>
                      <a:pPr lvl="0" indent="0" marL="0">
                        <a:buNone/>
                      </a:pPr>
                      <a:r>
                        <a:rPr/>
                        <a:t>4. Ghorahi Buspark, Dang</a:t>
                      </a:r>
                    </a:p>
                  </a:txBody>
                </a:tc>
                <a:tc>
                  <a:txBody>
                    <a:bodyPr/>
                    <a:lstStyle/>
                    <a:p>
                      <a:pPr lvl="0" indent="0" marL="0">
                        <a:buNone/>
                      </a:pPr>
                      <a:r>
                        <a:rPr/>
                        <a:t>ZXIN0005004</a:t>
                      </a:r>
                    </a:p>
                  </a:txBody>
                </a:tc>
                <a:tc>
                  <a:txBody>
                    <a:bodyPr/>
                    <a:lstStyle/>
                    <a:p>
                      <a:pPr lvl="0" indent="0" marL="0">
                        <a:buNone/>
                      </a:pPr>
                      <a:r>
                        <a:rPr/>
                        <a:t>+977-82-562323</a:t>
                      </a: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2025-07-30T07:50:54Z</dcterms:created>
  <dcterms:modified xsi:type="dcterms:W3CDTF">2025-07-30T07:50:54Z</dcterms:modified>
</cp:coreProperties>
</file>

<file path=docProps/custom.xml><?xml version="1.0" encoding="utf-8"?>
<Properties xmlns="http://schemas.openxmlformats.org/officeDocument/2006/custom-properties" xmlns:vt="http://schemas.openxmlformats.org/officeDocument/2006/docPropsVTypes"/>
</file>