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Safety Features Against Online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ZX Bank, the security of your digital banking experience is our top priority. Here’s how we protect you from online threats: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Multi-Factor Authentication (MFA)</a:t>
            </a:r>
          </a:p>
          <a:p>
            <a:pPr lvl="0"/>
            <a:r>
              <a:rPr b="1"/>
              <a:t>Biometric Login:</a:t>
            </a:r>
            <a:r>
              <a:rPr/>
              <a:t> Secure access via fingerprint or facial recognition on the ZX Bank Asia app.</a:t>
            </a:r>
          </a:p>
          <a:p>
            <a:pPr lvl="0"/>
            <a:r>
              <a:rPr b="1"/>
              <a:t>OTP Verification:</a:t>
            </a:r>
            <a:r>
              <a:rPr/>
              <a:t> Transactions require a One-Time Password (OTP) sent to your registered mobile/email.</a:t>
            </a:r>
          </a:p>
          <a:p>
            <a:pPr lvl="0"/>
            <a:r>
              <a:rPr b="1"/>
              <a:t>Device Registration:</a:t>
            </a:r>
            <a:r>
              <a:rPr/>
              <a:t> New device logins trigger verification steps.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AI-driven Fraud Detection</a:t>
            </a:r>
          </a:p>
          <a:p>
            <a:pPr lvl="0"/>
            <a:r>
              <a:rPr b="1"/>
              <a:t>Real-Time Monitoring:</a:t>
            </a:r>
            <a:r>
              <a:rPr/>
              <a:t> AI systems monitor for suspicious activities and flag unusual account behavior instantly.</a:t>
            </a:r>
          </a:p>
          <a:p>
            <a:pPr lvl="0"/>
            <a:r>
              <a:rPr b="1"/>
              <a:t>Fraud Alerts:</a:t>
            </a:r>
            <a:r>
              <a:rPr/>
              <a:t> Customers receive immediate alerts for any unauthorized or suspicious transaction attempts.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End-to-End Encryption</a:t>
            </a:r>
          </a:p>
          <a:p>
            <a:pPr lvl="0"/>
            <a:r>
              <a:rPr b="1"/>
              <a:t>Encrypted Transactions:</a:t>
            </a:r>
            <a:r>
              <a:rPr/>
              <a:t> All communications and financial transactions are secured with industry-standard 256-bit SSL/TLS encryption.</a:t>
            </a:r>
          </a:p>
          <a:p>
            <a:pPr lvl="0"/>
            <a:r>
              <a:rPr b="1"/>
              <a:t>Secure Storage:</a:t>
            </a:r>
            <a:r>
              <a:rPr/>
              <a:t> Sensitive customer data is encrypted both in transit and at rest.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Session Timeout &amp; Auto-Logout</a:t>
            </a:r>
          </a:p>
          <a:p>
            <a:pPr lvl="0"/>
            <a:r>
              <a:rPr b="1"/>
              <a:t>Automatic Logout:</a:t>
            </a:r>
            <a:r>
              <a:rPr/>
              <a:t> User sessions automatically expire after periods of inactivity to prevent unauthorized access.</a:t>
            </a:r>
          </a:p>
          <a:p>
            <a:pPr lvl="0"/>
            <a:r>
              <a:rPr b="1"/>
              <a:t>Timeout Alerts:</a:t>
            </a:r>
            <a:r>
              <a:rPr/>
              <a:t> Prompt warnings before app or online session expiry.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Secure Fund Transfer Controls</a:t>
            </a:r>
          </a:p>
          <a:p>
            <a:pPr lvl="0"/>
            <a:r>
              <a:rPr b="1"/>
              <a:t>Transaction Limits:</a:t>
            </a:r>
            <a:r>
              <a:rPr/>
              <a:t> Daily/transaction limits for transfers, especially for new payees or high-risk transactions.</a:t>
            </a:r>
          </a:p>
          <a:p>
            <a:pPr lvl="0"/>
            <a:r>
              <a:rPr b="1"/>
              <a:t>Beneficiary Verification:</a:t>
            </a:r>
            <a:r>
              <a:rPr/>
              <a:t> Adding new beneficiaries requires additional authentication.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Regular Security Updates</a:t>
            </a:r>
          </a:p>
          <a:p>
            <a:pPr lvl="0"/>
            <a:r>
              <a:rPr b="1"/>
              <a:t>App Patching:</a:t>
            </a:r>
            <a:r>
              <a:rPr/>
              <a:t> Frequent updates to the ZX Bank Asia mobile app patch vulnerabilities and enhance defenses.</a:t>
            </a:r>
          </a:p>
          <a:p>
            <a:pPr lvl="0"/>
            <a:r>
              <a:rPr b="1"/>
              <a:t>Phishing Protection:</a:t>
            </a:r>
            <a:r>
              <a:rPr/>
              <a:t> Built-in app features detect phishing links and sites, alerting users to potential threats.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User Education</a:t>
            </a:r>
          </a:p>
          <a:p>
            <a:pPr lvl="0"/>
            <a:r>
              <a:rPr b="1"/>
              <a:t>Financial Literacy Campaigns:</a:t>
            </a:r>
            <a:r>
              <a:rPr/>
              <a:t> Regular alerts and campaigns educating customers on safe banking practices (how to recognize scams, avoid phishing, etc.).</a:t>
            </a:r>
          </a:p>
          <a:p>
            <a:pPr lvl="0"/>
            <a:r>
              <a:rPr b="1"/>
              <a:t>24/7 Support:</a:t>
            </a:r>
            <a:r>
              <a:rPr/>
              <a:t> Dedicated helpline and in-app AI assistant “Zia” for instant security advice.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Transaction Notifications</a:t>
            </a:r>
          </a:p>
          <a:p>
            <a:pPr lvl="0"/>
            <a:r>
              <a:rPr b="1"/>
              <a:t>Instant Alerts:</a:t>
            </a:r>
            <a:r>
              <a:rPr/>
              <a:t> SMS, email, and push notifications for every transaction and change to account settings.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Secure Remittance Corridors</a:t>
            </a:r>
          </a:p>
          <a:p>
            <a:pPr lvl="0"/>
            <a:r>
              <a:rPr b="1"/>
              <a:t>Vetted Partners:</a:t>
            </a:r>
            <a:r>
              <a:rPr/>
              <a:t> Cross-border services only with verified financial partners.</a:t>
            </a:r>
          </a:p>
          <a:p>
            <a:pPr lvl="0"/>
            <a:r>
              <a:rPr b="1"/>
              <a:t>Blockchain-based Authentication:</a:t>
            </a:r>
            <a:r>
              <a:rPr/>
              <a:t> For select regional remittances to prevent tampering and improve transparency.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security is our mission:</a:t>
            </a:r>
            <a:r>
              <a:rPr/>
              <a:t> Stay vigilant, never share your passwords or OTPs, and contact ZX Bank support if you notice any suspicious activity.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2025-07-30T07:48:59Z</dcterms:created>
  <dcterms:modified xsi:type="dcterms:W3CDTF">2025-07-30T07:48:59Z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