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zxbank.asia/award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Ltd. — Awards &amp; Recognitions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Best Digital Transformation Bank – South Asia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Awarded by:</a:t>
            </a:r>
            <a:r>
              <a:rPr/>
              <a:t> Asian Banking &amp; Finance Magazine</a:t>
            </a:r>
            <a:br/>
            <a:r>
              <a:rPr i="1"/>
              <a:t>Highlight:</a:t>
            </a:r>
            <a:r>
              <a:rPr/>
              <a:t> Recognized for pioneering digital onboarding, robust mobile app (ZX Bank Asia), and adoption of AI chatbot “Zia” across all operating countries.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Excellence in Green Finance Award (2022)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Awarded by:</a:t>
            </a:r>
            <a:r>
              <a:rPr/>
              <a:t> South Asian Sustainable Finance Forum</a:t>
            </a:r>
            <a:br/>
            <a:r>
              <a:rPr i="1"/>
              <a:t>Highlight:</a:t>
            </a:r>
            <a:r>
              <a:rPr/>
              <a:t> Honored for innovative green financing projects supporting Bhutan’s hydropower and Nepal’s solar ventures, advancing ESG goals in banking.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Outstanding SME Bank – Sri Lanka (2022, 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Awarded by:</a:t>
            </a:r>
            <a:r>
              <a:rPr/>
              <a:t> Sri Lanka Banking Excellence Council</a:t>
            </a:r>
            <a:br/>
            <a:r>
              <a:rPr i="1"/>
              <a:t>Highlight:</a:t>
            </a:r>
            <a:r>
              <a:rPr/>
              <a:t> Commended for tailored SME lending solutions and remittance services benefiting entrepreneurs and small businesses.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Financial Inclusion Leadership Award – Bangladesh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Awarded by:</a:t>
            </a:r>
            <a:r>
              <a:rPr/>
              <a:t> Bangladesh Microfinance Association</a:t>
            </a:r>
            <a:br/>
            <a:r>
              <a:rPr i="1"/>
              <a:t>Highlight:</a:t>
            </a:r>
            <a:r>
              <a:rPr/>
              <a:t> Celebrated for expanding access to digital banking, microfinance, and financial literacy in rural and underserved regions.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Best Women’s Banking Initiative – South Asia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Awarded by:</a:t>
            </a:r>
            <a:r>
              <a:rPr/>
              <a:t> Women in Banking &amp; Finance Network</a:t>
            </a:r>
            <a:br/>
            <a:r>
              <a:rPr i="1"/>
              <a:t>Highlight:</a:t>
            </a:r>
            <a:r>
              <a:rPr/>
              <a:t> Recognized for specialized micro-loan programs and financial empowerment projects for women-led enterprises.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Top NRI Services Provider – Bhutan &amp; Nepal Corridor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Awarded by:</a:t>
            </a:r>
            <a:r>
              <a:rPr/>
              <a:t> Asia Cross-Border Payments Council</a:t>
            </a:r>
            <a:br/>
            <a:r>
              <a:rPr i="1"/>
              <a:t>Highlight:</a:t>
            </a:r>
            <a:r>
              <a:rPr/>
              <a:t> Appreciated for seamless, fast remittance corridors and superior NRI account services connecting families across borders.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more about ZX Bank’s accolades and recent announcements, visit:</a:t>
            </a:r>
            <a:br/>
            <a:r>
              <a:rPr>
                <a:hlinkClick r:id="rId2"/>
              </a:rPr>
              <a:t>www.zxbank.asia/awards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2025-07-30T07:48:20Z</dcterms:created>
  <dcterms:modified xsi:type="dcterms:W3CDTF">2025-07-30T07:48:20Z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