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5" Type="http://schemas.openxmlformats.org/officeDocument/2006/relationships/viewProps" Target="viewProps.xml" /><Relationship Id="rId2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7" Type="http://schemas.openxmlformats.org/officeDocument/2006/relationships/tableStyles" Target="tableStyles.xml" /><Relationship Id="rId2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ZX Bank – ATM Locations at Tech Parks in Major Indian Cities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Below is a list of ZX Bank ATM locations situated in prominent Tech Parks across major Indian cities.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Mumbai – Maharashtra</a:t>
            </a:r>
          </a:p>
          <a:p>
            <a:pPr lvl="0" indent="-342900" marL="342900">
              <a:buAutoNum type="arabicPeriod"/>
            </a:pPr>
            <a:r>
              <a:rPr b="1"/>
              <a:t>Mindspace Airoli IT Park</a:t>
            </a:r>
            <a:br/>
            <a:r>
              <a:rPr/>
              <a:t>Building 2, Mindspace, Thane-Belapur Road, Airoli, Navi Mumbai, Maharashtra 400708</a:t>
            </a:r>
          </a:p>
          <a:p>
            <a:pPr lvl="0" indent="-342900" marL="342900">
              <a:buAutoNum type="arabicPeriod"/>
            </a:pPr>
            <a:r>
              <a:rPr b="1"/>
              <a:t>Nesco IT Park</a:t>
            </a:r>
            <a:br/>
            <a:r>
              <a:rPr/>
              <a:t>Gate 3, Western Express Highway, Goregaon (East), Mumbai, Maharashtra 400063</a:t>
            </a:r>
          </a:p>
          <a:p>
            <a:pPr lvl="0" indent="-342900" marL="342900">
              <a:buAutoNum type="arabicPeriod"/>
            </a:pPr>
            <a:r>
              <a:rPr b="1"/>
              <a:t>Infinity IT Park</a:t>
            </a:r>
            <a:br/>
            <a:r>
              <a:rPr/>
              <a:t>New Link Road, Malad (West), Mumbai, Maharashtra 400064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Delhi – National Capital Territory</a:t>
            </a:r>
          </a:p>
          <a:p>
            <a:pPr lvl="0" indent="-342900" marL="342900">
              <a:buAutoNum type="arabicPeriod"/>
            </a:pPr>
            <a:r>
              <a:rPr b="1"/>
              <a:t>DLF Cyber City</a:t>
            </a:r>
            <a:br/>
            <a:r>
              <a:rPr/>
              <a:t>Block 2B, DLF Cyber City, Phase III, Gurugram, Haryana 122002 (Delhi NCR)</a:t>
            </a:r>
          </a:p>
          <a:p>
            <a:pPr lvl="0" indent="-342900" marL="342900">
              <a:buAutoNum type="arabicPeriod"/>
            </a:pPr>
            <a:r>
              <a:rPr b="1"/>
              <a:t>Okhla Industrial Estate</a:t>
            </a:r>
            <a:br/>
            <a:r>
              <a:rPr/>
              <a:t>Phase III, Okhla Industrial Area, New Delhi, Delhi 110020</a:t>
            </a:r>
          </a:p>
          <a:p>
            <a:pPr lvl="0" indent="-342900" marL="342900">
              <a:buAutoNum type="arabicPeriod"/>
            </a:pPr>
            <a:r>
              <a:rPr b="1"/>
              <a:t>Netaji Subhash Place IT Park</a:t>
            </a:r>
            <a:br/>
            <a:r>
              <a:rPr/>
              <a:t>Wazirpur District Centre, Pitampura, Delhi 110034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Bangalore (Bengaluru) – Karnataka</a:t>
            </a:r>
          </a:p>
          <a:p>
            <a:pPr lvl="0" indent="-342900" marL="342900">
              <a:buAutoNum type="arabicPeriod"/>
            </a:pPr>
            <a:r>
              <a:rPr b="1"/>
              <a:t>Manyata Tech Park</a:t>
            </a:r>
            <a:br/>
            <a:r>
              <a:rPr/>
              <a:t>Nagawara Outer Ring Road, Rachenahalli, Bangalore, Karnataka 560045</a:t>
            </a:r>
          </a:p>
          <a:p>
            <a:pPr lvl="0" indent="-342900" marL="342900">
              <a:buAutoNum type="arabicPeriod"/>
            </a:pPr>
            <a:r>
              <a:rPr b="1"/>
              <a:t>Bagmane Tech Park</a:t>
            </a:r>
            <a:br/>
            <a:r>
              <a:rPr/>
              <a:t>C.V. Raman Nagar, Bangalore, Karnataka 560093</a:t>
            </a:r>
          </a:p>
          <a:p>
            <a:pPr lvl="0" indent="-342900" marL="342900">
              <a:buAutoNum type="arabicPeriod"/>
            </a:pPr>
            <a:r>
              <a:rPr b="1"/>
              <a:t>RMZ Ecospace</a:t>
            </a:r>
            <a:br/>
            <a:r>
              <a:rPr/>
              <a:t>Outer Ring Road, Bellandur, Bangalore, Karnataka 560103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Hyderabad – Telangana</a:t>
            </a:r>
          </a:p>
          <a:p>
            <a:pPr lvl="0" indent="-342900" marL="342900">
              <a:buAutoNum type="arabicPeriod"/>
            </a:pPr>
            <a:r>
              <a:rPr b="1"/>
              <a:t>HITEC City</a:t>
            </a:r>
            <a:br/>
            <a:r>
              <a:rPr/>
              <a:t>Madhapur, Hyderabad, Telangana 500081</a:t>
            </a:r>
          </a:p>
          <a:p>
            <a:pPr lvl="0" indent="-342900" marL="342900">
              <a:buAutoNum type="arabicPeriod"/>
            </a:pPr>
            <a:r>
              <a:rPr b="1"/>
              <a:t>Raheja Mindspace IT Park</a:t>
            </a:r>
            <a:br/>
            <a:r>
              <a:rPr/>
              <a:t>Cyberabad, Hyderabad, Telangana 500081</a:t>
            </a:r>
          </a:p>
          <a:p>
            <a:pPr lvl="0" indent="-342900" marL="342900">
              <a:buAutoNum type="arabicPeriod"/>
            </a:pPr>
            <a:r>
              <a:rPr b="1"/>
              <a:t>Cyber Pearl</a:t>
            </a:r>
            <a:br/>
            <a:r>
              <a:rPr/>
              <a:t>Hitech City Road, Madhapur, Hyderabad, Telangana 500081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Chennai – Tamil Nadu</a:t>
            </a:r>
          </a:p>
          <a:p>
            <a:pPr lvl="0" indent="-342900" marL="342900">
              <a:buAutoNum type="arabicPeriod"/>
            </a:pPr>
            <a:r>
              <a:rPr b="1"/>
              <a:t>TIDEL Park</a:t>
            </a:r>
            <a:br/>
            <a:r>
              <a:rPr/>
              <a:t>No. 4, Rajiv Gandhi Salai, Taramani, Chennai, Tamil Nadu 600113</a:t>
            </a:r>
          </a:p>
          <a:p>
            <a:pPr lvl="0" indent="-342900" marL="342900">
              <a:buAutoNum type="arabicPeriod"/>
            </a:pPr>
            <a:r>
              <a:rPr b="1"/>
              <a:t>DLF IT Park</a:t>
            </a:r>
            <a:br/>
            <a:r>
              <a:rPr/>
              <a:t>1/124, Mount Poonamallee Road, Manapakkam, Chennai, Tamil Nadu 600089</a:t>
            </a:r>
          </a:p>
          <a:p>
            <a:pPr lvl="0" indent="-342900" marL="342900">
              <a:buAutoNum type="arabicPeriod"/>
            </a:pPr>
            <a:r>
              <a:rPr b="1"/>
              <a:t>Olympia Tech Park</a:t>
            </a:r>
            <a:br/>
            <a:r>
              <a:rPr/>
              <a:t>SIDCO Industrial Estate, Guindy, Chennai, Tamil Nadu 600032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Kolkata – West Bengal</a:t>
            </a:r>
          </a:p>
          <a:p>
            <a:pPr lvl="0" indent="-342900" marL="342900">
              <a:buAutoNum type="arabicPeriod"/>
            </a:pPr>
            <a:r>
              <a:rPr b="1"/>
              <a:t>DLF IT Park</a:t>
            </a:r>
            <a:br/>
            <a:r>
              <a:rPr/>
              <a:t>Tower A, Block AF, New Town, Rajarhat, Kolkata, West Bengal 700156</a:t>
            </a:r>
          </a:p>
          <a:p>
            <a:pPr lvl="0" indent="-342900" marL="342900">
              <a:buAutoNum type="arabicPeriod"/>
            </a:pPr>
            <a:r>
              <a:rPr b="1"/>
              <a:t>Salt Lake Electronics Complex (Sector V)</a:t>
            </a:r>
            <a:br/>
            <a:r>
              <a:rPr/>
              <a:t>GP Block, Sector V, Salt Lake City, Kolkata, West Bengal 700091</a:t>
            </a:r>
          </a:p>
          <a:p>
            <a:pPr lvl="0" indent="-342900" marL="342900">
              <a:buAutoNum type="arabicPeriod"/>
            </a:pPr>
            <a:r>
              <a:rPr b="1"/>
              <a:t>Godrej Waterside</a:t>
            </a:r>
            <a:br/>
            <a:r>
              <a:rPr/>
              <a:t>DP Block, Sector V, Salt Lake City, Kolkata, West Bengal 700091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Pune – Maharashtra</a:t>
            </a:r>
          </a:p>
          <a:p>
            <a:pPr lvl="0" indent="-342900" marL="342900">
              <a:buAutoNum type="arabicPeriod"/>
            </a:pPr>
            <a:r>
              <a:rPr b="1"/>
              <a:t>EON IT Park</a:t>
            </a:r>
            <a:br/>
            <a:r>
              <a:rPr/>
              <a:t>Kharadi, Pune, Maharashtra 411014</a:t>
            </a:r>
          </a:p>
          <a:p>
            <a:pPr lvl="0" indent="-342900" marL="342900">
              <a:buAutoNum type="arabicPeriod"/>
            </a:pPr>
            <a:r>
              <a:rPr b="1"/>
              <a:t>Rajiv Gandhi Infotech Park</a:t>
            </a:r>
            <a:br/>
            <a:r>
              <a:rPr/>
              <a:t>Hinjewadi Phase 1, Pune, Maharashtra 411057</a:t>
            </a:r>
          </a:p>
          <a:p>
            <a:pPr lvl="0" indent="-342900" marL="342900">
              <a:buAutoNum type="arabicPeriod"/>
            </a:pPr>
            <a:r>
              <a:rPr b="1"/>
              <a:t>Magarpatta City Cybercity</a:t>
            </a:r>
            <a:br/>
            <a:r>
              <a:rPr/>
              <a:t>Hadapsar, Pune, Maharashtra 411013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Ahmedabad – Gujarat</a:t>
            </a:r>
          </a:p>
          <a:p>
            <a:pPr lvl="0" indent="-342900" marL="342900">
              <a:buAutoNum type="arabicPeriod"/>
            </a:pPr>
            <a:r>
              <a:rPr b="1"/>
              <a:t>Infocity Gandhinagar IT Park</a:t>
            </a:r>
            <a:br/>
            <a:r>
              <a:rPr/>
              <a:t>Infocity, Sector 34, Gandhinagar, Ahmedabad, Gujarat 382421</a:t>
            </a:r>
          </a:p>
          <a:p>
            <a:pPr lvl="0" indent="-342900" marL="342900">
              <a:buAutoNum type="arabicPeriod"/>
            </a:pPr>
            <a:r>
              <a:rPr b="1"/>
              <a:t>Navratna Business Park</a:t>
            </a:r>
            <a:br/>
            <a:r>
              <a:rPr/>
              <a:t>Iscon-Ambli Road, Ahmedabad, Gujarat 380058</a:t>
            </a:r>
          </a:p>
          <a:p>
            <a:pPr lvl="0" indent="-342900" marL="342900">
              <a:buAutoNum type="arabicPeriod"/>
            </a:pPr>
            <a:r>
              <a:rPr b="1"/>
              <a:t>Mondeal Square</a:t>
            </a:r>
            <a:br/>
            <a:r>
              <a:rPr/>
              <a:t>S.G. Highway, Ahmedabad, Gujarat 380054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Surat – Gujarat</a:t>
            </a:r>
          </a:p>
          <a:p>
            <a:pPr lvl="0" indent="-342900" marL="342900">
              <a:buAutoNum type="arabicPeriod"/>
            </a:pPr>
            <a:r>
              <a:rPr b="1"/>
              <a:t>iTower IT Park</a:t>
            </a:r>
            <a:br/>
            <a:r>
              <a:rPr/>
              <a:t>Vesu Main Road, Vesu, Surat, Gujarat 395007</a:t>
            </a:r>
          </a:p>
          <a:p>
            <a:pPr lvl="0" indent="-342900" marL="342900">
              <a:buAutoNum type="arabicPeriod"/>
            </a:pPr>
            <a:r>
              <a:rPr b="1"/>
              <a:t>Surat Diamond Bourse (SDB IT Park)</a:t>
            </a:r>
            <a:br/>
            <a:r>
              <a:rPr/>
              <a:t>DREAM City, Khajod, Surat, Gujarat 394550</a:t>
            </a:r>
          </a:p>
          <a:p>
            <a:pPr lvl="0" indent="-342900" marL="342900">
              <a:buAutoNum type="arabicPeriod"/>
            </a:pPr>
            <a:r>
              <a:rPr b="1"/>
              <a:t>International Trade &amp; Technology Park</a:t>
            </a:r>
            <a:br/>
            <a:r>
              <a:rPr/>
              <a:t>Udhna, Surat, Gujarat 394210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Jaipur – Rajasthan</a:t>
            </a:r>
          </a:p>
          <a:p>
            <a:pPr lvl="0" indent="-342900" marL="342900">
              <a:buAutoNum type="arabicPeriod"/>
            </a:pPr>
            <a:r>
              <a:rPr b="1"/>
              <a:t>Mahindra World City IT Park</a:t>
            </a:r>
            <a:br/>
            <a:r>
              <a:rPr/>
              <a:t>Ajmer Road, Near SEZ, Jaipur, Rajasthan 302037</a:t>
            </a:r>
          </a:p>
          <a:p>
            <a:pPr lvl="0" indent="-342900" marL="342900">
              <a:buAutoNum type="arabicPeriod"/>
            </a:pPr>
            <a:r>
              <a:rPr b="1"/>
              <a:t>Genpact IT Park</a:t>
            </a:r>
            <a:br/>
            <a:r>
              <a:rPr/>
              <a:t>Sitapura Industrial Area, Jaipur, Rajasthan 302022</a:t>
            </a:r>
          </a:p>
          <a:p>
            <a:pPr lvl="0" indent="-342900" marL="342900">
              <a:buAutoNum type="arabicPeriod"/>
            </a:pPr>
            <a:r>
              <a:rPr b="1"/>
              <a:t>Infosys Infospace SEZ</a:t>
            </a:r>
            <a:br/>
            <a:r>
              <a:rPr/>
              <a:t>MANSAROVAR Industrial Area, Jaipur, Rajasthan 302020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Lucknow – Uttar Pradesh</a:t>
            </a:r>
          </a:p>
          <a:p>
            <a:pPr lvl="0" indent="-342900" marL="342900">
              <a:buAutoNum type="arabicPeriod"/>
            </a:pPr>
            <a:r>
              <a:rPr b="1"/>
              <a:t>Gomti Nagar Tech Park</a:t>
            </a:r>
            <a:br/>
            <a:r>
              <a:rPr/>
              <a:t>Vibhuti Khand, Gomti Nagar, Lucknow, Uttar Pradesh 226010</a:t>
            </a:r>
          </a:p>
          <a:p>
            <a:pPr lvl="0" indent="-342900" marL="342900">
              <a:buAutoNum type="arabicPeriod"/>
            </a:pPr>
            <a:r>
              <a:rPr b="1"/>
              <a:t>TIT Tech Park</a:t>
            </a:r>
            <a:br/>
            <a:r>
              <a:rPr/>
              <a:t>Deva Road, Chinhat, Lucknow, Uttar Pradesh 226028</a:t>
            </a:r>
          </a:p>
          <a:p>
            <a:pPr lvl="0" indent="-342900" marL="342900">
              <a:buAutoNum type="arabicPeriod"/>
            </a:pPr>
            <a:r>
              <a:rPr b="1"/>
              <a:t>Awadh Tech Park</a:t>
            </a:r>
            <a:br/>
            <a:r>
              <a:rPr/>
              <a:t>Transport Nagar, Lucknow, Uttar Pradesh 226012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Kanpur – Uttar Pradesh</a:t>
            </a:r>
          </a:p>
          <a:p>
            <a:pPr lvl="0" indent="-342900" marL="342900">
              <a:buAutoNum type="arabicPeriod"/>
            </a:pPr>
            <a:r>
              <a:rPr b="1"/>
              <a:t>Kanpur IT Park</a:t>
            </a:r>
            <a:br/>
            <a:r>
              <a:rPr/>
              <a:t>Lakhanpur, Kalyanpur, Kanpur, Uttar Pradesh 208024</a:t>
            </a:r>
          </a:p>
          <a:p>
            <a:pPr lvl="0" indent="-342900" marL="342900">
              <a:buAutoNum type="arabicPeriod"/>
            </a:pPr>
            <a:r>
              <a:rPr b="1"/>
              <a:t>Shastri Nagar Tech Hub</a:t>
            </a:r>
            <a:br/>
            <a:r>
              <a:rPr/>
              <a:t>Block 8, Shastri Nagar, Kanpur, Uttar Pradesh 208005</a:t>
            </a:r>
          </a:p>
          <a:p>
            <a:pPr lvl="0" indent="-342900" marL="342900">
              <a:buAutoNum type="arabicPeriod"/>
            </a:pPr>
            <a:r>
              <a:rPr b="1"/>
              <a:t>Fazalganj Industrial Tech Zone</a:t>
            </a:r>
            <a:br/>
            <a:r>
              <a:rPr/>
              <a:t>Kalpi Road, Fazalganj, Kanpur, Uttar Pradesh 208012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Nagpur – Maharashtra</a:t>
            </a:r>
          </a:p>
          <a:p>
            <a:pPr lvl="0" indent="-342900" marL="342900">
              <a:buAutoNum type="arabicPeriod"/>
            </a:pPr>
            <a:r>
              <a:rPr b="1"/>
              <a:t>IT Park Parsodi</a:t>
            </a:r>
            <a:br/>
            <a:r>
              <a:rPr/>
              <a:t>Rajiv Nagar, South Ambazari Road, Parsodi, Nagpur, Maharashtra 440022</a:t>
            </a:r>
          </a:p>
          <a:p>
            <a:pPr lvl="0" indent="-342900" marL="342900">
              <a:buAutoNum type="arabicPeriod"/>
            </a:pPr>
            <a:r>
              <a:rPr b="1"/>
              <a:t>MIDC Hingna IT Zone</a:t>
            </a:r>
            <a:br/>
            <a:r>
              <a:rPr/>
              <a:t>MIDC, Hingna Road, Nagpur, Maharashtra 440016</a:t>
            </a:r>
          </a:p>
          <a:p>
            <a:pPr lvl="0" indent="-342900" marL="342900">
              <a:buAutoNum type="arabicPeriod"/>
            </a:pPr>
            <a:r>
              <a:rPr b="1"/>
              <a:t>Empress City IT Hub</a:t>
            </a:r>
            <a:br/>
            <a:r>
              <a:rPr/>
              <a:t>Empress Mall Complex, Nagpur, Maharashtra 440018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Indore – Madhya Pradesh</a:t>
            </a:r>
          </a:p>
          <a:p>
            <a:pPr lvl="0" indent="-342900" marL="342900">
              <a:buAutoNum type="arabicPeriod"/>
            </a:pPr>
            <a:r>
              <a:rPr b="1"/>
              <a:t>Crystal IT Park</a:t>
            </a:r>
            <a:br/>
            <a:r>
              <a:rPr/>
              <a:t>Khandwa Road, Indore, Madhya Pradesh 452001</a:t>
            </a:r>
          </a:p>
          <a:p>
            <a:pPr lvl="0" indent="-342900" marL="342900">
              <a:buAutoNum type="arabicPeriod"/>
            </a:pPr>
            <a:r>
              <a:rPr b="1"/>
              <a:t>Super Corridor IT Park</a:t>
            </a:r>
            <a:br/>
            <a:r>
              <a:rPr/>
              <a:t>Super Corridor, Indore, Madhya Pradesh 453112</a:t>
            </a:r>
          </a:p>
          <a:p>
            <a:pPr lvl="0" indent="-342900" marL="342900">
              <a:buAutoNum type="arabicPeriod"/>
            </a:pPr>
            <a:r>
              <a:rPr b="1"/>
              <a:t>Scheme 54 Commercial IT Zone</a:t>
            </a:r>
            <a:br/>
            <a:r>
              <a:rPr/>
              <a:t>Scheme No 54, Vijay Nagar, Indore, Madhya Pradesh 452010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Bhopal – Madhya Pradesh</a:t>
            </a:r>
          </a:p>
          <a:p>
            <a:pPr lvl="0" indent="-342900" marL="342900">
              <a:buAutoNum type="arabicPeriod"/>
            </a:pPr>
            <a:r>
              <a:rPr b="1"/>
              <a:t>MP Nagar IT Park</a:t>
            </a:r>
            <a:br/>
            <a:r>
              <a:rPr/>
              <a:t>Zone-II, Maharana Pratap Nagar, Bhopal, Madhya Pradesh 462011</a:t>
            </a:r>
          </a:p>
          <a:p>
            <a:pPr lvl="0" indent="-342900" marL="342900">
              <a:buAutoNum type="arabicPeriod"/>
            </a:pPr>
            <a:r>
              <a:rPr b="1"/>
              <a:t>Mandideep Tech Park</a:t>
            </a:r>
            <a:br/>
            <a:r>
              <a:rPr/>
              <a:t>Mandideep Industrial Area, Bhopal, Madhya Pradesh 462046</a:t>
            </a:r>
          </a:p>
          <a:p>
            <a:pPr lvl="0" indent="-342900" marL="342900">
              <a:buAutoNum type="arabicPeriod"/>
            </a:pPr>
            <a:r>
              <a:rPr b="1"/>
              <a:t>IT Park Ayodhya Bypass</a:t>
            </a:r>
            <a:br/>
            <a:r>
              <a:rPr/>
              <a:t>Near Ayodhya Bypass, Bhopal, Madhya Pradesh 462041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Visakhapatnam – Andhra Pradesh</a:t>
            </a:r>
          </a:p>
          <a:p>
            <a:pPr lvl="0" indent="-342900" marL="342900">
              <a:buAutoNum type="arabicPeriod"/>
            </a:pPr>
            <a:r>
              <a:rPr b="1"/>
              <a:t>Rushikonda IT SEZ</a:t>
            </a:r>
            <a:br/>
            <a:r>
              <a:rPr/>
              <a:t>Hill No. 3, Madhurawada, Visakhapatnam, Andhra Pradesh 530048</a:t>
            </a:r>
          </a:p>
          <a:p>
            <a:pPr lvl="0" indent="-342900" marL="342900">
              <a:buAutoNum type="arabicPeriod"/>
            </a:pPr>
            <a:r>
              <a:rPr b="1"/>
              <a:t>Cyber Valley IT Park</a:t>
            </a:r>
            <a:br/>
            <a:r>
              <a:rPr/>
              <a:t>Kapuluppada, Visakhapatnam, Andhra Pradesh 531163</a:t>
            </a:r>
          </a:p>
          <a:p>
            <a:pPr lvl="0" indent="-342900" marL="342900">
              <a:buAutoNum type="arabicPeriod"/>
            </a:pPr>
            <a:r>
              <a:rPr b="1"/>
              <a:t>Vizag Tech Hub</a:t>
            </a:r>
            <a:br/>
            <a:r>
              <a:rPr/>
              <a:t>Resapuvanipalem, Visakhapatnam, Andhra Pradesh 530013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Patna – Bihar</a:t>
            </a:r>
          </a:p>
          <a:p>
            <a:pPr lvl="0" indent="-342900" marL="342900">
              <a:buAutoNum type="arabicPeriod"/>
            </a:pPr>
            <a:r>
              <a:rPr b="1"/>
              <a:t>Biscomaun Bhawan IT Park</a:t>
            </a:r>
            <a:br/>
            <a:r>
              <a:rPr/>
              <a:t>West Gandhi Maidan, Patna, Bihar 800001</a:t>
            </a:r>
          </a:p>
          <a:p>
            <a:pPr lvl="0" indent="-342900" marL="342900">
              <a:buAutoNum type="arabicPeriod"/>
            </a:pPr>
            <a:r>
              <a:rPr b="1"/>
              <a:t>Software Technology Park of India (STPI)</a:t>
            </a:r>
            <a:br/>
            <a:r>
              <a:rPr/>
              <a:t>Near Bailey Road, Walmi Complex, Patna, Bihar 801505</a:t>
            </a:r>
          </a:p>
          <a:p>
            <a:pPr lvl="0" indent="-342900" marL="342900">
              <a:buAutoNum type="arabicPeriod"/>
            </a:pPr>
            <a:r>
              <a:rPr b="1"/>
              <a:t>Patliputra Industrial Park</a:t>
            </a:r>
            <a:br/>
            <a:r>
              <a:rPr/>
              <a:t>Patliputra Industrial Area, Patna, Bihar 800013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Vadodara (Baroda) – Gujarat</a:t>
            </a:r>
          </a:p>
          <a:p>
            <a:pPr lvl="0" indent="-342900" marL="342900">
              <a:buAutoNum type="arabicPeriod"/>
            </a:pPr>
            <a:r>
              <a:rPr b="1"/>
              <a:t>Crystal IT Park</a:t>
            </a:r>
            <a:br/>
            <a:r>
              <a:rPr/>
              <a:t>Ajwa Road, Vadodara, Gujarat 390019</a:t>
            </a:r>
          </a:p>
          <a:p>
            <a:pPr lvl="0" indent="-342900" marL="342900">
              <a:buAutoNum type="arabicPeriod"/>
            </a:pPr>
            <a:r>
              <a:rPr b="1"/>
              <a:t>iPlex IT Park</a:t>
            </a:r>
            <a:br/>
            <a:r>
              <a:rPr/>
              <a:t>GIDC, Manjusar, Savli, Vadodara, Gujarat 391775</a:t>
            </a:r>
          </a:p>
          <a:p>
            <a:pPr lvl="0" indent="-342900" marL="342900">
              <a:buAutoNum type="arabicPeriod"/>
            </a:pPr>
            <a:r>
              <a:rPr b="1"/>
              <a:t>Notus IT Park</a:t>
            </a:r>
            <a:br/>
            <a:r>
              <a:rPr/>
              <a:t>Race Course Road, Vadodara, Gujarat 390007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Ludhiana – Punjab</a:t>
            </a:r>
          </a:p>
          <a:p>
            <a:pPr lvl="0" indent="-342900" marL="342900">
              <a:buAutoNum type="arabicPeriod"/>
            </a:pPr>
            <a:r>
              <a:rPr b="1"/>
              <a:t>Ferozepur Road IT Park</a:t>
            </a:r>
            <a:br/>
            <a:r>
              <a:rPr/>
              <a:t>Ferozepur Road, Ludhiana, Punjab 141001</a:t>
            </a:r>
          </a:p>
          <a:p>
            <a:pPr lvl="0" indent="-342900" marL="342900">
              <a:buAutoNum type="arabicPeriod"/>
            </a:pPr>
            <a:r>
              <a:rPr b="1"/>
              <a:t>DLF Industrial Park</a:t>
            </a:r>
            <a:br/>
            <a:r>
              <a:rPr/>
              <a:t>GT Road, Ludhiana, Punjab 141003</a:t>
            </a:r>
          </a:p>
          <a:p>
            <a:pPr lvl="0" indent="-342900" marL="342900">
              <a:buAutoNum type="arabicPeriod"/>
            </a:pPr>
            <a:r>
              <a:rPr b="1"/>
              <a:t>IT Park Chandigarh Road</a:t>
            </a:r>
            <a:br/>
            <a:r>
              <a:rPr/>
              <a:t>Chandigarh Road, Ludhiana, Punjab 141123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Coimbatore – Tamil Nadu</a:t>
            </a:r>
          </a:p>
          <a:p>
            <a:pPr lvl="0" indent="-342900" marL="342900">
              <a:buAutoNum type="arabicPeriod"/>
            </a:pPr>
            <a:r>
              <a:rPr b="1"/>
              <a:t>TIDEL Park Coimbatore</a:t>
            </a:r>
            <a:br/>
            <a:r>
              <a:rPr/>
              <a:t>Civil Aerodrome Post, Peelamedu, Coimbatore, Tamil Nadu 641014</a:t>
            </a:r>
          </a:p>
          <a:p>
            <a:pPr lvl="0" indent="-342900" marL="342900">
              <a:buAutoNum type="arabicPeriod"/>
            </a:pPr>
            <a:r>
              <a:rPr b="1"/>
              <a:t>SPC Tech Park</a:t>
            </a:r>
            <a:br/>
            <a:r>
              <a:rPr/>
              <a:t>Avinashi Road, Peelamedu, Coimbatore, Tamil Nadu 641004</a:t>
            </a:r>
          </a:p>
          <a:p>
            <a:pPr lvl="0" indent="-342900" marL="342900">
              <a:buAutoNum type="arabicPeriod"/>
            </a:pPr>
            <a:r>
              <a:rPr b="1"/>
              <a:t>KCT Tech Park</a:t>
            </a:r>
            <a:br/>
            <a:r>
              <a:rPr/>
              <a:t>Thudiyalur Road, Saravanampatti, Coimbatore, Tamil Nadu 641035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Note:</a:t>
            </a:r>
            <a:r>
              <a:rPr/>
              <a:t> Addresses provided are based on major established tech/commercial parks in each city.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2025-07-30T07:51:54Z</dcterms:created>
  <dcterms:modified xsi:type="dcterms:W3CDTF">2025-07-30T07:51:54Z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