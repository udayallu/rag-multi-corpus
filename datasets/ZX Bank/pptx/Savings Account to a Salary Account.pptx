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to Convert Your ZX Bank Savings Account to a Salary Account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you’re joining a new company, or your employer has partnered with ZX Bank for salary disbursement, you may want to convert your existing savings account into a salary account for added benefits. This guide walks you through the process with ZX Bank.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Convert to a Salary Account?</a:t>
            </a:r>
          </a:p>
          <a:p>
            <a:pPr lvl="0"/>
            <a:r>
              <a:rPr b="1"/>
              <a:t>Zero minimum balance</a:t>
            </a:r>
            <a:r>
              <a:rPr/>
              <a:t> requirement (in most salary account types)</a:t>
            </a:r>
          </a:p>
          <a:p>
            <a:pPr lvl="0"/>
            <a:r>
              <a:rPr b="1"/>
              <a:t>Faster salary credit</a:t>
            </a:r>
            <a:r>
              <a:rPr/>
              <a:t> and alerts</a:t>
            </a:r>
          </a:p>
          <a:p>
            <a:pPr lvl="0"/>
            <a:r>
              <a:rPr b="1"/>
              <a:t>Preferential offers</a:t>
            </a:r>
            <a:r>
              <a:rPr/>
              <a:t> on loans, credit cards, and more</a:t>
            </a:r>
          </a:p>
          <a:p>
            <a:pPr lvl="0"/>
            <a:r>
              <a:rPr b="1"/>
              <a:t>Fee waivers</a:t>
            </a:r>
            <a:r>
              <a:rPr/>
              <a:t> on select services</a:t>
            </a:r>
          </a:p>
          <a:p>
            <a:pPr lvl="0"/>
            <a:r>
              <a:rPr b="1"/>
              <a:t>Exclusive benefits</a:t>
            </a:r>
            <a:r>
              <a:rPr/>
              <a:t> like insurance and accidental coverage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Steps to Convert Savings Account to Salary Account at ZX Bank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Check Your Employer’s Tie-Up</a:t>
            </a:r>
          </a:p>
          <a:p>
            <a:pPr lvl="0"/>
            <a:r>
              <a:rPr/>
              <a:t>Confirm with your HR/Payroll department if they have a salary account arrangement with ZX Bank.</a:t>
            </a:r>
          </a:p>
          <a:p>
            <a:pPr lvl="0"/>
            <a:r>
              <a:rPr/>
              <a:t>Obtain the official employer letter or introduction.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Visit Your Home Branch or Use ZX Bank Asia App</a:t>
            </a:r>
          </a:p>
          <a:p>
            <a:pPr lvl="0"/>
            <a:r>
              <a:rPr/>
              <a:t>You can initiate the conversion:</a:t>
            </a:r>
          </a:p>
          <a:p>
            <a:pPr lvl="1"/>
            <a:r>
              <a:rPr/>
              <a:t>By visiting your ZX Bank home branch, </a:t>
            </a:r>
            <a:r>
              <a:rPr b="1"/>
              <a:t>OR</a:t>
            </a:r>
          </a:p>
          <a:p>
            <a:pPr lvl="1"/>
            <a:r>
              <a:rPr/>
              <a:t>Through the “Account Services” section in the </a:t>
            </a:r>
            <a:r>
              <a:rPr b="1"/>
              <a:t>ZX Bank Asia</a:t>
            </a:r>
            <a:r>
              <a:rPr/>
              <a:t> app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Provide Required Documents</a:t>
            </a:r>
          </a:p>
          <a:p>
            <a:pPr lvl="0" indent="0" marL="0">
              <a:buNone/>
            </a:pPr>
            <a:r>
              <a:rPr/>
              <a:t>Prepare the following documents: - Copy of your </a:t>
            </a:r>
            <a:r>
              <a:rPr b="1"/>
              <a:t>employee ID card</a:t>
            </a:r>
            <a:r>
              <a:rPr/>
              <a:t> - </a:t>
            </a:r>
            <a:r>
              <a:rPr b="1"/>
              <a:t>Letter from employer</a:t>
            </a:r>
            <a:r>
              <a:rPr/>
              <a:t> (on company letterhead) specifying: - Employment status and salary account introduction - Account number (if upgrade of an existing account) - </a:t>
            </a:r>
            <a:r>
              <a:rPr b="1"/>
              <a:t>PAN card</a:t>
            </a:r>
            <a:r>
              <a:rPr/>
              <a:t> (if not already updated in records) - </a:t>
            </a:r>
            <a:r>
              <a:rPr b="1"/>
              <a:t>Recent passport-size photograph</a:t>
            </a:r>
            <a:r>
              <a:rPr/>
              <a:t> (if required) - </a:t>
            </a:r>
            <a:r>
              <a:rPr b="1"/>
              <a:t>KYC update</a:t>
            </a:r>
            <a:r>
              <a:rPr/>
              <a:t> if asked by bank staff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Fill Out Conversion Form</a:t>
            </a:r>
          </a:p>
          <a:p>
            <a:pPr lvl="0"/>
            <a:r>
              <a:rPr/>
              <a:t>At the branch: Ask for the </a:t>
            </a:r>
            <a:r>
              <a:rPr b="1"/>
              <a:t>Account Conversion/Upgrade Form</a:t>
            </a:r>
            <a:r>
              <a:rPr/>
              <a:t> and fill in the details.</a:t>
            </a:r>
          </a:p>
          <a:p>
            <a:pPr lvl="0"/>
            <a:r>
              <a:rPr/>
              <a:t>On app: Navigate to ☰ &gt; Account Services &gt; Convert to Salary Account and follow on-screen prompts. Upload scanned documents if prompted.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5. Verification and Processing</a:t>
            </a:r>
          </a:p>
          <a:p>
            <a:pPr lvl="0"/>
            <a:r>
              <a:rPr/>
              <a:t>The bank will verify documents.</a:t>
            </a:r>
          </a:p>
          <a:p>
            <a:pPr lvl="0"/>
            <a:r>
              <a:rPr/>
              <a:t>Upon successful verification, your account type will change to </a:t>
            </a:r>
            <a:r>
              <a:rPr b="1"/>
              <a:t>Salary Account</a:t>
            </a:r>
            <a:r>
              <a:rPr/>
              <a:t>.</a:t>
            </a:r>
          </a:p>
          <a:p>
            <a:pPr lvl="0"/>
            <a:r>
              <a:rPr/>
              <a:t>Obtain written/email confirmation from the bank.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6. Enjoy Salary Account Benefits!</a:t>
            </a:r>
          </a:p>
          <a:p>
            <a:pPr lvl="0"/>
            <a:r>
              <a:rPr/>
              <a:t>Zero minimum balance</a:t>
            </a:r>
          </a:p>
          <a:p>
            <a:pPr lvl="0"/>
            <a:r>
              <a:rPr/>
              <a:t>Priority services and offers</a:t>
            </a:r>
          </a:p>
          <a:p>
            <a:pPr lvl="0"/>
            <a:r>
              <a:rPr/>
              <a:t>Employer-specific benefits if applicable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Frequently Asked Questions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Q: Will my account number or debit card change?</a:t>
            </a:r>
          </a:p>
          <a:p>
            <a:pPr lvl="0" indent="0" marL="0">
              <a:buNone/>
            </a:pPr>
            <a:r>
              <a:rPr b="1"/>
              <a:t>A:</a:t>
            </a:r>
            <a:r>
              <a:rPr/>
              <a:t> No, your account number remains the same. Debit card change is only if you opt for exclusive salary account variants.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Q: What if my salary is not credited for a few months?</a:t>
            </a:r>
          </a:p>
          <a:p>
            <a:pPr lvl="0" indent="0" marL="0">
              <a:buNone/>
            </a:pPr>
            <a:r>
              <a:rPr b="1"/>
              <a:t>A:</a:t>
            </a:r>
            <a:r>
              <a:rPr/>
              <a:t> If salary is not credited for 3-6 months (as per bank policy), the account may revert to a regular savings account with applicable minimum balance criteria.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Q: Can I convert online?</a:t>
            </a:r>
          </a:p>
          <a:p>
            <a:pPr lvl="0" indent="0" marL="0">
              <a:buNone/>
            </a:pPr>
            <a:r>
              <a:rPr b="1"/>
              <a:t>A:</a:t>
            </a:r>
            <a:r>
              <a:rPr/>
              <a:t> Yes, if your employer is registered with ZX Bank and your KYC is up to date, you can use the ZX Bank Asia app or NetBanking for conversion.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For more assistance, contact the nearest ZX Bank branch or call customer care via the ZX Bank Asia app.</a:t>
            </a:r>
          </a:p>
          <a:p>
            <a:pPr lvl="0" indent="0" marL="0">
              <a:buNone/>
            </a:pPr>
            <a:r>
              <a:rPr/>
              <a:t>🔗 </a:t>
            </a:r>
            <a:r>
              <a:rPr>
                <a:hlinkClick r:id="rId2"/>
              </a:rPr>
              <a:t>Visit ZX Bank Website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2025-07-30T07:48:47Z</dcterms:created>
  <dcterms:modified xsi:type="dcterms:W3CDTF">2025-07-30T07:48:47Z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