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Branch Network in Indore</a:t>
            </a:r>
          </a:p>
        </p:txBody>
      </p:sp>
      <p:sp>
        <p:nvSpPr>
          <p:cNvPr id="3" name="Content Placeholder 2"/>
          <p:cNvSpPr>
            <a:spLocks noGrp="1"/>
          </p:cNvSpPr>
          <p:nvPr>
            <p:ph idx="1"/>
          </p:nvPr>
        </p:nvSpPr>
        <p:spPr/>
        <p:txBody>
          <a:bodyPr/>
          <a:lstStyle/>
          <a:p>
            <a:pPr lvl="0" indent="0" marL="0">
              <a:buNone/>
            </a:pPr>
            <a:r>
              <a:rPr/>
              <a:t>Indore, as a commercial and educational hub in Central India, benefits from an extensive banking infrastructure designed to ensure convenient access and seamless financial services for its residents. ZX Bank has established a robust presence in the city, distributing its branches strategically across prominent regions such as Rau, Vijay Nagar, Palasia, Annapurna, and Sudama Nagar. This network supports personal, corporate, and digital banking needs for both individuals and businesses throughout Indore.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Rau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101 Main Road, Near IT Park, Rau, Indore</a:t>
                      </a:r>
                    </a:p>
                  </a:txBody>
                </a:tc>
                <a:tc>
                  <a:txBody>
                    <a:bodyPr/>
                    <a:lstStyle/>
                    <a:p>
                      <a:pPr lvl="0" indent="0" marL="0">
                        <a:buNone/>
                      </a:pPr>
                      <a:r>
                        <a:rPr/>
                        <a:t>ZXIN0002101</a:t>
                      </a:r>
                    </a:p>
                  </a:txBody>
                </a:tc>
                <a:tc>
                  <a:txBody>
                    <a:bodyPr/>
                    <a:lstStyle/>
                    <a:p>
                      <a:pPr lvl="0" indent="0" marL="0">
                        <a:buNone/>
                      </a:pPr>
                      <a:r>
                        <a:rPr/>
                        <a:t>0731-6023101</a:t>
                      </a:r>
                    </a:p>
                  </a:txBody>
                </a:tc>
              </a:tr>
              <a:tr h="0">
                <a:tc>
                  <a:txBody>
                    <a:bodyPr/>
                    <a:lstStyle/>
                    <a:p>
                      <a:pPr lvl="0" indent="0" marL="0">
                        <a:buNone/>
                      </a:pPr>
                      <a:r>
                        <a:rPr/>
                        <a:t>Shop 12, Sai Market, AB Road, Rau, Indore</a:t>
                      </a:r>
                    </a:p>
                  </a:txBody>
                </a:tc>
                <a:tc>
                  <a:txBody>
                    <a:bodyPr/>
                    <a:lstStyle/>
                    <a:p>
                      <a:pPr lvl="0" indent="0" marL="0">
                        <a:buNone/>
                      </a:pPr>
                      <a:r>
                        <a:rPr/>
                        <a:t>ZXIN0002102</a:t>
                      </a:r>
                    </a:p>
                  </a:txBody>
                </a:tc>
                <a:tc>
                  <a:txBody>
                    <a:bodyPr/>
                    <a:lstStyle/>
                    <a:p>
                      <a:pPr lvl="0" indent="0" marL="0">
                        <a:buNone/>
                      </a:pPr>
                      <a:r>
                        <a:rPr/>
                        <a:t>0731-6023192</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Vijay Nagar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GF-2, Malhar Mega Mall, Vijay Nagar, Indore</a:t>
                      </a:r>
                    </a:p>
                  </a:txBody>
                </a:tc>
                <a:tc>
                  <a:txBody>
                    <a:bodyPr/>
                    <a:lstStyle/>
                    <a:p>
                      <a:pPr lvl="0" indent="0" marL="0">
                        <a:buNone/>
                      </a:pPr>
                      <a:r>
                        <a:rPr/>
                        <a:t>ZXIN0002201</a:t>
                      </a:r>
                    </a:p>
                  </a:txBody>
                </a:tc>
                <a:tc>
                  <a:txBody>
                    <a:bodyPr/>
                    <a:lstStyle/>
                    <a:p>
                      <a:pPr lvl="0" indent="0" marL="0">
                        <a:buNone/>
                      </a:pPr>
                      <a:r>
                        <a:rPr/>
                        <a:t>0731-6027221</a:t>
                      </a:r>
                    </a:p>
                  </a:txBody>
                </a:tc>
              </a:tr>
              <a:tr h="0">
                <a:tc>
                  <a:txBody>
                    <a:bodyPr/>
                    <a:lstStyle/>
                    <a:p>
                      <a:pPr lvl="0" indent="0" marL="0">
                        <a:buNone/>
                      </a:pPr>
                      <a:r>
                        <a:rPr/>
                        <a:t>78/A, Scheme No. 54, Close to C21 Mall, Vijay Nagar, Indore</a:t>
                      </a:r>
                    </a:p>
                  </a:txBody>
                </a:tc>
                <a:tc>
                  <a:txBody>
                    <a:bodyPr/>
                    <a:lstStyle/>
                    <a:p>
                      <a:pPr lvl="0" indent="0" marL="0">
                        <a:buNone/>
                      </a:pPr>
                      <a:r>
                        <a:rPr/>
                        <a:t>ZXIN0002203</a:t>
                      </a:r>
                    </a:p>
                  </a:txBody>
                </a:tc>
                <a:tc>
                  <a:txBody>
                    <a:bodyPr/>
                    <a:lstStyle/>
                    <a:p>
                      <a:pPr lvl="0" indent="0" marL="0">
                        <a:buNone/>
                      </a:pPr>
                      <a:r>
                        <a:rPr/>
                        <a:t>0731-6027233</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Palasia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14 Silver Arc Plaza, New Palasia, Indore</a:t>
                      </a:r>
                    </a:p>
                  </a:txBody>
                </a:tc>
                <a:tc>
                  <a:txBody>
                    <a:bodyPr/>
                    <a:lstStyle/>
                    <a:p>
                      <a:pPr lvl="0" indent="0" marL="0">
                        <a:buNone/>
                      </a:pPr>
                      <a:r>
                        <a:rPr/>
                        <a:t>ZXIN0002301</a:t>
                      </a:r>
                    </a:p>
                  </a:txBody>
                </a:tc>
                <a:tc>
                  <a:txBody>
                    <a:bodyPr/>
                    <a:lstStyle/>
                    <a:p>
                      <a:pPr lvl="0" indent="0" marL="0">
                        <a:buNone/>
                      </a:pPr>
                      <a:r>
                        <a:rPr/>
                        <a:t>0731-6029081</a:t>
                      </a:r>
                    </a:p>
                  </a:txBody>
                </a:tc>
              </a:tr>
              <a:tr h="0">
                <a:tc>
                  <a:txBody>
                    <a:bodyPr/>
                    <a:lstStyle/>
                    <a:p>
                      <a:pPr lvl="0" indent="0" marL="0">
                        <a:buNone/>
                      </a:pPr>
                      <a:r>
                        <a:rPr/>
                        <a:t>303, Laxmi Tower, Near ICICI Bank, Old Palasia, Indore</a:t>
                      </a:r>
                    </a:p>
                  </a:txBody>
                </a:tc>
                <a:tc>
                  <a:txBody>
                    <a:bodyPr/>
                    <a:lstStyle/>
                    <a:p>
                      <a:pPr lvl="0" indent="0" marL="0">
                        <a:buNone/>
                      </a:pPr>
                      <a:r>
                        <a:rPr/>
                        <a:t>ZXIN0002307</a:t>
                      </a:r>
                    </a:p>
                  </a:txBody>
                </a:tc>
                <a:tc>
                  <a:txBody>
                    <a:bodyPr/>
                    <a:lstStyle/>
                    <a:p>
                      <a:pPr lvl="0" indent="0" marL="0">
                        <a:buNone/>
                      </a:pPr>
                      <a:r>
                        <a:rPr/>
                        <a:t>0731-6029170</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Annapurna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10 Annapurna Main Road, Annapurna Nagar, Indore</a:t>
                      </a:r>
                    </a:p>
                  </a:txBody>
                </a:tc>
                <a:tc>
                  <a:txBody>
                    <a:bodyPr/>
                    <a:lstStyle/>
                    <a:p>
                      <a:pPr lvl="0" indent="0" marL="0">
                        <a:buNone/>
                      </a:pPr>
                      <a:r>
                        <a:rPr/>
                        <a:t>ZXIN0002402</a:t>
                      </a:r>
                    </a:p>
                  </a:txBody>
                </a:tc>
                <a:tc>
                  <a:txBody>
                    <a:bodyPr/>
                    <a:lstStyle/>
                    <a:p>
                      <a:pPr lvl="0" indent="0" marL="0">
                        <a:buNone/>
                      </a:pPr>
                      <a:r>
                        <a:rPr/>
                        <a:t>0731-6028152</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Sudama Nagar Region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89, Sector D, Near Bus Stand, Sudama Nagar, Indore</a:t>
                      </a:r>
                    </a:p>
                  </a:txBody>
                </a:tc>
                <a:tc>
                  <a:txBody>
                    <a:bodyPr/>
                    <a:lstStyle/>
                    <a:p>
                      <a:pPr lvl="0" indent="0" marL="0">
                        <a:buNone/>
                      </a:pPr>
                      <a:r>
                        <a:rPr/>
                        <a:t>ZXIN0002506</a:t>
                      </a:r>
                    </a:p>
                  </a:txBody>
                </a:tc>
                <a:tc>
                  <a:txBody>
                    <a:bodyPr/>
                    <a:lstStyle/>
                    <a:p>
                      <a:pPr lvl="0" indent="0" marL="0">
                        <a:buNone/>
                      </a:pPr>
                      <a:r>
                        <a:rPr/>
                        <a:t>0731-6029820</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2025-07-30T07:50:19Z</dcterms:created>
  <dcterms:modified xsi:type="dcterms:W3CDTF">2025-07-30T07:50:19Z</dcterms:modified>
</cp:coreProperties>
</file>

<file path=docProps/custom.xml><?xml version="1.0" encoding="utf-8"?>
<Properties xmlns="http://schemas.openxmlformats.org/officeDocument/2006/custom-properties" xmlns:vt="http://schemas.openxmlformats.org/officeDocument/2006/docPropsVTypes"/>
</file>