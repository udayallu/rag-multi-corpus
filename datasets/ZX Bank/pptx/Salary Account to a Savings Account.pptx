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zxbank.asia/contact" TargetMode="External" /><Relationship Id="rId3" Type="http://schemas.openxmlformats.org/officeDocument/2006/relationships/hyperlink" Target="https://www.zxbank.asia/branches" TargetMode="Externa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to Convert Your Salary Account to a Savings Account at ZX Bank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your employment has changed, or your salary account is no longer receiving regular salary credits, you may need to convert your Salary Account to a regular Savings Account. At ZX Bank, this process is straightforward. Here’s how you can do it: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Convert Your Salary Account?</a:t>
            </a:r>
          </a:p>
          <a:p>
            <a:pPr lvl="0"/>
            <a:r>
              <a:rPr b="1"/>
              <a:t>Salary accounts</a:t>
            </a:r>
            <a:r>
              <a:rPr/>
              <a:t> are typically provided to employees for salary credits and have special benefits.</a:t>
            </a:r>
          </a:p>
          <a:p>
            <a:pPr lvl="0"/>
            <a:r>
              <a:rPr/>
              <a:t>If salary credits stop (for 3+ months), your account may be automatically converted to a Savings Account by the bank, but manual conversion avoids service interruptions.</a:t>
            </a:r>
          </a:p>
          <a:p>
            <a:pPr lvl="0"/>
            <a:r>
              <a:rPr/>
              <a:t>Savings accounts have different features and requirements, including minimum balance criteria.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Steps to Convert Salary Account to Savings Account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1. Visit Your Home Branch</a:t>
            </a:r>
          </a:p>
          <a:p>
            <a:pPr lvl="0"/>
            <a:r>
              <a:rPr/>
              <a:t>Locate your nearest </a:t>
            </a:r>
            <a:r>
              <a:rPr b="1"/>
              <a:t>ZX Bank branch</a:t>
            </a:r>
            <a:r>
              <a:rPr/>
              <a:t> (especially the one where you opened your salary account).</a:t>
            </a:r>
          </a:p>
          <a:p>
            <a:pPr lvl="0"/>
            <a:r>
              <a:rPr/>
              <a:t>Carry valid </a:t>
            </a:r>
            <a:r>
              <a:rPr b="1"/>
              <a:t>proof of identity</a:t>
            </a:r>
            <a:r>
              <a:rPr/>
              <a:t> (Aadhaar, PAN Card, Passport, etc.) and </a:t>
            </a:r>
            <a:r>
              <a:rPr b="1"/>
              <a:t>account passbook/debit card</a:t>
            </a:r>
            <a:r>
              <a:rPr/>
              <a:t>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Fill Out the Account Conversion Request Form</a:t>
            </a:r>
          </a:p>
          <a:p>
            <a:pPr lvl="0"/>
            <a:r>
              <a:rPr/>
              <a:t>Request a </a:t>
            </a:r>
            <a:r>
              <a:rPr b="1"/>
              <a:t>Salary to Savings Account Conversion Form</a:t>
            </a:r>
            <a:r>
              <a:rPr/>
              <a:t> at the branch.</a:t>
            </a:r>
          </a:p>
          <a:p>
            <a:pPr lvl="0"/>
            <a:r>
              <a:rPr/>
              <a:t>Fill in your details, mention your account number, and select “Convert to Savings Account.”</a:t>
            </a:r>
          </a:p>
          <a:p>
            <a:pPr lvl="0"/>
            <a:r>
              <a:rPr/>
              <a:t>Attach self-attested copies of requested KYC documents (if required).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Submit the Form and Documents</a:t>
            </a:r>
          </a:p>
          <a:p>
            <a:pPr lvl="0"/>
            <a:r>
              <a:rPr/>
              <a:t>Hand over the filled form and documents to the branch staff.</a:t>
            </a:r>
          </a:p>
          <a:p>
            <a:pPr lvl="0"/>
            <a:r>
              <a:rPr/>
              <a:t>The staff will verify your documents and initiate the conversion process.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 Maintain Minimum Balance</a:t>
            </a:r>
          </a:p>
          <a:p>
            <a:pPr lvl="0"/>
            <a:r>
              <a:rPr/>
              <a:t>Ensure you maintain the </a:t>
            </a:r>
            <a:r>
              <a:rPr b="1"/>
              <a:t>required minimum balance</a:t>
            </a:r>
            <a:r>
              <a:rPr/>
              <a:t> for Savings Accounts as per ZX Bank guidelines, to avoid charges.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5. Get Confirmation</a:t>
            </a:r>
          </a:p>
          <a:p>
            <a:pPr lvl="0"/>
            <a:r>
              <a:rPr/>
              <a:t>You will receive confirmation via SMS/email once the conversion is complete.</a:t>
            </a:r>
          </a:p>
          <a:p>
            <a:pPr lvl="0"/>
            <a:r>
              <a:rPr/>
              <a:t>Existing debit card, chequebook, and account number typically remain unchanged.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Alternative: Conversion via Digital Banking</a:t>
            </a:r>
          </a:p>
          <a:p>
            <a:pPr lvl="0" indent="0" marL="0">
              <a:buNone/>
            </a:pPr>
            <a:r>
              <a:rPr/>
              <a:t>ZX Bank also enables digital requests:</a:t>
            </a:r>
          </a:p>
          <a:p>
            <a:pPr lvl="0" indent="-342900" marL="342900">
              <a:buAutoNum type="arabicPeriod"/>
            </a:pPr>
            <a:r>
              <a:rPr b="1"/>
              <a:t>Open the ZX Bank Asia Mobile App</a:t>
            </a:r>
            <a:r>
              <a:rPr/>
              <a:t> or log into NetBanking.</a:t>
            </a:r>
          </a:p>
          <a:p>
            <a:pPr lvl="0" indent="-342900" marL="342900">
              <a:buAutoNum type="arabicPeriod"/>
            </a:pPr>
            <a:r>
              <a:rPr/>
              <a:t>Go to “Service Requests” &gt; “Convert Salary Account to Savings Account.”</a:t>
            </a:r>
          </a:p>
          <a:p>
            <a:pPr lvl="0" indent="-342900" marL="342900">
              <a:buAutoNum type="arabicPeriod"/>
            </a:pPr>
            <a:r>
              <a:rPr/>
              <a:t>Fill in details and upload necessary KYC docs, if asked.</a:t>
            </a:r>
          </a:p>
          <a:p>
            <a:pPr lvl="0" indent="-342900" marL="342900">
              <a:buAutoNum type="arabicPeriod"/>
            </a:pPr>
            <a:r>
              <a:rPr/>
              <a:t>Receive confirmation after processing.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Need Help?</a:t>
            </a:r>
          </a:p>
          <a:p>
            <a:pPr lvl="0"/>
            <a:r>
              <a:rPr b="1"/>
              <a:t>Call Customer Care:</a:t>
            </a:r>
            <a:r>
              <a:rPr/>
              <a:t> </a:t>
            </a:r>
            <a:r>
              <a:rPr>
                <a:hlinkClick r:id="rId2"/>
              </a:rPr>
              <a:t>ZX Bank Contact</a:t>
            </a:r>
          </a:p>
          <a:p>
            <a:pPr lvl="0"/>
            <a:r>
              <a:rPr b="1"/>
              <a:t>Visit your Branch:</a:t>
            </a:r>
            <a:r>
              <a:rPr/>
              <a:t> Find locations </a:t>
            </a:r>
            <a:r>
              <a:rPr>
                <a:hlinkClick r:id="rId3"/>
              </a:rPr>
              <a:t>here</a:t>
            </a:r>
          </a:p>
          <a:p>
            <a:pPr lvl="0"/>
            <a:r>
              <a:rPr b="1"/>
              <a:t>Use Zia, the AI Chatbot:</a:t>
            </a:r>
            <a:r>
              <a:rPr/>
              <a:t> Available in the ZX Bank Asia app for instant assistance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Note:</a:t>
            </a:r>
            <a:r>
              <a:rPr sz="2000"/>
              <a:t> If the account is not converted and continues to have no salary credits, ZX Bank may automatically convert it to a savings account after a stipulated period as per bank policy.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ZX Bank Ltd. | Your trusted banking partner in South Asia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2025-07-30T07:48:51Z</dcterms:created>
  <dcterms:modified xsi:type="dcterms:W3CDTF">2025-07-30T07:48:51Z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