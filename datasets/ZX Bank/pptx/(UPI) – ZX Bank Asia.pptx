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Unified Payments Interface (UPI) – ZX Bank Asia</a:t>
            </a:r>
          </a:p>
        </p:txBody>
      </p:sp>
      <p:sp>
        <p:nvSpPr>
          <p:cNvPr id="3" name="Content Placeholder 2"/>
          <p:cNvSpPr>
            <a:spLocks noGrp="1"/>
          </p:cNvSpPr>
          <p:nvPr>
            <p:ph idx="1"/>
          </p:nvPr>
        </p:nvSpPr>
        <p:spPr/>
        <p:txBody>
          <a:bodyPr/>
          <a:lstStyle/>
          <a:p>
            <a:pPr lvl="0" indent="0" marL="0">
              <a:buNone/>
            </a:pPr>
            <a:r>
              <a:rPr/>
              <a:t>Unified Payments Interface (UPI) is a real-time payment system that enables instant money transfer between bank accounts using your mobile device. ZX Bank Asia supports UPI seamlessly through its mobile app for fast, secure, and convenient transactions.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What is UPI?</a:t>
            </a:r>
          </a:p>
          <a:p>
            <a:pPr lvl="0"/>
            <a:r>
              <a:rPr b="1"/>
              <a:t>Instant, 24x7 money transfers</a:t>
            </a:r>
            <a:r>
              <a:rPr/>
              <a:t> via mobile devices</a:t>
            </a:r>
            <a:br/>
          </a:p>
          <a:p>
            <a:pPr lvl="0"/>
            <a:r>
              <a:rPr b="1"/>
              <a:t>Single app</a:t>
            </a:r>
            <a:r>
              <a:rPr/>
              <a:t> for accessing multiple bank accounts</a:t>
            </a:r>
            <a:br/>
          </a:p>
          <a:p>
            <a:pPr lvl="0"/>
            <a:r>
              <a:rPr b="1"/>
              <a:t>Easy transactions</a:t>
            </a:r>
            <a:r>
              <a:rPr/>
              <a:t> using mobile number, Virtual Payment Address (VPA), or QR codes</a:t>
            </a:r>
            <a:br/>
          </a:p>
          <a:p>
            <a:pPr lvl="0"/>
            <a:r>
              <a:rPr b="1"/>
              <a:t>Used for:</a:t>
            </a:r>
            <a:r>
              <a:rPr/>
              <a:t> Fund transfer, bill payments, merchant payments, and more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How to Activate UPI with ZX Bank</a:t>
            </a:r>
          </a:p>
          <a:p>
            <a:pPr lvl="0" indent="-342900" marL="342900">
              <a:buAutoNum type="arabicPeriod"/>
            </a:pPr>
            <a:r>
              <a:rPr b="1"/>
              <a:t>Download the ZX Bank Asia App</a:t>
            </a:r>
          </a:p>
          <a:p>
            <a:pPr lvl="1"/>
            <a:r>
              <a:rPr/>
              <a:t>Available for: Android and iOS</a:t>
            </a:r>
          </a:p>
          <a:p>
            <a:pPr lvl="0" indent="-342900" marL="342900">
              <a:buAutoNum type="arabicPeriod"/>
            </a:pPr>
            <a:r>
              <a:rPr b="1"/>
              <a:t>Login/Register</a:t>
            </a:r>
          </a:p>
          <a:p>
            <a:pPr lvl="1"/>
            <a:r>
              <a:rPr/>
              <a:t>Use mobile number registered with ZX Bank</a:t>
            </a:r>
            <a:br/>
          </a:p>
          <a:p>
            <a:pPr lvl="1"/>
            <a:r>
              <a:rPr/>
              <a:t>Complete e-KYC if not already done</a:t>
            </a:r>
          </a:p>
          <a:p>
            <a:pPr lvl="0" indent="-342900" marL="342900">
              <a:buAutoNum type="arabicPeriod"/>
            </a:pPr>
            <a:r>
              <a:rPr b="1"/>
              <a:t>Go to UPI Section</a:t>
            </a:r>
          </a:p>
          <a:p>
            <a:pPr lvl="1"/>
            <a:r>
              <a:rPr/>
              <a:t>Tap ‘UPI’ icon or navigate via home screen</a:t>
            </a:r>
          </a:p>
          <a:p>
            <a:pPr lvl="0" indent="-342900" marL="342900">
              <a:buAutoNum type="arabicPeriod"/>
            </a:pPr>
            <a:r>
              <a:rPr b="1"/>
              <a:t>Create or Link UPI ID (VPA)</a:t>
            </a:r>
          </a:p>
          <a:p>
            <a:pPr lvl="1"/>
            <a:r>
              <a:rPr/>
              <a:t>Example: </a:t>
            </a:r>
            <a:r>
              <a:rPr>
                <a:latin typeface="Courier"/>
              </a:rPr>
              <a:t>yourname@zxbank</a:t>
            </a:r>
          </a:p>
          <a:p>
            <a:pPr lvl="1"/>
            <a:r>
              <a:rPr/>
              <a:t>Choose/set your UPI PIN for secure transactions</a:t>
            </a:r>
          </a:p>
          <a:p>
            <a:pPr lvl="0" indent="-342900" marL="342900">
              <a:buAutoNum type="arabicPeriod"/>
            </a:pPr>
            <a:r>
              <a:rPr b="1"/>
              <a:t>Link Your ZX Bank Account</a:t>
            </a:r>
          </a:p>
          <a:p>
            <a:pPr lvl="1"/>
            <a:r>
              <a:rPr/>
              <a:t>Select the account to operate UPI with</a:t>
            </a:r>
          </a:p>
          <a:p>
            <a:pPr lvl="0" indent="-342900" marL="342900">
              <a:buAutoNum type="arabicPeriod"/>
            </a:pPr>
            <a:r>
              <a:rPr b="1"/>
              <a:t>Set/Reset UPI PIN</a:t>
            </a:r>
          </a:p>
          <a:p>
            <a:pPr lvl="1"/>
            <a:r>
              <a:rPr/>
              <a:t>Authenticate with debit card details</a:t>
            </a:r>
          </a:p>
          <a:p>
            <a:pPr lvl="1"/>
            <a:r>
              <a:rPr/>
              <a:t>Set a 4/6-digit UPI PIN</a:t>
            </a:r>
          </a:p>
          <a:p>
            <a:pPr lvl="0" indent="-342900" marL="342900">
              <a:buAutoNum type="arabicPeriod"/>
            </a:pPr>
            <a:r>
              <a:rPr b="1"/>
              <a:t>Ready to Use</a:t>
            </a:r>
          </a:p>
          <a:p>
            <a:pPr lvl="1"/>
            <a:r>
              <a:rPr/>
              <a:t>Start transacting, paying bills, transferring funds, and scanning UPI QR codes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UPI Daily Limits with ZX Bank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Transaction Type</a:t>
                      </a:r>
                    </a:p>
                  </a:txBody>
                  <a:tcPr/>
                </a:tc>
                <a:tc>
                  <a:txBody>
                    <a:bodyPr/>
                    <a:lstStyle/>
                    <a:p>
                      <a:pPr lvl="0" indent="0" marL="0">
                        <a:buNone/>
                      </a:pPr>
                      <a:r>
                        <a:rPr/>
                        <a:t>Limit</a:t>
                      </a:r>
                    </a:p>
                  </a:txBody>
                  <a:tcPr/>
                </a:tc>
              </a:tr>
              <a:tr h="0">
                <a:tc>
                  <a:txBody>
                    <a:bodyPr/>
                    <a:lstStyle/>
                    <a:p>
                      <a:pPr lvl="0" indent="0" marL="0">
                        <a:buNone/>
                      </a:pPr>
                      <a:r>
                        <a:rPr b="1"/>
                        <a:t>Per Transaction</a:t>
                      </a:r>
                    </a:p>
                  </a:txBody>
                </a:tc>
                <a:tc>
                  <a:txBody>
                    <a:bodyPr/>
                    <a:lstStyle/>
                    <a:p>
                      <a:pPr lvl="0" indent="0" marL="0">
                        <a:buNone/>
                      </a:pPr>
                      <a:r>
                        <a:rPr/>
                        <a:t>₹1,00,000*</a:t>
                      </a:r>
                    </a:p>
                  </a:txBody>
                </a:tc>
              </a:tr>
              <a:tr h="0">
                <a:tc>
                  <a:txBody>
                    <a:bodyPr/>
                    <a:lstStyle/>
                    <a:p>
                      <a:pPr lvl="0" indent="0" marL="0">
                        <a:buNone/>
                      </a:pPr>
                      <a:r>
                        <a:rPr b="1"/>
                        <a:t>Per Day (total)</a:t>
                      </a:r>
                    </a:p>
                  </a:txBody>
                </a:tc>
                <a:tc>
                  <a:txBody>
                    <a:bodyPr/>
                    <a:lstStyle/>
                    <a:p>
                      <a:pPr lvl="0" indent="0" marL="0">
                        <a:buNone/>
                      </a:pPr>
                      <a:r>
                        <a:rPr/>
                        <a:t>₹1,00,000* across all UPI transactions</a:t>
                      </a:r>
                    </a:p>
                  </a:txBody>
                </a:tc>
              </a:tr>
              <a:tr h="0">
                <a:tc>
                  <a:txBody>
                    <a:bodyPr/>
                    <a:lstStyle/>
                    <a:p>
                      <a:pPr lvl="0" indent="0" marL="0">
                        <a:buNone/>
                      </a:pPr>
                      <a:r>
                        <a:rPr b="1"/>
                        <a:t>Max Transactions/Day</a:t>
                      </a:r>
                    </a:p>
                  </a:txBody>
                </a:tc>
                <a:tc>
                  <a:txBody>
                    <a:bodyPr/>
                    <a:lstStyle/>
                    <a:p>
                      <a:pPr lvl="0" indent="0" marL="0">
                        <a:buNone/>
                      </a:pPr>
                      <a:r>
                        <a:rPr/>
                        <a:t>20 transfers**</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*Limits as per NPCI &amp; ZX Bank policies. Subject to change.</a:t>
            </a:r>
            <a:br/>
            <a:r>
              <a:rPr sz="2000"/>
              <a:t>**May vary based on customer risk profile and regulatory updates.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UPI Customer Support</a:t>
            </a:r>
          </a:p>
          <a:p>
            <a:pPr lvl="0"/>
            <a:r>
              <a:rPr b="1"/>
              <a:t>In-App:</a:t>
            </a:r>
            <a:r>
              <a:rPr/>
              <a:t> Use ‘Help &amp; Support’ section in ZX Bank Asia App &gt; UPI</a:t>
            </a:r>
            <a:br/>
          </a:p>
          <a:p>
            <a:pPr lvl="0"/>
            <a:r>
              <a:rPr b="1"/>
              <a:t>Call:</a:t>
            </a:r>
            <a:r>
              <a:rPr/>
              <a:t> ZX Bank Customer Care: 1800-XXX-XXXX (toll-free in India)</a:t>
            </a:r>
            <a:br/>
          </a:p>
          <a:p>
            <a:pPr lvl="0"/>
            <a:r>
              <a:rPr b="1"/>
              <a:t>Email:</a:t>
            </a:r>
            <a:r>
              <a:rPr/>
              <a:t> upi.support@zxbank.asia</a:t>
            </a:r>
            <a:br/>
          </a:p>
          <a:p>
            <a:pPr lvl="0"/>
            <a:r>
              <a:rPr b="1"/>
              <a:t>Chat:</a:t>
            </a:r>
            <a:r>
              <a:rPr/>
              <a:t> Ask “Zia” – ZX Bank’s AI assistant – in the app for UPI help</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Note:</a:t>
            </a:r>
            <a:br/>
            <a:r>
              <a:rPr/>
              <a:t>- UPI services currently available in India for ZX Bank account holders</a:t>
            </a:r>
            <a:br/>
            <a:r>
              <a:rPr/>
              <a:t>- For cross-border payments/remittances, use dedicated remittance options in the app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Last updated: June 2024</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2025-07-30T07:48:32Z</dcterms:created>
  <dcterms:modified xsi:type="dcterms:W3CDTF">2025-07-30T07:48:32Z</dcterms:modified>
</cp:coreProperties>
</file>

<file path=docProps/custom.xml><?xml version="1.0" encoding="utf-8"?>
<Properties xmlns="http://schemas.openxmlformats.org/officeDocument/2006/custom-properties" xmlns:vt="http://schemas.openxmlformats.org/officeDocument/2006/docPropsVTypes"/>
</file>