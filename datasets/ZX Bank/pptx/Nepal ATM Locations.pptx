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mobile-app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Bank: Nepal ATM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provides a robust ATM network across Nepal, ensuring convenient banking access for local residents and NRI customers. Below is a list of major ATM locations with their addresses in Nepal.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Kathmandu</a:t>
            </a:r>
          </a:p>
          <a:p>
            <a:pPr lvl="0"/>
            <a:r>
              <a:rPr b="1"/>
              <a:t>Thamel Branch ATM</a:t>
            </a:r>
          </a:p>
          <a:p>
            <a:pPr lvl="1"/>
            <a:r>
              <a:rPr/>
              <a:t>Address: 123 JP Road, Thamel, Kathmandu 44600</a:t>
            </a:r>
          </a:p>
          <a:p>
            <a:pPr lvl="0"/>
            <a:r>
              <a:rPr b="1"/>
              <a:t>Patan Durbar Square ATM</a:t>
            </a:r>
          </a:p>
          <a:p>
            <a:pPr lvl="1"/>
            <a:r>
              <a:rPr/>
              <a:t>Address: Mangal Bazaar Road, Lalitpur, Kathmandu 44700</a:t>
            </a:r>
          </a:p>
          <a:p>
            <a:pPr lvl="0"/>
            <a:r>
              <a:rPr b="1"/>
              <a:t>New Baneshwor ATM</a:t>
            </a:r>
          </a:p>
          <a:p>
            <a:pPr lvl="1"/>
            <a:r>
              <a:rPr/>
              <a:t>Address: 45 New Baneshwor Road, Kathmandu 44621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Pokhara</a:t>
            </a:r>
          </a:p>
          <a:p>
            <a:pPr lvl="0"/>
            <a:r>
              <a:rPr b="1"/>
              <a:t>Lakeside ATM</a:t>
            </a:r>
          </a:p>
          <a:p>
            <a:pPr lvl="1"/>
            <a:r>
              <a:rPr/>
              <a:t>Address: Phewa Lake Side, Gauri Ghat, Pokhara 33700</a:t>
            </a:r>
          </a:p>
          <a:p>
            <a:pPr lvl="0"/>
            <a:r>
              <a:rPr b="1"/>
              <a:t>Mahendrapul ATM</a:t>
            </a:r>
          </a:p>
          <a:p>
            <a:pPr lvl="1"/>
            <a:r>
              <a:rPr/>
              <a:t>Address: Mahendrapul Road, Pokhara 33700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Biratnagar</a:t>
            </a:r>
          </a:p>
          <a:p>
            <a:pPr lvl="0"/>
            <a:r>
              <a:rPr b="1"/>
              <a:t>Main Market ATM</a:t>
            </a:r>
          </a:p>
          <a:p>
            <a:pPr lvl="1"/>
            <a:r>
              <a:rPr/>
              <a:t>Address: 112 Bhrikuti Chowk, Biratnagar 56613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Bharatpur</a:t>
            </a:r>
          </a:p>
          <a:p>
            <a:pPr lvl="0"/>
            <a:r>
              <a:rPr b="1"/>
              <a:t>Central Chowk ATM</a:t>
            </a:r>
          </a:p>
          <a:p>
            <a:pPr lvl="1"/>
            <a:r>
              <a:rPr/>
              <a:t>Address: 22 Central Chowk, Bharatpur 44207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Birgunj</a:t>
            </a:r>
          </a:p>
          <a:p>
            <a:pPr lvl="0"/>
            <a:r>
              <a:rPr b="1"/>
              <a:t>Adarsh Nagar ATM</a:t>
            </a:r>
          </a:p>
          <a:p>
            <a:pPr lvl="1"/>
            <a:r>
              <a:rPr/>
              <a:t>Address: 59 Adarsh Nagar, Birgunj 44300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Bhaktapur</a:t>
            </a:r>
          </a:p>
          <a:p>
            <a:pPr lvl="0"/>
            <a:r>
              <a:rPr b="1"/>
              <a:t>Bhaktapur Durbar Square ATM</a:t>
            </a:r>
          </a:p>
          <a:p>
            <a:pPr lvl="1"/>
            <a:r>
              <a:rPr/>
              <a:t>Address: Durbar Square, Bhaktapur 44800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Butwal</a:t>
            </a:r>
          </a:p>
          <a:p>
            <a:pPr lvl="0"/>
            <a:r>
              <a:rPr b="1"/>
              <a:t>Traffic Chowk ATM</a:t>
            </a:r>
          </a:p>
          <a:p>
            <a:pPr lvl="1"/>
            <a:r>
              <a:rPr/>
              <a:t>Address: 101 Traffic Chowk, Butwal 32907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Dhangadhi</a:t>
            </a:r>
          </a:p>
          <a:p>
            <a:pPr lvl="0"/>
            <a:r>
              <a:rPr b="1"/>
              <a:t>Seti Zone Office ATM</a:t>
            </a:r>
          </a:p>
          <a:p>
            <a:pPr lvl="1"/>
            <a:r>
              <a:rPr/>
              <a:t>Address: 77 Seti Zone Road, Dhangadhi 10900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Locations</a:t>
            </a:r>
          </a:p>
          <a:p>
            <a:pPr lvl="0" indent="0" marL="0">
              <a:buNone/>
            </a:pPr>
            <a:r>
              <a:rPr/>
              <a:t>ZX Bank ATMs are also operational at several shopping malls, airports, hospitals, and university campuses across Nepal. For the most updated list or to find the nearest ATM, use the </a:t>
            </a:r>
            <a:r>
              <a:rPr>
                <a:hlinkClick r:id="rId2"/>
              </a:rPr>
              <a:t>ZX Bank Asia Mobile App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 us:</a:t>
            </a:r>
            <a:br/>
            <a:r>
              <a:rPr/>
              <a:t>For assistance or feedback, contact ZX Bank Nepal Customer Care at 01-5551234 or visit your nearest branch.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2025-07-30T07:51:34Z</dcterms:created>
  <dcterms:modified xsi:type="dcterms:W3CDTF">2025-07-30T07:51:34Z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