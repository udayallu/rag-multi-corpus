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xbank.asia" TargetMode="Externa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xbank.asia/netbanking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ZX Bank – NetBanking Guide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NetBanking?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NetBanking is a secure online banking platform for individuals and businesses to manage accounts, perform transactions, pay bills, and access banking services anytime, anywhere.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Account balance &amp; statement viewing</a:t>
            </a:r>
          </a:p>
          <a:p>
            <a:pPr lvl="0"/>
            <a:r>
              <a:rPr b="1"/>
              <a:t>Fund transfers (within ZX Bank &amp; other banks)</a:t>
            </a:r>
          </a:p>
          <a:p>
            <a:pPr lvl="0"/>
            <a:r>
              <a:rPr b="1"/>
              <a:t>Bill payments &amp; mobile/DTH recharge</a:t>
            </a:r>
          </a:p>
          <a:p>
            <a:pPr lvl="0"/>
            <a:r>
              <a:rPr b="1"/>
              <a:t>Open/close Fixed Deposits &amp; Recurring Deposits</a:t>
            </a:r>
          </a:p>
          <a:p>
            <a:pPr lvl="0"/>
            <a:r>
              <a:rPr b="1"/>
              <a:t>Loan &amp; Credit Card management</a:t>
            </a:r>
          </a:p>
          <a:p>
            <a:pPr lvl="0"/>
            <a:r>
              <a:rPr b="1"/>
              <a:t>Utility features</a:t>
            </a:r>
            <a:r>
              <a:rPr/>
              <a:t>: Stop cheque, request cheque book, manage beneficiaries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to Activate ZX Bank NetBanking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Self-Registration (Online)</a:t>
            </a:r>
          </a:p>
          <a:p>
            <a:pPr lvl="0" indent="-342900" marL="342900">
              <a:buAutoNum type="arabicPeriod"/>
            </a:pPr>
            <a:r>
              <a:rPr/>
              <a:t>Visit </a:t>
            </a:r>
            <a:r>
              <a:rPr>
                <a:hlinkClick r:id="rId2"/>
              </a:rPr>
              <a:t>ZX Bank Asia Website</a:t>
            </a:r>
          </a:p>
          <a:p>
            <a:pPr lvl="0" indent="-342900" marL="342900">
              <a:buAutoNum type="arabicPeriod"/>
            </a:pPr>
            <a:r>
              <a:rPr/>
              <a:t>Click on </a:t>
            </a:r>
            <a:r>
              <a:rPr b="1"/>
              <a:t>‘NetBanking Login’</a:t>
            </a:r>
            <a:r>
              <a:rPr/>
              <a:t> and select </a:t>
            </a:r>
            <a:r>
              <a:rPr b="1"/>
              <a:t>‘New User/Register’</a:t>
            </a:r>
          </a:p>
          <a:p>
            <a:pPr lvl="0" indent="-342900" marL="342900">
              <a:buAutoNum type="arabicPeriod"/>
            </a:pPr>
            <a:r>
              <a:rPr/>
              <a:t>Enter:</a:t>
            </a:r>
          </a:p>
          <a:p>
            <a:pPr lvl="1"/>
            <a:r>
              <a:rPr/>
              <a:t>Customer ID (from passbook/account statement)</a:t>
            </a:r>
          </a:p>
          <a:p>
            <a:pPr lvl="1"/>
            <a:r>
              <a:rPr/>
              <a:t>Registered mobile number</a:t>
            </a:r>
          </a:p>
          <a:p>
            <a:pPr lvl="1"/>
            <a:r>
              <a:rPr/>
              <a:t>Verification via OTP</a:t>
            </a:r>
          </a:p>
          <a:p>
            <a:pPr lvl="0" indent="-342900" marL="342900">
              <a:buAutoNum type="arabicPeriod"/>
            </a:pPr>
            <a:r>
              <a:rPr/>
              <a:t>Set your NetBanking username and password.</a:t>
            </a:r>
          </a:p>
          <a:p>
            <a:pPr lvl="0" indent="-342900" marL="342900">
              <a:buAutoNum type="arabicPeriod"/>
            </a:pPr>
            <a:r>
              <a:rPr/>
              <a:t>Login and set transactional password &amp; security questions.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Activation via Branch</a:t>
            </a:r>
          </a:p>
          <a:p>
            <a:pPr lvl="0"/>
            <a:r>
              <a:rPr/>
              <a:t>Visit any ZX Bank branch.</a:t>
            </a:r>
          </a:p>
          <a:p>
            <a:pPr lvl="0"/>
            <a:r>
              <a:rPr/>
              <a:t>Fill NetBanking registration form.</a:t>
            </a:r>
          </a:p>
          <a:p>
            <a:pPr lvl="0"/>
            <a:r>
              <a:rPr/>
              <a:t>Receive welcome kit/activation link on mobile/email.</a:t>
            </a:r>
          </a:p>
          <a:p>
            <a:pPr lvl="0"/>
            <a:r>
              <a:rPr/>
              <a:t>Set your login and transaction password.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Activation via Mobile App</a:t>
            </a:r>
          </a:p>
          <a:p>
            <a:pPr lvl="0"/>
            <a:r>
              <a:rPr/>
              <a:t>Download the </a:t>
            </a:r>
            <a:r>
              <a:rPr b="1"/>
              <a:t>ZX Bank Asia</a:t>
            </a:r>
            <a:r>
              <a:rPr/>
              <a:t> app (Android/iOS).</a:t>
            </a:r>
          </a:p>
          <a:p>
            <a:pPr lvl="0"/>
            <a:r>
              <a:rPr/>
              <a:t>Select ‘Register for NetBanking’.</a:t>
            </a:r>
          </a:p>
          <a:p>
            <a:pPr lvl="0"/>
            <a:r>
              <a:rPr/>
              <a:t>Follow in-app instructions (similar to online self-registration).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Daily Transaction Limits (Indicative)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Per day Limit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NEFT/RTGS (Fund transfer)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₹10,00,000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IMPS/UPI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₹2,00,000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Bill Payments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₹1,00,000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Own ZX Bank account Txns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₹20,00,000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Note:</a:t>
            </a:r>
            <a:r>
              <a:rPr sz="2000"/>
              <a:t> Corporate/priority customers may request for higher limits. Limits can be customized via branch or customer support, subject to approval and enhanced security.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Security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Never share your NetBanking password/OTP.</a:t>
            </a:r>
          </a:p>
          <a:p>
            <a:pPr lvl="0"/>
            <a:r>
              <a:rPr/>
              <a:t>Update password regularly.</a:t>
            </a:r>
          </a:p>
          <a:p>
            <a:pPr lvl="0"/>
            <a:r>
              <a:rPr/>
              <a:t>Login only via official website or ZX Bank Asia app.</a:t>
            </a:r>
          </a:p>
          <a:p>
            <a:pPr lvl="0"/>
            <a:r>
              <a:rPr/>
              <a:t>Enable two-factor authentication.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Helpdesk:</a:t>
            </a:r>
          </a:p>
          <a:p>
            <a:pPr lvl="1"/>
            <a:r>
              <a:rPr/>
              <a:t>Toll-Free India: 1800-123-4567</a:t>
            </a:r>
          </a:p>
          <a:p>
            <a:pPr lvl="1"/>
            <a:r>
              <a:rPr/>
              <a:t>Sri Lanka: +94-11-2345678</a:t>
            </a:r>
          </a:p>
          <a:p>
            <a:pPr lvl="1"/>
            <a:r>
              <a:rPr/>
              <a:t>Bangladesh: +880-17-12345678</a:t>
            </a:r>
          </a:p>
          <a:p>
            <a:pPr lvl="1"/>
            <a:r>
              <a:rPr/>
              <a:t>Bhutan: +975-2-123456</a:t>
            </a:r>
          </a:p>
          <a:p>
            <a:pPr lvl="1"/>
            <a:r>
              <a:rPr/>
              <a:t>Nepal: +977-1-1234567</a:t>
            </a:r>
            <a:br/>
          </a:p>
          <a:p>
            <a:pPr lvl="0"/>
            <a:r>
              <a:rPr b="1"/>
              <a:t>Email:</a:t>
            </a:r>
            <a:r>
              <a:rPr/>
              <a:t> netbanking.support@zxbank.asia</a:t>
            </a:r>
          </a:p>
          <a:p>
            <a:pPr lvl="0"/>
            <a:r>
              <a:rPr b="1"/>
              <a:t>Chat:</a:t>
            </a:r>
            <a:r>
              <a:rPr/>
              <a:t> 24×7 Zia AI Assistant via app/website</a:t>
            </a:r>
            <a:br/>
          </a:p>
          <a:p>
            <a:pPr lvl="0"/>
            <a:r>
              <a:rPr b="1"/>
              <a:t>Branch Support:</a:t>
            </a:r>
            <a:r>
              <a:rPr/>
              <a:t> Visit any branch for in-person assistance.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For more information visit: </a:t>
            </a:r>
            <a:r>
              <a:rPr sz="2000">
                <a:hlinkClick r:id="rId2"/>
              </a:rPr>
              <a:t>www.zxbank.asia/netbanking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2025-07-30T07:51:42Z</dcterms:created>
  <dcterms:modified xsi:type="dcterms:W3CDTF">2025-07-30T07:51:42Z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