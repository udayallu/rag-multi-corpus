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Fixed Deposits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offers attractive and secure Fixed Deposit (FD) solutions tailored for individuals, businesses, and Non-Resident Indians (NRIs) across its operating countries. With ZX Bank’s robust digital services and reliable branch presence, customers can enjoy seamless booking, management, and maturity payouts of fixed deposits.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ZX Bank Fixed Deposits?</a:t>
            </a:r>
          </a:p>
          <a:p>
            <a:pPr lvl="0"/>
            <a:r>
              <a:rPr b="1"/>
              <a:t>Competitive Interest Rates:</a:t>
            </a:r>
            <a:r>
              <a:rPr/>
              <a:t> Enjoy higher returns compared to regular savings accounts.</a:t>
            </a:r>
          </a:p>
          <a:p>
            <a:pPr lvl="0"/>
            <a:r>
              <a:rPr b="1"/>
              <a:t>Flexible Tenures:</a:t>
            </a:r>
            <a:r>
              <a:rPr/>
              <a:t> Tenure options ranging from 7 days to 10 years.</a:t>
            </a:r>
          </a:p>
          <a:p>
            <a:pPr lvl="0"/>
            <a:r>
              <a:rPr b="1"/>
              <a:t>Safe &amp; Secure:</a:t>
            </a:r>
            <a:r>
              <a:rPr/>
              <a:t> Backed by ZX Bank’s sound financial position and regulatory compliance.</a:t>
            </a:r>
          </a:p>
          <a:p>
            <a:pPr lvl="0"/>
            <a:r>
              <a:rPr b="1"/>
              <a:t>Loan Against FD:</a:t>
            </a:r>
            <a:r>
              <a:rPr/>
              <a:t> Avail instant overdraft or loans up to 90% of your FD value.</a:t>
            </a:r>
          </a:p>
          <a:p>
            <a:pPr lvl="0"/>
            <a:r>
              <a:rPr b="1"/>
              <a:t>Premature Withdrawal:</a:t>
            </a:r>
            <a:r>
              <a:rPr/>
              <a:t> Facility available (premature closure charges may apply).</a:t>
            </a:r>
          </a:p>
          <a:p>
            <a:pPr lvl="0"/>
            <a:r>
              <a:rPr b="1"/>
              <a:t>Digital Opening:</a:t>
            </a:r>
            <a:r>
              <a:rPr/>
              <a:t> Open, renew, or close FDs instantly through ZX Bank Asia mobile app or NetBanking.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Features &amp; Benefits</a:t>
            </a:r>
          </a:p>
          <a:p>
            <a:pPr lvl="0"/>
            <a:r>
              <a:rPr/>
              <a:t>Minimum Deposit: ₹5,000 (India), LKR 10,000 (Sri Lanka), BDT 10,000 (Bangladesh), BTN 1,000 (Bhutan), NPR 1,500 (Nepal)</a:t>
            </a:r>
          </a:p>
          <a:p>
            <a:pPr lvl="0"/>
            <a:r>
              <a:rPr/>
              <a:t>Interest Payout: Choose from monthly, quarterly, or on maturity payout options</a:t>
            </a:r>
          </a:p>
          <a:p>
            <a:pPr lvl="0"/>
            <a:r>
              <a:rPr/>
              <a:t>Special Schemes: Senior citizen extra interest, tax-saver FDs, recurring deposit variants</a:t>
            </a:r>
          </a:p>
          <a:p>
            <a:pPr lvl="0"/>
            <a:r>
              <a:rPr/>
              <a:t>Joint Deposits: Facility for joint holding and nomination</a:t>
            </a:r>
          </a:p>
          <a:p>
            <a:pPr lvl="0"/>
            <a:r>
              <a:rPr/>
              <a:t>Auto-renewal: Hassle-free renewal option available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Available In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Branch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Online/Digital Booking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Sri Lanka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LKR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Bangladesh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BDT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Bhutan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Nepal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</a:t>
            </a:r>
          </a:p>
          <a:p>
            <a:pPr lvl="0" indent="-342900" marL="342900">
              <a:buAutoNum type="arabicPeriod"/>
            </a:pPr>
            <a:r>
              <a:rPr b="1"/>
              <a:t>Via Mobile App:</a:t>
            </a:r>
          </a:p>
          <a:p>
            <a:pPr lvl="1"/>
            <a:r>
              <a:rPr/>
              <a:t>Download the ZX Bank Asia app (Android/iOS)</a:t>
            </a:r>
          </a:p>
          <a:p>
            <a:pPr lvl="1"/>
            <a:r>
              <a:rPr/>
              <a:t>Register/login and choose “Fixed Deposit”</a:t>
            </a:r>
          </a:p>
          <a:p>
            <a:pPr lvl="1"/>
            <a:r>
              <a:rPr/>
              <a:t>Select amount, tenure, and nominee</a:t>
            </a:r>
          </a:p>
          <a:p>
            <a:pPr lvl="1"/>
            <a:r>
              <a:rPr/>
              <a:t>Confirm with OTP/biometric authentication</a:t>
            </a:r>
          </a:p>
          <a:p>
            <a:pPr lvl="0" indent="-342900" marL="342900">
              <a:buAutoNum type="arabicPeriod"/>
            </a:pPr>
            <a:r>
              <a:rPr b="1"/>
              <a:t>Via NetBanking:</a:t>
            </a:r>
          </a:p>
          <a:p>
            <a:pPr lvl="1"/>
            <a:r>
              <a:rPr/>
              <a:t>Login to www.zxbank.asia</a:t>
            </a:r>
          </a:p>
          <a:p>
            <a:pPr lvl="1"/>
            <a:r>
              <a:rPr/>
              <a:t>Navigate to “Deposits” → “Open Fixed Deposit”</a:t>
            </a:r>
          </a:p>
          <a:p>
            <a:pPr lvl="1"/>
            <a:r>
              <a:rPr/>
              <a:t>Fill in required details and confirm</a:t>
            </a:r>
          </a:p>
          <a:p>
            <a:pPr lvl="0" indent="-342900" marL="342900">
              <a:buAutoNum type="arabicPeriod"/>
            </a:pPr>
            <a:r>
              <a:rPr b="1"/>
              <a:t>At Branch:</a:t>
            </a:r>
          </a:p>
          <a:p>
            <a:pPr lvl="1"/>
            <a:r>
              <a:rPr/>
              <a:t>Visit your nearest ZX Bank branch with KYC documents</a:t>
            </a:r>
          </a:p>
          <a:p>
            <a:pPr lvl="1"/>
            <a:r>
              <a:rPr/>
              <a:t>Fill out the FD application form and deposit the amount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Sample Interest Rates* (for illustrative purposes)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Senior Citizen Rate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days - 45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 days–180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4.75%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181 days–1 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6.25%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year–3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years–5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*Rates are subject to change. Please refer to </a:t>
            </a:r>
            <a:r>
              <a:rPr sz="2000">
                <a:hlinkClick r:id="rId2"/>
              </a:rPr>
              <a:t>ZX Bank Website</a:t>
            </a:r>
            <a:r>
              <a:rPr sz="2000"/>
              <a:t> or branch for current rates in your region.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ESG &amp; CSR Initiatives</a:t>
            </a:r>
          </a:p>
          <a:p>
            <a:pPr lvl="0" indent="0" marL="0">
              <a:buNone/>
            </a:pPr>
            <a:r>
              <a:rPr/>
              <a:t>Part of your deposits fuel green finance projects such as Bhutanese hydropower and Nepalese solar ventures, ensuring your savings contribute to a sustainable future.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 indent="0" marL="0">
              <a:buNone/>
            </a:pPr>
            <a:r>
              <a:rPr/>
              <a:t>Connect with “Zia,” your 24x7 AI-based financial assistant on the ZX Bank Asia app, or visit any branch for customized FD solutions.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Grow your savings safely with ZX Bank Fixed Deposits!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your FD now at www.zxbank.asia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2025-07-30T07:52:51Z</dcterms:created>
  <dcterms:modified xsi:type="dcterms:W3CDTF">2025-07-30T07:52:51Z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