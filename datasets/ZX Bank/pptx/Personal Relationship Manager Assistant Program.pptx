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Personal Relationship Manager Assistant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</a:t>
            </a:r>
            <a:r>
              <a:rPr b="1"/>
              <a:t>Personal Relationship Manager (PRM) Assistant Program</a:t>
            </a:r>
            <a:r>
              <a:rPr/>
              <a:t>, an exclusive service designed for all ZX Bank account holders. Our PRM Assistant transforms the way you bank—offering dedicated, professional, and tailored support for your daily financial needs.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the PRM Assistant Program?</a:t>
            </a:r>
          </a:p>
          <a:p>
            <a:pPr lvl="0" indent="0" marL="0">
              <a:buNone/>
            </a:pPr>
            <a:r>
              <a:rPr/>
              <a:t>The Personal Relationship Manager Assistant Program connects you with a </a:t>
            </a:r>
            <a:r>
              <a:rPr b="1"/>
              <a:t>dedicated relationship manager</a:t>
            </a:r>
            <a:r>
              <a:rPr/>
              <a:t>—a friendly banking expert who understands your unique needs. Whether you manage your finances digitally or prefer in-person services, your PRM Assistant will guide and support you, making banking easier and more personalized than ever before.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 and Benefits</a:t>
            </a:r>
          </a:p>
          <a:p>
            <a:pPr lvl="0"/>
            <a:r>
              <a:rPr b="1"/>
              <a:t>Dedicated Support</a:t>
            </a:r>
          </a:p>
          <a:p>
            <a:pPr lvl="1"/>
            <a:r>
              <a:rPr/>
              <a:t>Get a named manager as your single point of contact for all banking queries.</a:t>
            </a:r>
          </a:p>
          <a:p>
            <a:pPr lvl="1"/>
            <a:r>
              <a:rPr/>
              <a:t>Receive priority assistance for account-related concerns, service requests, and troubleshooting.</a:t>
            </a:r>
          </a:p>
          <a:p>
            <a:pPr lvl="0"/>
            <a:r>
              <a:rPr b="1"/>
              <a:t>Efficient Account Management</a:t>
            </a:r>
          </a:p>
          <a:p>
            <a:pPr lvl="1"/>
            <a:r>
              <a:rPr/>
              <a:t>Assistance with day-to-day transactions: fund transfers, deposits, withdrawals, and more.</a:t>
            </a:r>
          </a:p>
          <a:p>
            <a:pPr lvl="1"/>
            <a:r>
              <a:rPr/>
              <a:t>Personalized help with cheque books, debit/credit card management, and loan tracking.</a:t>
            </a:r>
          </a:p>
          <a:p>
            <a:pPr lvl="0"/>
            <a:r>
              <a:rPr b="1"/>
              <a:t>Personalized Services</a:t>
            </a:r>
          </a:p>
          <a:p>
            <a:pPr lvl="1"/>
            <a:r>
              <a:rPr/>
              <a:t>Account usage insights, budgeting tips, and notification of important account activities.</a:t>
            </a:r>
          </a:p>
          <a:p>
            <a:pPr lvl="1"/>
            <a:r>
              <a:rPr/>
              <a:t>Tailored recommendations on banking products and investment opportunities to suit your goals.</a:t>
            </a:r>
          </a:p>
          <a:p>
            <a:pPr lvl="0"/>
            <a:r>
              <a:rPr b="1"/>
              <a:t>On-Demand Engagement</a:t>
            </a:r>
          </a:p>
          <a:p>
            <a:pPr lvl="1"/>
            <a:r>
              <a:rPr/>
              <a:t>Connect with your PRM via phone, email, scheduled video calls, or secure chat through ZX Bank Asia mobile app.</a:t>
            </a:r>
          </a:p>
          <a:p>
            <a:pPr lvl="1"/>
            <a:r>
              <a:rPr/>
              <a:t>Direct appointment booking for in-branch meetings.</a:t>
            </a:r>
          </a:p>
          <a:p>
            <a:pPr lvl="0"/>
            <a:r>
              <a:rPr b="1"/>
              <a:t>Proactive Updates</a:t>
            </a:r>
          </a:p>
          <a:p>
            <a:pPr lvl="1"/>
            <a:r>
              <a:rPr/>
              <a:t>Timely notifications about offers, maturity dates, and upcoming payments.</a:t>
            </a:r>
          </a:p>
          <a:p>
            <a:pPr lvl="1"/>
            <a:r>
              <a:rPr/>
              <a:t>Regulatory and compliance alerts to keep you compliant and informed.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The PRM Assistant Helps You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PRM Assistant Supports You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 Inquiries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Resolves questions about balances, statements,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Digital Banking Guidance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Helps set up BillPay, NetBanking, UPI, and more.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 &amp; Credit Advisory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Assists in applying/tracking loans; explains options.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Wealth &amp; Investment Concierge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Connects with investment specialists as needed.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Remittance &amp; NRI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Manages cross-border transfers and NRI requirements.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 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Expedites resolution of service or transaction issues.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Can Use the PRM Assistant?</a:t>
            </a:r>
          </a:p>
          <a:p>
            <a:pPr lvl="0" indent="0" marL="0">
              <a:buNone/>
            </a:pPr>
            <a:r>
              <a:rPr b="1"/>
              <a:t>All ZX Bank account holders</a:t>
            </a:r>
            <a:r>
              <a:rPr/>
              <a:t>, regardless of account type, automatically get access to a Personal Relationship Manager Assistant at no extra charge.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Reach Your PRM Assistant</a:t>
            </a:r>
          </a:p>
          <a:p>
            <a:pPr lvl="0"/>
            <a:r>
              <a:rPr b="1"/>
              <a:t>Via ZX Bank Asia App:</a:t>
            </a:r>
            <a:r>
              <a:rPr/>
              <a:t> Tap ‘PRM Assistant’ for secure messaging or video calls.</a:t>
            </a:r>
          </a:p>
          <a:p>
            <a:pPr lvl="0"/>
            <a:r>
              <a:rPr b="1"/>
              <a:t>By Phone:</a:t>
            </a:r>
            <a:r>
              <a:rPr/>
              <a:t> Call your dedicated relationship manager directly (contact found in the app or welcome kit).</a:t>
            </a:r>
          </a:p>
          <a:p>
            <a:pPr lvl="0"/>
            <a:r>
              <a:rPr b="1"/>
              <a:t>In Branch:</a:t>
            </a:r>
            <a:r>
              <a:rPr/>
              <a:t> Schedule a face-to-face meeting at your nearest ZX Bank branch.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the PRM Assistant Program?</a:t>
            </a:r>
          </a:p>
          <a:p>
            <a:pPr lvl="0"/>
            <a:r>
              <a:rPr b="1"/>
              <a:t>Personalized attention:</a:t>
            </a:r>
            <a:r>
              <a:rPr/>
              <a:t> A truly customer-centric service experience.</a:t>
            </a:r>
          </a:p>
          <a:p>
            <a:pPr lvl="0"/>
            <a:r>
              <a:rPr b="1"/>
              <a:t>Time-saving:</a:t>
            </a:r>
            <a:r>
              <a:rPr/>
              <a:t> Let your PRM handle the details while you focus on what matters.</a:t>
            </a:r>
          </a:p>
          <a:p>
            <a:pPr lvl="0"/>
            <a:r>
              <a:rPr b="1"/>
              <a:t>Expert guidance:</a:t>
            </a:r>
            <a:r>
              <a:rPr/>
              <a:t> Make informed decisions with your banking ally by your side.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Experience seamless, stress-free banking with the Personal Relationship Manager Assistant Program—your gateway to premium, personalized service at ZX Bank.</a:t>
            </a:r>
          </a:p>
          <a:p>
            <a:pPr lvl="0" indent="0" marL="0">
              <a:buNone/>
            </a:pPr>
            <a:r>
              <a:rPr/>
              <a:t>For more information, log in to the </a:t>
            </a:r>
            <a:r>
              <a:rPr b="1"/>
              <a:t>ZX Bank Asia</a:t>
            </a:r>
            <a:r>
              <a:rPr/>
              <a:t> app or visit </a:t>
            </a:r>
            <a:r>
              <a:rPr>
                <a:hlinkClick r:id="rId2"/>
              </a:rPr>
              <a:t>www.zxbank.asia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2025-07-30T07:49:03Z</dcterms:created>
  <dcterms:modified xsi:type="dcterms:W3CDTF">2025-07-30T07:49:03Z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