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zxbank.asia/agri-loan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Agriculture Loan</a:t>
            </a:r>
          </a:p>
        </p:txBody>
      </p:sp>
      <p:sp>
        <p:nvSpPr>
          <p:cNvPr id="3" name="Content Placeholder 2"/>
          <p:cNvSpPr>
            <a:spLocks noGrp="1"/>
          </p:cNvSpPr>
          <p:nvPr>
            <p:ph idx="1"/>
          </p:nvPr>
        </p:nvSpPr>
        <p:spPr/>
        <p:txBody>
          <a:bodyPr/>
          <a:lstStyle/>
          <a:p>
            <a:pPr lvl="0" indent="0" marL="0">
              <a:buNone/>
            </a:pPr>
            <a:r>
              <a:rPr/>
              <a:t>ZX Bank offers specialized Agriculture Loans to empower farmers and agribusinesses across South Asia. Designed to support crop production, equipment purchase, irrigation solutions, dairy, and allied activities, our Agriculture Loan aims to fuel rural prosperity with flexible terms and low interest rates.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Features</a:t>
            </a:r>
          </a:p>
          <a:p>
            <a:pPr lvl="0"/>
            <a:r>
              <a:rPr b="1"/>
              <a:t>Flexible Loan Amounts:</a:t>
            </a:r>
            <a:r>
              <a:rPr/>
              <a:t> From ₹25,000 up to ₹50 lakhs (or local equivalent)</a:t>
            </a:r>
          </a:p>
          <a:p>
            <a:pPr lvl="0"/>
            <a:r>
              <a:rPr b="1"/>
              <a:t>Attractive Interest Rates:</a:t>
            </a:r>
            <a:r>
              <a:rPr/>
              <a:t> Competitive and affordable for farmers</a:t>
            </a:r>
          </a:p>
          <a:p>
            <a:pPr lvl="0"/>
            <a:r>
              <a:rPr b="1"/>
              <a:t>Flexible Repayment:</a:t>
            </a:r>
            <a:r>
              <a:rPr/>
              <a:t> Seasonal EMI or bullet repayment options</a:t>
            </a:r>
          </a:p>
          <a:p>
            <a:pPr lvl="0"/>
            <a:r>
              <a:rPr b="1"/>
              <a:t>Quick Disbursement:</a:t>
            </a:r>
            <a:r>
              <a:rPr/>
              <a:t> Fast-tracked application &amp; approval process</a:t>
            </a:r>
          </a:p>
          <a:p>
            <a:pPr lvl="0"/>
            <a:r>
              <a:rPr b="1"/>
              <a:t>No Prepayment Penalty:</a:t>
            </a:r>
            <a:r>
              <a:rPr/>
              <a:t> Repay early at no additional cost</a:t>
            </a:r>
          </a:p>
          <a:p>
            <a:pPr lvl="0"/>
            <a:r>
              <a:rPr b="1"/>
              <a:t>Collateral Options:</a:t>
            </a:r>
            <a:r>
              <a:rPr/>
              <a:t> Available as secured or partially secured loans</a:t>
            </a:r>
          </a:p>
          <a:p>
            <a:pPr lvl="0"/>
            <a:r>
              <a:rPr b="1"/>
              <a:t>Special Women Farmer Schemes:</a:t>
            </a:r>
            <a:r>
              <a:rPr/>
              <a:t> Extra 1% interest rate discount for women-led agri ventures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Who Can Apply?</a:t>
            </a:r>
          </a:p>
          <a:p>
            <a:pPr lvl="0"/>
            <a:r>
              <a:rPr/>
              <a:t>Individual farmers</a:t>
            </a:r>
          </a:p>
          <a:p>
            <a:pPr lvl="0"/>
            <a:r>
              <a:rPr/>
              <a:t>Joint landholders</a:t>
            </a:r>
          </a:p>
          <a:p>
            <a:pPr lvl="0"/>
            <a:r>
              <a:rPr/>
              <a:t>Self Help Groups (SHGs)</a:t>
            </a:r>
          </a:p>
          <a:p>
            <a:pPr lvl="0"/>
            <a:r>
              <a:rPr/>
              <a:t>Agribusinesses and cooperatives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Documents Required</a:t>
            </a:r>
          </a:p>
          <a:p>
            <a:pPr lvl="0"/>
            <a:r>
              <a:rPr/>
              <a:t>Identity Proof (Aadhaar, Voter ID, Passport, etc.)</a:t>
            </a:r>
          </a:p>
          <a:p>
            <a:pPr lvl="0"/>
            <a:r>
              <a:rPr/>
              <a:t>Address Proof</a:t>
            </a:r>
          </a:p>
          <a:p>
            <a:pPr lvl="0"/>
            <a:r>
              <a:rPr/>
              <a:t>Land Ownership/Lease documents</a:t>
            </a:r>
          </a:p>
          <a:p>
            <a:pPr lvl="0"/>
            <a:r>
              <a:rPr/>
              <a:t>Recent passport-sized photographs</a:t>
            </a:r>
          </a:p>
          <a:p>
            <a:pPr lvl="0"/>
            <a:r>
              <a:rPr/>
              <a:t>Kisan Credit Card (optional)</a:t>
            </a:r>
          </a:p>
          <a:p>
            <a:pPr lvl="0"/>
            <a:r>
              <a:rPr/>
              <a:t>Quotations/invoices for equipment (if applicable)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Apply?</a:t>
            </a:r>
          </a:p>
          <a:p>
            <a:pPr lvl="0" indent="0" marL="0">
              <a:spcBef>
                <a:spcPts val="3000"/>
              </a:spcBef>
              <a:buNone/>
            </a:pPr>
            <a:r>
              <a:rPr b="1"/>
              <a:t>1. Online Application (Recommended)</a:t>
            </a:r>
          </a:p>
          <a:p>
            <a:pPr lvl="0"/>
            <a:r>
              <a:rPr/>
              <a:t>Download the </a:t>
            </a:r>
            <a:r>
              <a:rPr b="1"/>
              <a:t>ZX Bank Asia</a:t>
            </a:r>
            <a:r>
              <a:rPr/>
              <a:t> Mobile App (Android / iOS)</a:t>
            </a:r>
          </a:p>
          <a:p>
            <a:pPr lvl="0"/>
            <a:r>
              <a:rPr/>
              <a:t>Login/Register with mobile number and e-KYC</a:t>
            </a:r>
          </a:p>
          <a:p>
            <a:pPr lvl="0"/>
            <a:r>
              <a:rPr/>
              <a:t>Go to </a:t>
            </a:r>
            <a:r>
              <a:rPr b="1"/>
              <a:t>Loans &gt; Agriculture Loan</a:t>
            </a:r>
          </a:p>
          <a:p>
            <a:pPr lvl="0"/>
            <a:r>
              <a:rPr/>
              <a:t>Fill out the application form &amp; upload documents</a:t>
            </a:r>
          </a:p>
          <a:p>
            <a:pPr lvl="0"/>
            <a:r>
              <a:rPr/>
              <a:t>Track your application status in real-time</a:t>
            </a:r>
          </a:p>
          <a:p>
            <a:pPr lvl="0"/>
            <a:r>
              <a:rPr/>
              <a:t>Use the “Zia” AI assistant for help</a:t>
            </a:r>
          </a:p>
          <a:p>
            <a:pPr lvl="0" indent="0" marL="0">
              <a:spcBef>
                <a:spcPts val="3000"/>
              </a:spcBef>
              <a:buNone/>
            </a:pPr>
            <a:r>
              <a:rPr b="1"/>
              <a:t>2. Visit a Branch or Digital Kiosk</a:t>
            </a:r>
          </a:p>
          <a:p>
            <a:pPr lvl="0"/>
            <a:r>
              <a:rPr/>
              <a:t>Visit your nearest ZX Bank branch or digital banking kiosk</a:t>
            </a:r>
          </a:p>
          <a:p>
            <a:pPr lvl="0"/>
            <a:r>
              <a:rPr/>
              <a:t>Collect &amp; fill the Agriculture Loan Application form</a:t>
            </a:r>
          </a:p>
          <a:p>
            <a:pPr lvl="0"/>
            <a:r>
              <a:rPr/>
              <a:t>Submit required documents for verification</a:t>
            </a:r>
          </a:p>
          <a:p>
            <a:pPr lvl="0"/>
            <a:r>
              <a:rPr/>
              <a:t>Get assistance from dedicated Agri-Loan officers</a:t>
            </a:r>
          </a:p>
          <a:p>
            <a:pPr lvl="0" indent="0" marL="0">
              <a:spcBef>
                <a:spcPts val="3000"/>
              </a:spcBef>
              <a:buNone/>
            </a:pPr>
            <a:r>
              <a:rPr b="1"/>
              <a:t>3. Contact Customer Care</a:t>
            </a:r>
          </a:p>
          <a:p>
            <a:pPr lvl="0"/>
            <a:r>
              <a:rPr/>
              <a:t>Call our Agri Loan helpline: 1800-123-4567 (toll-free)</a:t>
            </a:r>
          </a:p>
          <a:p>
            <a:pPr lvl="0"/>
            <a:r>
              <a:rPr/>
              <a:t>Email support: agrihelp@zxbank.asia</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ZX Bank Supporting Rural Dreams</a:t>
            </a:r>
          </a:p>
          <a:p>
            <a:pPr lvl="0"/>
            <a:r>
              <a:rPr/>
              <a:t>Partnering with local agri-input suppliers and markets for seamless credit</a:t>
            </a:r>
          </a:p>
          <a:p>
            <a:pPr lvl="0"/>
            <a:r>
              <a:rPr/>
              <a:t>Exclusive SMS alerts, agri-weather tips, and crop advisory with every loan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Apply today and let ZX Bank help you grow!</a:t>
            </a:r>
            <a:br/>
            <a:r>
              <a:rPr b="1">
                <a:hlinkClick r:id="rId2"/>
              </a:rPr>
              <a:t>Learn More &amp; Apply Online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2025-07-30T07:49:07Z</dcterms:created>
  <dcterms:modified xsi:type="dcterms:W3CDTF">2025-07-30T07:49:07Z</dcterms:modified>
</cp:coreProperties>
</file>

<file path=docProps/custom.xml><?xml version="1.0" encoding="utf-8"?>
<Properties xmlns="http://schemas.openxmlformats.org/officeDocument/2006/custom-properties" xmlns:vt="http://schemas.openxmlformats.org/officeDocument/2006/docPropsVTypes"/>
</file>