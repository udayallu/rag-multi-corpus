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Bike Loan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Whether it’s your first ride or an upgrade for your commute, </a:t>
            </a:r>
            <a:r>
              <a:rPr b="1"/>
              <a:t>ZX Bank Bike Loan</a:t>
            </a:r>
            <a:r>
              <a:rPr/>
              <a:t> makes owning your dream bike simple, fast, and affordable. With competitive rates, easy documentation, and swift approvals, we help you get on the road quicker than ever.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 Why Choose ZX Bank Bike Loan?</a:t>
            </a:r>
          </a:p>
          <a:p>
            <a:pPr lvl="0"/>
            <a:r>
              <a:rPr b="1"/>
              <a:t>Attractive Interest Rates</a:t>
            </a:r>
            <a:r>
              <a:rPr/>
              <a:t> – Starting from </a:t>
            </a:r>
            <a:r>
              <a:rPr i="1"/>
              <a:t>9.49% p.a.</a:t>
            </a:r>
          </a:p>
          <a:p>
            <a:pPr lvl="0"/>
            <a:r>
              <a:rPr b="1"/>
              <a:t>Loan Amount</a:t>
            </a:r>
            <a:r>
              <a:rPr/>
              <a:t> – Up to 100% of on-road bike price</a:t>
            </a:r>
          </a:p>
          <a:p>
            <a:pPr lvl="0"/>
            <a:r>
              <a:rPr b="1"/>
              <a:t>Flexible Repayment Tenure</a:t>
            </a:r>
            <a:r>
              <a:rPr/>
              <a:t> – 12 to 48 months</a:t>
            </a:r>
          </a:p>
          <a:p>
            <a:pPr lvl="0"/>
            <a:r>
              <a:rPr b="1"/>
              <a:t>Quick Disbursal</a:t>
            </a:r>
            <a:r>
              <a:rPr/>
              <a:t> – Get your loan sanctioned in as little as 24 hours</a:t>
            </a:r>
          </a:p>
          <a:p>
            <a:pPr lvl="0"/>
            <a:r>
              <a:rPr b="1"/>
              <a:t>Minimal Documentation</a:t>
            </a:r>
            <a:r>
              <a:rPr/>
              <a:t> – Paperless process via net banking &amp; mobile app</a:t>
            </a:r>
          </a:p>
          <a:p>
            <a:pPr lvl="0"/>
            <a:r>
              <a:rPr b="1"/>
              <a:t>No Hidden Charges</a:t>
            </a:r>
            <a:r>
              <a:rPr/>
              <a:t> – Transparent processing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 Key Features</a:t>
            </a:r>
          </a:p>
          <a:p>
            <a:pPr lvl="0"/>
            <a:r>
              <a:rPr b="1"/>
              <a:t>Up to ₹2 Lakhs</a:t>
            </a:r>
            <a:r>
              <a:rPr/>
              <a:t> for two-wheelers (including electric bikes)</a:t>
            </a:r>
          </a:p>
          <a:p>
            <a:pPr lvl="0"/>
            <a:r>
              <a:rPr b="1"/>
              <a:t>10-minute e-KYC</a:t>
            </a:r>
            <a:r>
              <a:rPr/>
              <a:t> and instant eligibility check</a:t>
            </a:r>
          </a:p>
          <a:p>
            <a:pPr lvl="0"/>
            <a:r>
              <a:rPr b="1"/>
              <a:t>Zero Prepayment Charges</a:t>
            </a:r>
            <a:r>
              <a:rPr/>
              <a:t> after 12 EMIs</a:t>
            </a:r>
          </a:p>
          <a:p>
            <a:pPr lvl="0"/>
            <a:r>
              <a:rPr b="1"/>
              <a:t>Special Interest Rate</a:t>
            </a:r>
            <a:r>
              <a:rPr/>
              <a:t> for women applicants and rural borrowers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 How to Apply for a Bike Loan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Online via ZX Bank Asia App or Website</a:t>
            </a:r>
          </a:p>
          <a:p>
            <a:pPr lvl="0"/>
            <a:r>
              <a:rPr b="1"/>
              <a:t>Step 1:</a:t>
            </a:r>
            <a:r>
              <a:rPr/>
              <a:t> Download the </a:t>
            </a:r>
            <a:r>
              <a:rPr b="1"/>
              <a:t>ZX Bank Asia</a:t>
            </a:r>
            <a:r>
              <a:rPr/>
              <a:t> App (Android/iOS) or visit </a:t>
            </a:r>
            <a:r>
              <a:rPr>
                <a:hlinkClick r:id="rId2"/>
              </a:rPr>
              <a:t>www.zxbank.asia</a:t>
            </a:r>
          </a:p>
          <a:p>
            <a:pPr lvl="0"/>
            <a:r>
              <a:rPr b="1"/>
              <a:t>Step 2:</a:t>
            </a:r>
            <a:r>
              <a:rPr/>
              <a:t> Select “Apply for Bike Loan” under the Loans section</a:t>
            </a:r>
          </a:p>
          <a:p>
            <a:pPr lvl="0"/>
            <a:r>
              <a:rPr b="1"/>
              <a:t>Step 3:</a:t>
            </a:r>
            <a:r>
              <a:rPr/>
              <a:t> Fill in your details and upload required documents (e-KYC, income proof, quotation of bike)</a:t>
            </a:r>
          </a:p>
          <a:p>
            <a:pPr lvl="0"/>
            <a:r>
              <a:rPr b="1"/>
              <a:t>Step 4:</a:t>
            </a:r>
            <a:r>
              <a:rPr/>
              <a:t> Get instant approval and track your status via app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At Your Nearest ZX Bank Branch</a:t>
            </a:r>
          </a:p>
          <a:p>
            <a:pPr lvl="0"/>
            <a:r>
              <a:rPr/>
              <a:t>Visit any ZX Bank branch with basic KYC documents and bike quotation</a:t>
            </a:r>
          </a:p>
          <a:p>
            <a:pPr lvl="0"/>
            <a:r>
              <a:rPr/>
              <a:t>Complete the application form with assistance from our staff</a:t>
            </a:r>
          </a:p>
          <a:p>
            <a:pPr lvl="0"/>
            <a:r>
              <a:rPr/>
              <a:t>Get approval and documentation assistance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 Eligibility</a:t>
            </a:r>
          </a:p>
          <a:p>
            <a:pPr lvl="0"/>
            <a:r>
              <a:rPr b="1"/>
              <a:t>Age:</a:t>
            </a:r>
            <a:r>
              <a:rPr/>
              <a:t> 21–60 years</a:t>
            </a:r>
          </a:p>
          <a:p>
            <a:pPr lvl="0"/>
            <a:r>
              <a:rPr b="1"/>
              <a:t>Salaried/Self-employed</a:t>
            </a:r>
            <a:r>
              <a:rPr/>
              <a:t> individuals &amp; business owners</a:t>
            </a:r>
          </a:p>
          <a:p>
            <a:pPr lvl="0"/>
            <a:r>
              <a:rPr b="1"/>
              <a:t>Minimum Income:</a:t>
            </a:r>
            <a:r>
              <a:rPr/>
              <a:t> ₹8,000/month (varies by region)</a:t>
            </a:r>
          </a:p>
          <a:p>
            <a:pPr lvl="0"/>
            <a:r>
              <a:rPr b="1"/>
              <a:t>CIBIL Score:</a:t>
            </a:r>
            <a:r>
              <a:rPr/>
              <a:t> Above 650 preferred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 Required Documents</a:t>
            </a:r>
          </a:p>
          <a:p>
            <a:pPr lvl="0"/>
            <a:r>
              <a:rPr/>
              <a:t>Identity Proof (Aadhaar/Passport/PAN)</a:t>
            </a:r>
          </a:p>
          <a:p>
            <a:pPr lvl="0"/>
            <a:r>
              <a:rPr/>
              <a:t>Address Proof</a:t>
            </a:r>
          </a:p>
          <a:p>
            <a:pPr lvl="0"/>
            <a:r>
              <a:rPr/>
              <a:t>Recent Photograph</a:t>
            </a:r>
          </a:p>
          <a:p>
            <a:pPr lvl="0"/>
            <a:r>
              <a:rPr/>
              <a:t>Income Proof (Salary slip/ITR/bank statement)</a:t>
            </a:r>
          </a:p>
          <a:p>
            <a:pPr lvl="0"/>
            <a:r>
              <a:rPr/>
              <a:t>Bike Quotation/Invoice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 Need Help?</a:t>
            </a:r>
          </a:p>
          <a:p>
            <a:pPr lvl="0" indent="0" marL="0">
              <a:buNone/>
            </a:pPr>
            <a:r>
              <a:rPr/>
              <a:t>Chat with </a:t>
            </a:r>
            <a:r>
              <a:rPr b="1"/>
              <a:t>Zia</a:t>
            </a:r>
            <a:r>
              <a:rPr/>
              <a:t>, our AI assistant, on the mobile app</a:t>
            </a:r>
            <a:br/>
            <a:r>
              <a:rPr/>
              <a:t>or</a:t>
            </a:r>
            <a:br/>
            <a:r>
              <a:rPr b="1"/>
              <a:t>Email:</a:t>
            </a:r>
            <a:r>
              <a:rPr/>
              <a:t> customercare@zxbank.asia</a:t>
            </a:r>
            <a:br/>
            <a:r>
              <a:rPr b="1"/>
              <a:t>Helpline:</a:t>
            </a:r>
            <a:r>
              <a:rPr/>
              <a:t> 1800-123-ZXZX (toll-free)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ZX Bank – Making Mobility Dreams Come True.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2025-07-30T07:52:26Z</dcterms:created>
  <dcterms:modified xsi:type="dcterms:W3CDTF">2025-07-30T07:52:26Z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