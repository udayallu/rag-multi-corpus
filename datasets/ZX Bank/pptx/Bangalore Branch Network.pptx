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ZX Bank Ltd. – Bangalore Branch Network</a:t>
            </a:r>
          </a:p>
        </p:txBody>
      </p:sp>
      <p:sp>
        <p:nvSpPr>
          <p:cNvPr id="3" name="Content Placeholder 2"/>
          <p:cNvSpPr>
            <a:spLocks noGrp="1"/>
          </p:cNvSpPr>
          <p:nvPr>
            <p:ph idx="1"/>
          </p:nvPr>
        </p:nvSpPr>
        <p:spPr/>
        <p:txBody>
          <a:bodyPr/>
          <a:lstStyle/>
          <a:p>
            <a:pPr lvl="0" indent="0" marL="0">
              <a:buNone/>
            </a:pPr>
            <a:r>
              <a:rPr/>
              <a:t>ZX Bank is committed to providing comprehensive and accessible financial services across Bangalore, one of India’s most dynamic metropolitan cities. With a robust branch network distributed throughout North, South, East, West, and Central Bangalore, customers enjoy seamless banking solutions close to their neighborhoods. The branches are strategically located to cater to residential, commercial, and emerging tech districts, ensuring a convenient banking experience for every customer.</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North Bangalore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No.14, Bellary Road, Hebbal, North Bangalore</a:t>
                      </a:r>
                    </a:p>
                  </a:txBody>
                </a:tc>
                <a:tc>
                  <a:txBody>
                    <a:bodyPr/>
                    <a:lstStyle/>
                    <a:p>
                      <a:pPr lvl="0" indent="0" marL="0">
                        <a:buNone/>
                      </a:pPr>
                      <a:r>
                        <a:rPr/>
                        <a:t>ZXIN0001201</a:t>
                      </a:r>
                    </a:p>
                  </a:txBody>
                </a:tc>
                <a:tc>
                  <a:txBody>
                    <a:bodyPr/>
                    <a:lstStyle/>
                    <a:p>
                      <a:pPr lvl="0" indent="0" marL="0">
                        <a:buNone/>
                      </a:pPr>
                      <a:r>
                        <a:rPr/>
                        <a:t>080-41001201</a:t>
                      </a:r>
                    </a:p>
                  </a:txBody>
                </a:tc>
              </a:tr>
              <a:tr h="0">
                <a:tc>
                  <a:txBody>
                    <a:bodyPr/>
                    <a:lstStyle/>
                    <a:p>
                      <a:pPr lvl="0" indent="0" marL="0">
                        <a:buNone/>
                      </a:pPr>
                      <a:r>
                        <a:rPr/>
                        <a:t>7th Mile, Jakkur Main Road, Yelahanka</a:t>
                      </a:r>
                    </a:p>
                  </a:txBody>
                </a:tc>
                <a:tc>
                  <a:txBody>
                    <a:bodyPr/>
                    <a:lstStyle/>
                    <a:p>
                      <a:pPr lvl="0" indent="0" marL="0">
                        <a:buNone/>
                      </a:pPr>
                      <a:r>
                        <a:rPr/>
                        <a:t>ZXIN0001202</a:t>
                      </a:r>
                    </a:p>
                  </a:txBody>
                </a:tc>
                <a:tc>
                  <a:txBody>
                    <a:bodyPr/>
                    <a:lstStyle/>
                    <a:p>
                      <a:pPr lvl="0" indent="0" marL="0">
                        <a:buNone/>
                      </a:pPr>
                      <a:r>
                        <a:rPr/>
                        <a:t>080-41001202</a:t>
                      </a:r>
                    </a:p>
                  </a:txBody>
                </a:tc>
              </a:tr>
              <a:tr h="0">
                <a:tc>
                  <a:txBody>
                    <a:bodyPr/>
                    <a:lstStyle/>
                    <a:p>
                      <a:pPr lvl="0" indent="0" marL="0">
                        <a:buNone/>
                      </a:pPr>
                      <a:r>
                        <a:rPr/>
                        <a:t>21/3, Hennur Cross, Kalyan Nagar</a:t>
                      </a:r>
                    </a:p>
                  </a:txBody>
                </a:tc>
                <a:tc>
                  <a:txBody>
                    <a:bodyPr/>
                    <a:lstStyle/>
                    <a:p>
                      <a:pPr lvl="0" indent="0" marL="0">
                        <a:buNone/>
                      </a:pPr>
                      <a:r>
                        <a:rPr/>
                        <a:t>ZXIN0001203</a:t>
                      </a:r>
                    </a:p>
                  </a:txBody>
                </a:tc>
                <a:tc>
                  <a:txBody>
                    <a:bodyPr/>
                    <a:lstStyle/>
                    <a:p>
                      <a:pPr lvl="0" indent="0" marL="0">
                        <a:buNone/>
                      </a:pPr>
                      <a:r>
                        <a:rPr/>
                        <a:t>080-41001203</a:t>
                      </a:r>
                    </a:p>
                  </a:txBody>
                </a:tc>
              </a:tr>
              <a:tr h="0">
                <a:tc>
                  <a:txBody>
                    <a:bodyPr/>
                    <a:lstStyle/>
                    <a:p>
                      <a:pPr lvl="0" indent="0" marL="0">
                        <a:buNone/>
                      </a:pPr>
                      <a:r>
                        <a:rPr/>
                        <a:t>102, Amruthahalli Main Rd, Sahakara Nagar</a:t>
                      </a:r>
                    </a:p>
                  </a:txBody>
                </a:tc>
                <a:tc>
                  <a:txBody>
                    <a:bodyPr/>
                    <a:lstStyle/>
                    <a:p>
                      <a:pPr lvl="0" indent="0" marL="0">
                        <a:buNone/>
                      </a:pPr>
                      <a:r>
                        <a:rPr/>
                        <a:t>ZXIN0001204</a:t>
                      </a:r>
                    </a:p>
                  </a:txBody>
                </a:tc>
                <a:tc>
                  <a:txBody>
                    <a:bodyPr/>
                    <a:lstStyle/>
                    <a:p>
                      <a:pPr lvl="0" indent="0" marL="0">
                        <a:buNone/>
                      </a:pPr>
                      <a:r>
                        <a:rPr/>
                        <a:t>080-41001204</a:t>
                      </a:r>
                    </a:p>
                  </a:txBody>
                </a:tc>
              </a:tr>
              <a:tr h="0">
                <a:tc>
                  <a:txBody>
                    <a:bodyPr/>
                    <a:lstStyle/>
                    <a:p>
                      <a:pPr lvl="0" indent="0" marL="0">
                        <a:buNone/>
                      </a:pPr>
                      <a:r>
                        <a:rPr/>
                        <a:t>G-8, Ganga Nagar, R.T. Nagar Post</a:t>
                      </a:r>
                    </a:p>
                  </a:txBody>
                </a:tc>
                <a:tc>
                  <a:txBody>
                    <a:bodyPr/>
                    <a:lstStyle/>
                    <a:p>
                      <a:pPr lvl="0" indent="0" marL="0">
                        <a:buNone/>
                      </a:pPr>
                      <a:r>
                        <a:rPr/>
                        <a:t>ZXIN0001205</a:t>
                      </a:r>
                    </a:p>
                  </a:txBody>
                </a:tc>
                <a:tc>
                  <a:txBody>
                    <a:bodyPr/>
                    <a:lstStyle/>
                    <a:p>
                      <a:pPr lvl="0" indent="0" marL="0">
                        <a:buNone/>
                      </a:pPr>
                      <a:r>
                        <a:rPr/>
                        <a:t>080-41001205</a:t>
                      </a:r>
                    </a:p>
                  </a:txBody>
                </a:tc>
              </a:tr>
              <a:tr h="0">
                <a:tc>
                  <a:txBody>
                    <a:bodyPr/>
                    <a:lstStyle/>
                    <a:p>
                      <a:pPr lvl="0" indent="0" marL="0">
                        <a:buNone/>
                      </a:pPr>
                      <a:r>
                        <a:rPr/>
                        <a:t>28, Vidyaranyapura Main Road, Nagenahalli</a:t>
                      </a:r>
                    </a:p>
                  </a:txBody>
                </a:tc>
                <a:tc>
                  <a:txBody>
                    <a:bodyPr/>
                    <a:lstStyle/>
                    <a:p>
                      <a:pPr lvl="0" indent="0" marL="0">
                        <a:buNone/>
                      </a:pPr>
                      <a:r>
                        <a:rPr/>
                        <a:t>ZXIN0001206</a:t>
                      </a:r>
                    </a:p>
                  </a:txBody>
                </a:tc>
                <a:tc>
                  <a:txBody>
                    <a:bodyPr/>
                    <a:lstStyle/>
                    <a:p>
                      <a:pPr lvl="0" indent="0" marL="0">
                        <a:buNone/>
                      </a:pPr>
                      <a:r>
                        <a:rPr/>
                        <a:t>080-41001206</a:t>
                      </a:r>
                    </a:p>
                  </a:txBody>
                </a:tc>
              </a:tr>
              <a:tr h="0">
                <a:tc>
                  <a:txBody>
                    <a:bodyPr/>
                    <a:lstStyle/>
                    <a:p>
                      <a:pPr lvl="0" indent="0" marL="0">
                        <a:buNone/>
                      </a:pPr>
                      <a:r>
                        <a:rPr/>
                        <a:t>105, Thanisandra Road, Nagawara</a:t>
                      </a:r>
                    </a:p>
                  </a:txBody>
                </a:tc>
                <a:tc>
                  <a:txBody>
                    <a:bodyPr/>
                    <a:lstStyle/>
                    <a:p>
                      <a:pPr lvl="0" indent="0" marL="0">
                        <a:buNone/>
                      </a:pPr>
                      <a:r>
                        <a:rPr/>
                        <a:t>ZXIN0001207</a:t>
                      </a:r>
                    </a:p>
                  </a:txBody>
                </a:tc>
                <a:tc>
                  <a:txBody>
                    <a:bodyPr/>
                    <a:lstStyle/>
                    <a:p>
                      <a:pPr lvl="0" indent="0" marL="0">
                        <a:buNone/>
                      </a:pPr>
                      <a:r>
                        <a:rPr/>
                        <a:t>080-41001207</a:t>
                      </a:r>
                    </a:p>
                  </a:txBody>
                </a:tc>
              </a:tr>
              <a:tr h="0">
                <a:tc>
                  <a:txBody>
                    <a:bodyPr/>
                    <a:lstStyle/>
                    <a:p>
                      <a:pPr lvl="0" indent="0" marL="0">
                        <a:buNone/>
                      </a:pPr>
                      <a:r>
                        <a:rPr/>
                        <a:t>Shop 5, HBR Layout 5th Block, Outer Ring Road</a:t>
                      </a:r>
                    </a:p>
                  </a:txBody>
                </a:tc>
                <a:tc>
                  <a:txBody>
                    <a:bodyPr/>
                    <a:lstStyle/>
                    <a:p>
                      <a:pPr lvl="0" indent="0" marL="0">
                        <a:buNone/>
                      </a:pPr>
                      <a:r>
                        <a:rPr/>
                        <a:t>ZXIN0001208</a:t>
                      </a:r>
                    </a:p>
                  </a:txBody>
                </a:tc>
                <a:tc>
                  <a:txBody>
                    <a:bodyPr/>
                    <a:lstStyle/>
                    <a:p>
                      <a:pPr lvl="0" indent="0" marL="0">
                        <a:buNone/>
                      </a:pPr>
                      <a:r>
                        <a:rPr/>
                        <a:t>080-41001208</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South Bangalore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88/5, Bannerghatta Main Road, JP Nagar</a:t>
                      </a:r>
                    </a:p>
                  </a:txBody>
                </a:tc>
                <a:tc>
                  <a:txBody>
                    <a:bodyPr/>
                    <a:lstStyle/>
                    <a:p>
                      <a:pPr lvl="0" indent="0" marL="0">
                        <a:buNone/>
                      </a:pPr>
                      <a:r>
                        <a:rPr/>
                        <a:t>ZXIN0002201</a:t>
                      </a:r>
                    </a:p>
                  </a:txBody>
                </a:tc>
                <a:tc>
                  <a:txBody>
                    <a:bodyPr/>
                    <a:lstStyle/>
                    <a:p>
                      <a:pPr lvl="0" indent="0" marL="0">
                        <a:buNone/>
                      </a:pPr>
                      <a:r>
                        <a:rPr/>
                        <a:t>080-41002201</a:t>
                      </a:r>
                    </a:p>
                  </a:txBody>
                </a:tc>
              </a:tr>
              <a:tr h="0">
                <a:tc>
                  <a:txBody>
                    <a:bodyPr/>
                    <a:lstStyle/>
                    <a:p>
                      <a:pPr lvl="0" indent="0" marL="0">
                        <a:buNone/>
                      </a:pPr>
                      <a:r>
                        <a:rPr/>
                        <a:t>12, 7th Main, Jayanagar 4th Block</a:t>
                      </a:r>
                    </a:p>
                  </a:txBody>
                </a:tc>
                <a:tc>
                  <a:txBody>
                    <a:bodyPr/>
                    <a:lstStyle/>
                    <a:p>
                      <a:pPr lvl="0" indent="0" marL="0">
                        <a:buNone/>
                      </a:pPr>
                      <a:r>
                        <a:rPr/>
                        <a:t>ZXIN0002202</a:t>
                      </a:r>
                    </a:p>
                  </a:txBody>
                </a:tc>
                <a:tc>
                  <a:txBody>
                    <a:bodyPr/>
                    <a:lstStyle/>
                    <a:p>
                      <a:pPr lvl="0" indent="0" marL="0">
                        <a:buNone/>
                      </a:pPr>
                      <a:r>
                        <a:rPr/>
                        <a:t>080-41002202</a:t>
                      </a:r>
                    </a:p>
                  </a:txBody>
                </a:tc>
              </a:tr>
              <a:tr h="0">
                <a:tc>
                  <a:txBody>
                    <a:bodyPr/>
                    <a:lstStyle/>
                    <a:p>
                      <a:pPr lvl="0" indent="0" marL="0">
                        <a:buNone/>
                      </a:pPr>
                      <a:r>
                        <a:rPr/>
                        <a:t>#271, Kanakapura Main Road, Banashankari</a:t>
                      </a:r>
                    </a:p>
                  </a:txBody>
                </a:tc>
                <a:tc>
                  <a:txBody>
                    <a:bodyPr/>
                    <a:lstStyle/>
                    <a:p>
                      <a:pPr lvl="0" indent="0" marL="0">
                        <a:buNone/>
                      </a:pPr>
                      <a:r>
                        <a:rPr/>
                        <a:t>ZXIN0002203</a:t>
                      </a:r>
                    </a:p>
                  </a:txBody>
                </a:tc>
                <a:tc>
                  <a:txBody>
                    <a:bodyPr/>
                    <a:lstStyle/>
                    <a:p>
                      <a:pPr lvl="0" indent="0" marL="0">
                        <a:buNone/>
                      </a:pPr>
                      <a:r>
                        <a:rPr/>
                        <a:t>080-41002203</a:t>
                      </a:r>
                    </a:p>
                  </a:txBody>
                </a:tc>
              </a:tr>
              <a:tr h="0">
                <a:tc>
                  <a:txBody>
                    <a:bodyPr/>
                    <a:lstStyle/>
                    <a:p>
                      <a:pPr lvl="0" indent="0" marL="0">
                        <a:buNone/>
                      </a:pPr>
                      <a:r>
                        <a:rPr/>
                        <a:t>54, BTM Layout 2nd Stage, 100 ft Ring Road</a:t>
                      </a:r>
                    </a:p>
                  </a:txBody>
                </a:tc>
                <a:tc>
                  <a:txBody>
                    <a:bodyPr/>
                    <a:lstStyle/>
                    <a:p>
                      <a:pPr lvl="0" indent="0" marL="0">
                        <a:buNone/>
                      </a:pPr>
                      <a:r>
                        <a:rPr/>
                        <a:t>ZXIN0002204</a:t>
                      </a:r>
                    </a:p>
                  </a:txBody>
                </a:tc>
                <a:tc>
                  <a:txBody>
                    <a:bodyPr/>
                    <a:lstStyle/>
                    <a:p>
                      <a:pPr lvl="0" indent="0" marL="0">
                        <a:buNone/>
                      </a:pPr>
                      <a:r>
                        <a:rPr/>
                        <a:t>080-41002204</a:t>
                      </a:r>
                    </a:p>
                  </a:txBody>
                </a:tc>
              </a:tr>
              <a:tr h="0">
                <a:tc>
                  <a:txBody>
                    <a:bodyPr/>
                    <a:lstStyle/>
                    <a:p>
                      <a:pPr lvl="0" indent="0" marL="0">
                        <a:buNone/>
                      </a:pPr>
                      <a:r>
                        <a:rPr/>
                        <a:t>302, Electronic City Phase 1, Neeladri Nagar</a:t>
                      </a:r>
                    </a:p>
                  </a:txBody>
                </a:tc>
                <a:tc>
                  <a:txBody>
                    <a:bodyPr/>
                    <a:lstStyle/>
                    <a:p>
                      <a:pPr lvl="0" indent="0" marL="0">
                        <a:buNone/>
                      </a:pPr>
                      <a:r>
                        <a:rPr/>
                        <a:t>ZXIN0002205</a:t>
                      </a:r>
                    </a:p>
                  </a:txBody>
                </a:tc>
                <a:tc>
                  <a:txBody>
                    <a:bodyPr/>
                    <a:lstStyle/>
                    <a:p>
                      <a:pPr lvl="0" indent="0" marL="0">
                        <a:buNone/>
                      </a:pPr>
                      <a:r>
                        <a:rPr/>
                        <a:t>080-41002205</a:t>
                      </a:r>
                    </a:p>
                  </a:txBody>
                </a:tc>
              </a:tr>
              <a:tr h="0">
                <a:tc>
                  <a:txBody>
                    <a:bodyPr/>
                    <a:lstStyle/>
                    <a:p>
                      <a:pPr lvl="0" indent="0" marL="0">
                        <a:buNone/>
                      </a:pPr>
                      <a:r>
                        <a:rPr/>
                        <a:t>148, HSR Layout Sector 2, Agara Main Road</a:t>
                      </a:r>
                    </a:p>
                  </a:txBody>
                </a:tc>
                <a:tc>
                  <a:txBody>
                    <a:bodyPr/>
                    <a:lstStyle/>
                    <a:p>
                      <a:pPr lvl="0" indent="0" marL="0">
                        <a:buNone/>
                      </a:pPr>
                      <a:r>
                        <a:rPr/>
                        <a:t>ZXIN0002206</a:t>
                      </a:r>
                    </a:p>
                  </a:txBody>
                </a:tc>
                <a:tc>
                  <a:txBody>
                    <a:bodyPr/>
                    <a:lstStyle/>
                    <a:p>
                      <a:pPr lvl="0" indent="0" marL="0">
                        <a:buNone/>
                      </a:pPr>
                      <a:r>
                        <a:rPr/>
                        <a:t>080-41002206</a:t>
                      </a:r>
                    </a:p>
                  </a:txBody>
                </a:tc>
              </a:tr>
              <a:tr h="0">
                <a:tc>
                  <a:txBody>
                    <a:bodyPr/>
                    <a:lstStyle/>
                    <a:p>
                      <a:pPr lvl="0" indent="0" marL="0">
                        <a:buNone/>
                      </a:pPr>
                      <a:r>
                        <a:rPr/>
                        <a:t>41/9, Sarakki Gate, Uttarahalli Road</a:t>
                      </a:r>
                    </a:p>
                  </a:txBody>
                </a:tc>
                <a:tc>
                  <a:txBody>
                    <a:bodyPr/>
                    <a:lstStyle/>
                    <a:p>
                      <a:pPr lvl="0" indent="0" marL="0">
                        <a:buNone/>
                      </a:pPr>
                      <a:r>
                        <a:rPr/>
                        <a:t>ZXIN0002207</a:t>
                      </a:r>
                    </a:p>
                  </a:txBody>
                </a:tc>
                <a:tc>
                  <a:txBody>
                    <a:bodyPr/>
                    <a:lstStyle/>
                    <a:p>
                      <a:pPr lvl="0" indent="0" marL="0">
                        <a:buNone/>
                      </a:pPr>
                      <a:r>
                        <a:rPr/>
                        <a:t>080-41002207</a:t>
                      </a:r>
                    </a:p>
                  </a:txBody>
                </a:tc>
              </a:tr>
              <a:tr h="0">
                <a:tc>
                  <a:txBody>
                    <a:bodyPr/>
                    <a:lstStyle/>
                    <a:p>
                      <a:pPr lvl="0" indent="0" marL="0">
                        <a:buNone/>
                      </a:pPr>
                      <a:r>
                        <a:rPr/>
                        <a:t>23, Kumaraswamy Layout, 1st Stage</a:t>
                      </a:r>
                    </a:p>
                  </a:txBody>
                </a:tc>
                <a:tc>
                  <a:txBody>
                    <a:bodyPr/>
                    <a:lstStyle/>
                    <a:p>
                      <a:pPr lvl="0" indent="0" marL="0">
                        <a:buNone/>
                      </a:pPr>
                      <a:r>
                        <a:rPr/>
                        <a:t>ZXIN0002208</a:t>
                      </a:r>
                    </a:p>
                  </a:txBody>
                </a:tc>
                <a:tc>
                  <a:txBody>
                    <a:bodyPr/>
                    <a:lstStyle/>
                    <a:p>
                      <a:pPr lvl="0" indent="0" marL="0">
                        <a:buNone/>
                      </a:pPr>
                      <a:r>
                        <a:rPr/>
                        <a:t>080-41002208</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East Bangalore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502, Whitefield Main Road, ITPL</a:t>
                      </a:r>
                    </a:p>
                  </a:txBody>
                </a:tc>
                <a:tc>
                  <a:txBody>
                    <a:bodyPr/>
                    <a:lstStyle/>
                    <a:p>
                      <a:pPr lvl="0" indent="0" marL="0">
                        <a:buNone/>
                      </a:pPr>
                      <a:r>
                        <a:rPr/>
                        <a:t>ZXIN0003201</a:t>
                      </a:r>
                    </a:p>
                  </a:txBody>
                </a:tc>
                <a:tc>
                  <a:txBody>
                    <a:bodyPr/>
                    <a:lstStyle/>
                    <a:p>
                      <a:pPr lvl="0" indent="0" marL="0">
                        <a:buNone/>
                      </a:pPr>
                      <a:r>
                        <a:rPr/>
                        <a:t>080-41003201</a:t>
                      </a:r>
                    </a:p>
                  </a:txBody>
                </a:tc>
              </a:tr>
              <a:tr h="0">
                <a:tc>
                  <a:txBody>
                    <a:bodyPr/>
                    <a:lstStyle/>
                    <a:p>
                      <a:pPr lvl="0" indent="0" marL="0">
                        <a:buNone/>
                      </a:pPr>
                      <a:r>
                        <a:rPr/>
                        <a:t>230, HAL Airport Road, Murugeshpalya</a:t>
                      </a:r>
                    </a:p>
                  </a:txBody>
                </a:tc>
                <a:tc>
                  <a:txBody>
                    <a:bodyPr/>
                    <a:lstStyle/>
                    <a:p>
                      <a:pPr lvl="0" indent="0" marL="0">
                        <a:buNone/>
                      </a:pPr>
                      <a:r>
                        <a:rPr/>
                        <a:t>ZXIN0003202</a:t>
                      </a:r>
                    </a:p>
                  </a:txBody>
                </a:tc>
                <a:tc>
                  <a:txBody>
                    <a:bodyPr/>
                    <a:lstStyle/>
                    <a:p>
                      <a:pPr lvl="0" indent="0" marL="0">
                        <a:buNone/>
                      </a:pPr>
                      <a:r>
                        <a:rPr/>
                        <a:t>080-41003202</a:t>
                      </a:r>
                    </a:p>
                  </a:txBody>
                </a:tc>
              </a:tr>
              <a:tr h="0">
                <a:tc>
                  <a:txBody>
                    <a:bodyPr/>
                    <a:lstStyle/>
                    <a:p>
                      <a:pPr lvl="0" indent="0" marL="0">
                        <a:buNone/>
                      </a:pPr>
                      <a:r>
                        <a:rPr/>
                        <a:t>65, Indiranagar 100 ft Road, 2nd Stage</a:t>
                      </a:r>
                    </a:p>
                  </a:txBody>
                </a:tc>
                <a:tc>
                  <a:txBody>
                    <a:bodyPr/>
                    <a:lstStyle/>
                    <a:p>
                      <a:pPr lvl="0" indent="0" marL="0">
                        <a:buNone/>
                      </a:pPr>
                      <a:r>
                        <a:rPr/>
                        <a:t>ZXIN0003203</a:t>
                      </a:r>
                    </a:p>
                  </a:txBody>
                </a:tc>
                <a:tc>
                  <a:txBody>
                    <a:bodyPr/>
                    <a:lstStyle/>
                    <a:p>
                      <a:pPr lvl="0" indent="0" marL="0">
                        <a:buNone/>
                      </a:pPr>
                      <a:r>
                        <a:rPr/>
                        <a:t>080-41003203</a:t>
                      </a:r>
                    </a:p>
                  </a:txBody>
                </a:tc>
              </a:tr>
              <a:tr h="0">
                <a:tc>
                  <a:txBody>
                    <a:bodyPr/>
                    <a:lstStyle/>
                    <a:p>
                      <a:pPr lvl="0" indent="0" marL="0">
                        <a:buNone/>
                      </a:pPr>
                      <a:r>
                        <a:rPr/>
                        <a:t>19, Kaggadasapura Main Road, CV Raman Nagar</a:t>
                      </a:r>
                    </a:p>
                  </a:txBody>
                </a:tc>
                <a:tc>
                  <a:txBody>
                    <a:bodyPr/>
                    <a:lstStyle/>
                    <a:p>
                      <a:pPr lvl="0" indent="0" marL="0">
                        <a:buNone/>
                      </a:pPr>
                      <a:r>
                        <a:rPr/>
                        <a:t>ZXIN0003204</a:t>
                      </a:r>
                    </a:p>
                  </a:txBody>
                </a:tc>
                <a:tc>
                  <a:txBody>
                    <a:bodyPr/>
                    <a:lstStyle/>
                    <a:p>
                      <a:pPr lvl="0" indent="0" marL="0">
                        <a:buNone/>
                      </a:pPr>
                      <a:r>
                        <a:rPr/>
                        <a:t>080-41003204</a:t>
                      </a:r>
                    </a:p>
                  </a:txBody>
                </a:tc>
              </a:tr>
              <a:tr h="0">
                <a:tc>
                  <a:txBody>
                    <a:bodyPr/>
                    <a:lstStyle/>
                    <a:p>
                      <a:pPr lvl="0" indent="0" marL="0">
                        <a:buNone/>
                      </a:pPr>
                      <a:r>
                        <a:rPr/>
                        <a:t>88, Marathahalli Bridge, Outer Ring Road</a:t>
                      </a:r>
                    </a:p>
                  </a:txBody>
                </a:tc>
                <a:tc>
                  <a:txBody>
                    <a:bodyPr/>
                    <a:lstStyle/>
                    <a:p>
                      <a:pPr lvl="0" indent="0" marL="0">
                        <a:buNone/>
                      </a:pPr>
                      <a:r>
                        <a:rPr/>
                        <a:t>ZXIN0003205</a:t>
                      </a:r>
                    </a:p>
                  </a:txBody>
                </a:tc>
                <a:tc>
                  <a:txBody>
                    <a:bodyPr/>
                    <a:lstStyle/>
                    <a:p>
                      <a:pPr lvl="0" indent="0" marL="0">
                        <a:buNone/>
                      </a:pPr>
                      <a:r>
                        <a:rPr/>
                        <a:t>080-41003205</a:t>
                      </a:r>
                    </a:p>
                  </a:txBody>
                </a:tc>
              </a:tr>
              <a:tr h="0">
                <a:tc>
                  <a:txBody>
                    <a:bodyPr/>
                    <a:lstStyle/>
                    <a:p>
                      <a:pPr lvl="0" indent="0" marL="0">
                        <a:buNone/>
                      </a:pPr>
                      <a:r>
                        <a:rPr/>
                        <a:t>No. 44, KR Puram, Tin Factory</a:t>
                      </a:r>
                    </a:p>
                  </a:txBody>
                </a:tc>
                <a:tc>
                  <a:txBody>
                    <a:bodyPr/>
                    <a:lstStyle/>
                    <a:p>
                      <a:pPr lvl="0" indent="0" marL="0">
                        <a:buNone/>
                      </a:pPr>
                      <a:r>
                        <a:rPr/>
                        <a:t>ZXIN0003206</a:t>
                      </a:r>
                    </a:p>
                  </a:txBody>
                </a:tc>
                <a:tc>
                  <a:txBody>
                    <a:bodyPr/>
                    <a:lstStyle/>
                    <a:p>
                      <a:pPr lvl="0" indent="0" marL="0">
                        <a:buNone/>
                      </a:pPr>
                      <a:r>
                        <a:rPr/>
                        <a:t>080-41003206</a:t>
                      </a:r>
                    </a:p>
                  </a:txBody>
                </a:tc>
              </a:tr>
              <a:tr h="0">
                <a:tc>
                  <a:txBody>
                    <a:bodyPr/>
                    <a:lstStyle/>
                    <a:p>
                      <a:pPr lvl="0" indent="0" marL="0">
                        <a:buNone/>
                      </a:pPr>
                      <a:r>
                        <a:rPr/>
                        <a:t>120, Brookefield, Kundalahalli Gate</a:t>
                      </a:r>
                    </a:p>
                  </a:txBody>
                </a:tc>
                <a:tc>
                  <a:txBody>
                    <a:bodyPr/>
                    <a:lstStyle/>
                    <a:p>
                      <a:pPr lvl="0" indent="0" marL="0">
                        <a:buNone/>
                      </a:pPr>
                      <a:r>
                        <a:rPr/>
                        <a:t>ZXIN0003207</a:t>
                      </a:r>
                    </a:p>
                  </a:txBody>
                </a:tc>
                <a:tc>
                  <a:txBody>
                    <a:bodyPr/>
                    <a:lstStyle/>
                    <a:p>
                      <a:pPr lvl="0" indent="0" marL="0">
                        <a:buNone/>
                      </a:pPr>
                      <a:r>
                        <a:rPr/>
                        <a:t>080-41003207</a:t>
                      </a:r>
                    </a:p>
                  </a:txBody>
                </a:tc>
              </a:tr>
              <a:tr h="0">
                <a:tc>
                  <a:txBody>
                    <a:bodyPr/>
                    <a:lstStyle/>
                    <a:p>
                      <a:pPr lvl="0" indent="0" marL="0">
                        <a:buNone/>
                      </a:pPr>
                      <a:r>
                        <a:rPr/>
                        <a:t>11, Ramamurthy Nagar Main Road</a:t>
                      </a:r>
                    </a:p>
                  </a:txBody>
                </a:tc>
                <a:tc>
                  <a:txBody>
                    <a:bodyPr/>
                    <a:lstStyle/>
                    <a:p>
                      <a:pPr lvl="0" indent="0" marL="0">
                        <a:buNone/>
                      </a:pPr>
                      <a:r>
                        <a:rPr/>
                        <a:t>ZXIN0003208</a:t>
                      </a:r>
                    </a:p>
                  </a:txBody>
                </a:tc>
                <a:tc>
                  <a:txBody>
                    <a:bodyPr/>
                    <a:lstStyle/>
                    <a:p>
                      <a:pPr lvl="0" indent="0" marL="0">
                        <a:buNone/>
                      </a:pPr>
                      <a:r>
                        <a:rPr/>
                        <a:t>080-41003208</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West Bangalore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#15, Rajajinagar Industrial Town, 2nd Block</a:t>
                      </a:r>
                    </a:p>
                  </a:txBody>
                </a:tc>
                <a:tc>
                  <a:txBody>
                    <a:bodyPr/>
                    <a:lstStyle/>
                    <a:p>
                      <a:pPr lvl="0" indent="0" marL="0">
                        <a:buNone/>
                      </a:pPr>
                      <a:r>
                        <a:rPr/>
                        <a:t>ZXIN0004201</a:t>
                      </a:r>
                    </a:p>
                  </a:txBody>
                </a:tc>
                <a:tc>
                  <a:txBody>
                    <a:bodyPr/>
                    <a:lstStyle/>
                    <a:p>
                      <a:pPr lvl="0" indent="0" marL="0">
                        <a:buNone/>
                      </a:pPr>
                      <a:r>
                        <a:rPr/>
                        <a:t>080-41004201</a:t>
                      </a:r>
                    </a:p>
                  </a:txBody>
                </a:tc>
              </a:tr>
              <a:tr h="0">
                <a:tc>
                  <a:txBody>
                    <a:bodyPr/>
                    <a:lstStyle/>
                    <a:p>
                      <a:pPr lvl="0" indent="0" marL="0">
                        <a:buNone/>
                      </a:pPr>
                      <a:r>
                        <a:rPr/>
                        <a:t>88, Basaveshwaranagar Main Road</a:t>
                      </a:r>
                    </a:p>
                  </a:txBody>
                </a:tc>
                <a:tc>
                  <a:txBody>
                    <a:bodyPr/>
                    <a:lstStyle/>
                    <a:p>
                      <a:pPr lvl="0" indent="0" marL="0">
                        <a:buNone/>
                      </a:pPr>
                      <a:r>
                        <a:rPr/>
                        <a:t>ZXIN0004202</a:t>
                      </a:r>
                    </a:p>
                  </a:txBody>
                </a:tc>
                <a:tc>
                  <a:txBody>
                    <a:bodyPr/>
                    <a:lstStyle/>
                    <a:p>
                      <a:pPr lvl="0" indent="0" marL="0">
                        <a:buNone/>
                      </a:pPr>
                      <a:r>
                        <a:rPr/>
                        <a:t>080-41004202</a:t>
                      </a:r>
                    </a:p>
                  </a:txBody>
                </a:tc>
              </a:tr>
              <a:tr h="0">
                <a:tc>
                  <a:txBody>
                    <a:bodyPr/>
                    <a:lstStyle/>
                    <a:p>
                      <a:pPr lvl="0" indent="0" marL="0">
                        <a:buNone/>
                      </a:pPr>
                      <a:r>
                        <a:rPr/>
                        <a:t>70, Vijayanagar 1st Stage, Hosahalli Main Rd</a:t>
                      </a:r>
                    </a:p>
                  </a:txBody>
                </a:tc>
                <a:tc>
                  <a:txBody>
                    <a:bodyPr/>
                    <a:lstStyle/>
                    <a:p>
                      <a:pPr lvl="0" indent="0" marL="0">
                        <a:buNone/>
                      </a:pPr>
                      <a:r>
                        <a:rPr/>
                        <a:t>ZXIN0004203</a:t>
                      </a:r>
                    </a:p>
                  </a:txBody>
                </a:tc>
                <a:tc>
                  <a:txBody>
                    <a:bodyPr/>
                    <a:lstStyle/>
                    <a:p>
                      <a:pPr lvl="0" indent="0" marL="0">
                        <a:buNone/>
                      </a:pPr>
                      <a:r>
                        <a:rPr/>
                        <a:t>080-41004203</a:t>
                      </a:r>
                    </a:p>
                  </a:txBody>
                </a:tc>
              </a:tr>
              <a:tr h="0">
                <a:tc>
                  <a:txBody>
                    <a:bodyPr/>
                    <a:lstStyle/>
                    <a:p>
                      <a:pPr lvl="0" indent="0" marL="0">
                        <a:buNone/>
                      </a:pPr>
                      <a:r>
                        <a:rPr/>
                        <a:t>99C, Malleshwaram 8th Cross</a:t>
                      </a:r>
                    </a:p>
                  </a:txBody>
                </a:tc>
                <a:tc>
                  <a:txBody>
                    <a:bodyPr/>
                    <a:lstStyle/>
                    <a:p>
                      <a:pPr lvl="0" indent="0" marL="0">
                        <a:buNone/>
                      </a:pPr>
                      <a:r>
                        <a:rPr/>
                        <a:t>ZXIN0004204</a:t>
                      </a:r>
                    </a:p>
                  </a:txBody>
                </a:tc>
                <a:tc>
                  <a:txBody>
                    <a:bodyPr/>
                    <a:lstStyle/>
                    <a:p>
                      <a:pPr lvl="0" indent="0" marL="0">
                        <a:buNone/>
                      </a:pPr>
                      <a:r>
                        <a:rPr/>
                        <a:t>080-41004204</a:t>
                      </a:r>
                    </a:p>
                  </a:txBody>
                </a:tc>
              </a:tr>
              <a:tr h="0">
                <a:tc>
                  <a:txBody>
                    <a:bodyPr/>
                    <a:lstStyle/>
                    <a:p>
                      <a:pPr lvl="0" indent="0" marL="0">
                        <a:buNone/>
                      </a:pPr>
                      <a:r>
                        <a:rPr/>
                        <a:t>17, Magadi Main Road, Kamakshipalya</a:t>
                      </a:r>
                    </a:p>
                  </a:txBody>
                </a:tc>
                <a:tc>
                  <a:txBody>
                    <a:bodyPr/>
                    <a:lstStyle/>
                    <a:p>
                      <a:pPr lvl="0" indent="0" marL="0">
                        <a:buNone/>
                      </a:pPr>
                      <a:r>
                        <a:rPr/>
                        <a:t>ZXIN0004205</a:t>
                      </a:r>
                    </a:p>
                  </a:txBody>
                </a:tc>
                <a:tc>
                  <a:txBody>
                    <a:bodyPr/>
                    <a:lstStyle/>
                    <a:p>
                      <a:pPr lvl="0" indent="0" marL="0">
                        <a:buNone/>
                      </a:pPr>
                      <a:r>
                        <a:rPr/>
                        <a:t>080-41004205</a:t>
                      </a:r>
                    </a:p>
                  </a:txBody>
                </a:tc>
              </a:tr>
              <a:tr h="0">
                <a:tc>
                  <a:txBody>
                    <a:bodyPr/>
                    <a:lstStyle/>
                    <a:p>
                      <a:pPr lvl="0" indent="0" marL="0">
                        <a:buNone/>
                      </a:pPr>
                      <a:r>
                        <a:rPr/>
                        <a:t>11, Yeshwanthpur Industrial Suburb</a:t>
                      </a:r>
                    </a:p>
                  </a:txBody>
                </a:tc>
                <a:tc>
                  <a:txBody>
                    <a:bodyPr/>
                    <a:lstStyle/>
                    <a:p>
                      <a:pPr lvl="0" indent="0" marL="0">
                        <a:buNone/>
                      </a:pPr>
                      <a:r>
                        <a:rPr/>
                        <a:t>ZXIN0004206</a:t>
                      </a:r>
                    </a:p>
                  </a:txBody>
                </a:tc>
                <a:tc>
                  <a:txBody>
                    <a:bodyPr/>
                    <a:lstStyle/>
                    <a:p>
                      <a:pPr lvl="0" indent="0" marL="0">
                        <a:buNone/>
                      </a:pPr>
                      <a:r>
                        <a:rPr/>
                        <a:t>080-41004206</a:t>
                      </a:r>
                    </a:p>
                  </a:txBody>
                </a:tc>
              </a:tr>
              <a:tr h="0">
                <a:tc>
                  <a:txBody>
                    <a:bodyPr/>
                    <a:lstStyle/>
                    <a:p>
                      <a:pPr lvl="0" indent="0" marL="0">
                        <a:buNone/>
                      </a:pPr>
                      <a:r>
                        <a:rPr/>
                        <a:t>42, Govindarajnagar, Vijayanagar Extension</a:t>
                      </a:r>
                    </a:p>
                  </a:txBody>
                </a:tc>
                <a:tc>
                  <a:txBody>
                    <a:bodyPr/>
                    <a:lstStyle/>
                    <a:p>
                      <a:pPr lvl="0" indent="0" marL="0">
                        <a:buNone/>
                      </a:pPr>
                      <a:r>
                        <a:rPr/>
                        <a:t>ZXIN0004207</a:t>
                      </a:r>
                    </a:p>
                  </a:txBody>
                </a:tc>
                <a:tc>
                  <a:txBody>
                    <a:bodyPr/>
                    <a:lstStyle/>
                    <a:p>
                      <a:pPr lvl="0" indent="0" marL="0">
                        <a:buNone/>
                      </a:pPr>
                      <a:r>
                        <a:rPr/>
                        <a:t>080-41004207</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Central Bangalore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19, MG Road, Trinity Circle</a:t>
                      </a:r>
                    </a:p>
                  </a:txBody>
                </a:tc>
                <a:tc>
                  <a:txBody>
                    <a:bodyPr/>
                    <a:lstStyle/>
                    <a:p>
                      <a:pPr lvl="0" indent="0" marL="0">
                        <a:buNone/>
                      </a:pPr>
                      <a:r>
                        <a:rPr/>
                        <a:t>ZXIN0005201</a:t>
                      </a:r>
                    </a:p>
                  </a:txBody>
                </a:tc>
                <a:tc>
                  <a:txBody>
                    <a:bodyPr/>
                    <a:lstStyle/>
                    <a:p>
                      <a:pPr lvl="0" indent="0" marL="0">
                        <a:buNone/>
                      </a:pPr>
                      <a:r>
                        <a:rPr/>
                        <a:t>080-41005201</a:t>
                      </a:r>
                    </a:p>
                  </a:txBody>
                </a:tc>
              </a:tr>
              <a:tr h="0">
                <a:tc>
                  <a:txBody>
                    <a:bodyPr/>
                    <a:lstStyle/>
                    <a:p>
                      <a:pPr lvl="0" indent="0" marL="0">
                        <a:buNone/>
                      </a:pPr>
                      <a:r>
                        <a:rPr/>
                        <a:t>77, Lavelle Road, Richmond Town</a:t>
                      </a:r>
                    </a:p>
                  </a:txBody>
                </a:tc>
                <a:tc>
                  <a:txBody>
                    <a:bodyPr/>
                    <a:lstStyle/>
                    <a:p>
                      <a:pPr lvl="0" indent="0" marL="0">
                        <a:buNone/>
                      </a:pPr>
                      <a:r>
                        <a:rPr/>
                        <a:t>ZXIN0005202</a:t>
                      </a:r>
                    </a:p>
                  </a:txBody>
                </a:tc>
                <a:tc>
                  <a:txBody>
                    <a:bodyPr/>
                    <a:lstStyle/>
                    <a:p>
                      <a:pPr lvl="0" indent="0" marL="0">
                        <a:buNone/>
                      </a:pPr>
                      <a:r>
                        <a:rPr/>
                        <a:t>080-41005202</a:t>
                      </a:r>
                    </a:p>
                  </a:txBody>
                </a:tc>
              </a:tr>
              <a:tr h="0">
                <a:tc>
                  <a:txBody>
                    <a:bodyPr/>
                    <a:lstStyle/>
                    <a:p>
                      <a:pPr lvl="0" indent="0" marL="0">
                        <a:buNone/>
                      </a:pPr>
                      <a:r>
                        <a:rPr/>
                        <a:t>No. 105, Brigade Road, Ashok Nagar</a:t>
                      </a:r>
                    </a:p>
                  </a:txBody>
                </a:tc>
                <a:tc>
                  <a:txBody>
                    <a:bodyPr/>
                    <a:lstStyle/>
                    <a:p>
                      <a:pPr lvl="0" indent="0" marL="0">
                        <a:buNone/>
                      </a:pPr>
                      <a:r>
                        <a:rPr/>
                        <a:t>ZXIN0005203</a:t>
                      </a:r>
                    </a:p>
                  </a:txBody>
                </a:tc>
                <a:tc>
                  <a:txBody>
                    <a:bodyPr/>
                    <a:lstStyle/>
                    <a:p>
                      <a:pPr lvl="0" indent="0" marL="0">
                        <a:buNone/>
                      </a:pPr>
                      <a:r>
                        <a:rPr/>
                        <a:t>080-41005203</a:t>
                      </a:r>
                    </a:p>
                  </a:txBody>
                </a:tc>
              </a:tr>
              <a:tr h="0">
                <a:tc>
                  <a:txBody>
                    <a:bodyPr/>
                    <a:lstStyle/>
                    <a:p>
                      <a:pPr lvl="0" indent="0" marL="0">
                        <a:buNone/>
                      </a:pPr>
                      <a:r>
                        <a:rPr/>
                        <a:t>8, St. Mark’s Road, Shanthala Nagar</a:t>
                      </a:r>
                    </a:p>
                  </a:txBody>
                </a:tc>
                <a:tc>
                  <a:txBody>
                    <a:bodyPr/>
                    <a:lstStyle/>
                    <a:p>
                      <a:pPr lvl="0" indent="0" marL="0">
                        <a:buNone/>
                      </a:pPr>
                      <a:r>
                        <a:rPr/>
                        <a:t>ZXIN0005204</a:t>
                      </a:r>
                    </a:p>
                  </a:txBody>
                </a:tc>
                <a:tc>
                  <a:txBody>
                    <a:bodyPr/>
                    <a:lstStyle/>
                    <a:p>
                      <a:pPr lvl="0" indent="0" marL="0">
                        <a:buNone/>
                      </a:pPr>
                      <a:r>
                        <a:rPr/>
                        <a:t>080-41005204</a:t>
                      </a:r>
                    </a:p>
                  </a:txBody>
                </a:tc>
              </a:tr>
              <a:tr h="0">
                <a:tc>
                  <a:txBody>
                    <a:bodyPr/>
                    <a:lstStyle/>
                    <a:p>
                      <a:pPr lvl="0" indent="0" marL="0">
                        <a:buNone/>
                      </a:pPr>
                      <a:r>
                        <a:rPr/>
                        <a:t>36, Cunningham Road, Vasanth Nagar</a:t>
                      </a:r>
                    </a:p>
                  </a:txBody>
                </a:tc>
                <a:tc>
                  <a:txBody>
                    <a:bodyPr/>
                    <a:lstStyle/>
                    <a:p>
                      <a:pPr lvl="0" indent="0" marL="0">
                        <a:buNone/>
                      </a:pPr>
                      <a:r>
                        <a:rPr/>
                        <a:t>ZXIN0005205</a:t>
                      </a:r>
                    </a:p>
                  </a:txBody>
                </a:tc>
                <a:tc>
                  <a:txBody>
                    <a:bodyPr/>
                    <a:lstStyle/>
                    <a:p>
                      <a:pPr lvl="0" indent="0" marL="0">
                        <a:buNone/>
                      </a:pPr>
                      <a:r>
                        <a:rPr/>
                        <a:t>080-41005205</a:t>
                      </a:r>
                    </a:p>
                  </a:txBody>
                </a:tc>
              </a:tr>
              <a:tr h="0">
                <a:tc>
                  <a:txBody>
                    <a:bodyPr/>
                    <a:lstStyle/>
                    <a:p>
                      <a:pPr lvl="0" indent="0" marL="0">
                        <a:buNone/>
                      </a:pPr>
                      <a:r>
                        <a:rPr/>
                        <a:t>40, Shivajinagar, Infantry Road</a:t>
                      </a:r>
                    </a:p>
                  </a:txBody>
                </a:tc>
                <a:tc>
                  <a:txBody>
                    <a:bodyPr/>
                    <a:lstStyle/>
                    <a:p>
                      <a:pPr lvl="0" indent="0" marL="0">
                        <a:buNone/>
                      </a:pPr>
                      <a:r>
                        <a:rPr/>
                        <a:t>ZXIN0005206</a:t>
                      </a:r>
                    </a:p>
                  </a:txBody>
                </a:tc>
                <a:tc>
                  <a:txBody>
                    <a:bodyPr/>
                    <a:lstStyle/>
                    <a:p>
                      <a:pPr lvl="0" indent="0" marL="0">
                        <a:buNone/>
                      </a:pPr>
                      <a:r>
                        <a:rPr/>
                        <a:t>080-41005206</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2025-07-30T07:48:39Z</dcterms:created>
  <dcterms:modified xsi:type="dcterms:W3CDTF">2025-07-30T07:48:39Z</dcterms:modified>
</cp:coreProperties>
</file>

<file path=docProps/custom.xml><?xml version="1.0" encoding="utf-8"?>
<Properties xmlns="http://schemas.openxmlformats.org/officeDocument/2006/custom-properties" xmlns:vt="http://schemas.openxmlformats.org/officeDocument/2006/docPropsVTypes"/>
</file>