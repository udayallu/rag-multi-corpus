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Report a Fraud Transaction at ZX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suspect or identify a fraudulent transaction on your ZX Bank account, follow these steps immediately to secure your funds and resolve the issue.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Contact ZX Bank Immediately</a:t>
            </a:r>
          </a:p>
          <a:p>
            <a:pPr lvl="0"/>
            <a:r>
              <a:rPr b="1"/>
              <a:t>Hotline (24x7):</a:t>
            </a:r>
          </a:p>
          <a:p>
            <a:pPr lvl="1"/>
            <a:r>
              <a:rPr/>
              <a:t>India: 1800 123 9876</a:t>
            </a:r>
            <a:br/>
          </a:p>
          <a:p>
            <a:pPr lvl="1"/>
            <a:r>
              <a:rPr/>
              <a:t>Sri Lanka: +94 11 2345678</a:t>
            </a:r>
            <a:br/>
          </a:p>
          <a:p>
            <a:pPr lvl="1"/>
            <a:r>
              <a:rPr/>
              <a:t>Bangladesh: +880 9612 345678</a:t>
            </a:r>
            <a:br/>
          </a:p>
          <a:p>
            <a:pPr lvl="1"/>
            <a:r>
              <a:rPr/>
              <a:t>Bhutan: +975 2 345678</a:t>
            </a:r>
            <a:br/>
          </a:p>
          <a:p>
            <a:pPr lvl="1"/>
            <a:r>
              <a:rPr/>
              <a:t>Nepal: +977 1 2345678</a:t>
            </a:r>
          </a:p>
          <a:p>
            <a:pPr lvl="0"/>
            <a:r>
              <a:rPr b="1"/>
              <a:t>Email:</a:t>
            </a:r>
            <a:r>
              <a:rPr/>
              <a:t> fraudreport@zxbank.asia</a:t>
            </a:r>
            <a:br/>
          </a:p>
          <a:p>
            <a:pPr lvl="0"/>
            <a:r>
              <a:rPr b="1"/>
              <a:t>Mobile App:</a:t>
            </a:r>
            <a:r>
              <a:rPr/>
              <a:t> Go to </a:t>
            </a:r>
            <a:r>
              <a:rPr b="1"/>
              <a:t>ZX Bank Asia</a:t>
            </a:r>
            <a:r>
              <a:rPr/>
              <a:t> app → Support → Report Fraud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Block Your Card or Account (If Applicable)</a:t>
            </a:r>
          </a:p>
          <a:p>
            <a:pPr lvl="0"/>
            <a:r>
              <a:rPr b="1"/>
              <a:t>Via Mobile App or NetBanking:</a:t>
            </a:r>
          </a:p>
          <a:p>
            <a:pPr lvl="1"/>
            <a:r>
              <a:rPr/>
              <a:t>Go to “Card Management” or “Account Services”</a:t>
            </a:r>
          </a:p>
          <a:p>
            <a:pPr lvl="1"/>
            <a:r>
              <a:rPr/>
              <a:t>Select “Block/Card Hotlisting” or “Freeze Account”</a:t>
            </a:r>
          </a:p>
          <a:p>
            <a:pPr lvl="1"/>
            <a:r>
              <a:rPr/>
              <a:t>Confirm the action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Gather Key Information</a:t>
            </a:r>
          </a:p>
          <a:p>
            <a:pPr lvl="0" indent="0" marL="0">
              <a:buNone/>
            </a:pPr>
            <a:r>
              <a:rPr/>
              <a:t>When reporting, be ready with the following: - Your account number/User ID - Date and time of the suspicious transaction - Transaction amount and details - Any SMS/email alerts received - Screenshots or documentation (if available)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4: File a Written Complaint</a:t>
            </a:r>
          </a:p>
          <a:p>
            <a:pPr lvl="0"/>
            <a:r>
              <a:rPr b="1"/>
              <a:t>In Branch:</a:t>
            </a:r>
            <a:r>
              <a:rPr/>
              <a:t> Visit your nearest ZX Bank branch and submit a written complaint.</a:t>
            </a:r>
          </a:p>
          <a:p>
            <a:pPr lvl="0"/>
            <a:r>
              <a:rPr b="1"/>
              <a:t>Online:</a:t>
            </a:r>
          </a:p>
          <a:p>
            <a:pPr lvl="1"/>
            <a:r>
              <a:rPr/>
              <a:t>Use NetBanking &gt; Service Requests &gt; Dispute Transaction</a:t>
            </a:r>
          </a:p>
          <a:p>
            <a:pPr lvl="1"/>
            <a:r>
              <a:rPr/>
              <a:t>Email a formal complaint to fraudreport@zxbank.asia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5: Follow Up &amp; Track Resolution</a:t>
            </a:r>
          </a:p>
          <a:p>
            <a:pPr lvl="0"/>
            <a:r>
              <a:rPr/>
              <a:t>ZX Bank will provide a reference number for your complaint.</a:t>
            </a:r>
          </a:p>
          <a:p>
            <a:pPr lvl="0"/>
            <a:r>
              <a:rPr/>
              <a:t>You can track progress via the app (Support &gt; Track Requests) or by calling the hotline.</a:t>
            </a:r>
          </a:p>
          <a:p>
            <a:pPr lvl="0"/>
            <a:r>
              <a:rPr/>
              <a:t>ZX Bank targets resolution within 10 working days.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Extra Tips</a:t>
            </a:r>
          </a:p>
          <a:p>
            <a:pPr lvl="0"/>
            <a:r>
              <a:rPr b="1"/>
              <a:t>Never share PIN, OTP, or passwords with anyone.</a:t>
            </a:r>
          </a:p>
          <a:p>
            <a:pPr lvl="0"/>
            <a:r>
              <a:rPr b="1"/>
              <a:t>Activate transaction alerts via SMS and Email.</a:t>
            </a:r>
          </a:p>
          <a:p>
            <a:pPr lvl="0"/>
            <a:r>
              <a:rPr b="1"/>
              <a:t>Regularly review your account statements.</a:t>
            </a:r>
          </a:p>
          <a:p>
            <a:pPr lvl="0"/>
            <a:r>
              <a:rPr b="1"/>
              <a:t>For urgent blocking, use the “Block Instantly” option in the app.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Your safety is our priority. Report suspicious activities as soon as possible to minimize risk.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2025-07-30T07:48:55Z</dcterms:created>
  <dcterms:modified xsi:type="dcterms:W3CDTF">2025-07-30T07:48:55Z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