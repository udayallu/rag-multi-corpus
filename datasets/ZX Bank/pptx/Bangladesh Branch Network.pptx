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Bangladesh Branch Network</a:t>
            </a:r>
          </a:p>
        </p:txBody>
      </p:sp>
      <p:sp>
        <p:nvSpPr>
          <p:cNvPr id="3" name="Content Placeholder 2"/>
          <p:cNvSpPr>
            <a:spLocks noGrp="1"/>
          </p:cNvSpPr>
          <p:nvPr>
            <p:ph idx="1"/>
          </p:nvPr>
        </p:nvSpPr>
        <p:spPr/>
        <p:txBody>
          <a:bodyPr/>
          <a:lstStyle/>
          <a:p>
            <a:pPr lvl="0" indent="0" marL="0">
              <a:buNone/>
            </a:pPr>
            <a:r>
              <a:rPr/>
              <a:t>ZX Bank maintains a robust presence in Bangladesh, facilitating financial inclusion and growth through a network of strategically located branches. With a total of 18 branches distributed across major regions—Dhaka, Chittagong, Khulna, Rajshahi, and Sylhet—the bank ensures accessible banking services for individuals and businesses alike. Each branch offers comprehensive banking facilities, from retail and corporate banking to digital onboarding and remittance support.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Dhaka Region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21 Motijheel Commercial Area, Dhaka-1000</a:t>
                      </a:r>
                    </a:p>
                  </a:txBody>
                </a:tc>
                <a:tc>
                  <a:txBody>
                    <a:bodyPr/>
                    <a:lstStyle/>
                    <a:p>
                      <a:pPr lvl="0" indent="0" marL="0">
                        <a:buNone/>
                      </a:pPr>
                      <a:r>
                        <a:rPr/>
                        <a:t>ZXIN0011201</a:t>
                      </a:r>
                    </a:p>
                  </a:txBody>
                </a:tc>
                <a:tc>
                  <a:txBody>
                    <a:bodyPr/>
                    <a:lstStyle/>
                    <a:p>
                      <a:pPr lvl="0" indent="0" marL="0">
                        <a:buNone/>
                      </a:pPr>
                      <a:r>
                        <a:rPr/>
                        <a:t>+880-2-8834001</a:t>
                      </a:r>
                    </a:p>
                  </a:txBody>
                </a:tc>
              </a:tr>
              <a:tr h="0">
                <a:tc>
                  <a:txBody>
                    <a:bodyPr/>
                    <a:lstStyle/>
                    <a:p>
                      <a:pPr lvl="0" indent="0" marL="0">
                        <a:buNone/>
                      </a:pPr>
                      <a:r>
                        <a:rPr/>
                        <a:t>152 Gulshan Avenue, Gulshan-2, Dhaka-1212</a:t>
                      </a:r>
                    </a:p>
                  </a:txBody>
                </a:tc>
                <a:tc>
                  <a:txBody>
                    <a:bodyPr/>
                    <a:lstStyle/>
                    <a:p>
                      <a:pPr lvl="0" indent="0" marL="0">
                        <a:buNone/>
                      </a:pPr>
                      <a:r>
                        <a:rPr/>
                        <a:t>ZXIN0011202</a:t>
                      </a:r>
                    </a:p>
                  </a:txBody>
                </a:tc>
                <a:tc>
                  <a:txBody>
                    <a:bodyPr/>
                    <a:lstStyle/>
                    <a:p>
                      <a:pPr lvl="0" indent="0" marL="0">
                        <a:buNone/>
                      </a:pPr>
                      <a:r>
                        <a:rPr/>
                        <a:t>+880-2-9850057</a:t>
                      </a:r>
                    </a:p>
                  </a:txBody>
                </a:tc>
              </a:tr>
              <a:tr h="0">
                <a:tc>
                  <a:txBody>
                    <a:bodyPr/>
                    <a:lstStyle/>
                    <a:p>
                      <a:pPr lvl="0" indent="0" marL="0">
                        <a:buNone/>
                      </a:pPr>
                      <a:r>
                        <a:rPr/>
                        <a:t>77 Dhanmondi Road 27, Dhanmondi, Dhaka-1209</a:t>
                      </a:r>
                    </a:p>
                  </a:txBody>
                </a:tc>
                <a:tc>
                  <a:txBody>
                    <a:bodyPr/>
                    <a:lstStyle/>
                    <a:p>
                      <a:pPr lvl="0" indent="0" marL="0">
                        <a:buNone/>
                      </a:pPr>
                      <a:r>
                        <a:rPr/>
                        <a:t>ZXIN0011203</a:t>
                      </a:r>
                    </a:p>
                  </a:txBody>
                </a:tc>
                <a:tc>
                  <a:txBody>
                    <a:bodyPr/>
                    <a:lstStyle/>
                    <a:p>
                      <a:pPr lvl="0" indent="0" marL="0">
                        <a:buNone/>
                      </a:pPr>
                      <a:r>
                        <a:rPr/>
                        <a:t>+880-2-9142335</a:t>
                      </a:r>
                    </a:p>
                  </a:txBody>
                </a:tc>
              </a:tr>
              <a:tr h="0">
                <a:tc>
                  <a:txBody>
                    <a:bodyPr/>
                    <a:lstStyle/>
                    <a:p>
                      <a:pPr lvl="0" indent="0" marL="0">
                        <a:buNone/>
                      </a:pPr>
                      <a:r>
                        <a:rPr/>
                        <a:t>10 Mirpur Road, Shyamoli, Dhaka-1207</a:t>
                      </a:r>
                    </a:p>
                  </a:txBody>
                </a:tc>
                <a:tc>
                  <a:txBody>
                    <a:bodyPr/>
                    <a:lstStyle/>
                    <a:p>
                      <a:pPr lvl="0" indent="0" marL="0">
                        <a:buNone/>
                      </a:pPr>
                      <a:r>
                        <a:rPr/>
                        <a:t>ZXIN0011204</a:t>
                      </a:r>
                    </a:p>
                  </a:txBody>
                </a:tc>
                <a:tc>
                  <a:txBody>
                    <a:bodyPr/>
                    <a:lstStyle/>
                    <a:p>
                      <a:pPr lvl="0" indent="0" marL="0">
                        <a:buNone/>
                      </a:pPr>
                      <a:r>
                        <a:rPr/>
                        <a:t>+880-2-9130467</a:t>
                      </a:r>
                    </a:p>
                  </a:txBody>
                </a:tc>
              </a:tr>
              <a:tr h="0">
                <a:tc>
                  <a:txBody>
                    <a:bodyPr/>
                    <a:lstStyle/>
                    <a:p>
                      <a:pPr lvl="0" indent="0" marL="0">
                        <a:buNone/>
                      </a:pPr>
                      <a:r>
                        <a:rPr/>
                        <a:t>5 Banani Road 11, Banani, Dhaka-1213</a:t>
                      </a:r>
                    </a:p>
                  </a:txBody>
                </a:tc>
                <a:tc>
                  <a:txBody>
                    <a:bodyPr/>
                    <a:lstStyle/>
                    <a:p>
                      <a:pPr lvl="0" indent="0" marL="0">
                        <a:buNone/>
                      </a:pPr>
                      <a:r>
                        <a:rPr/>
                        <a:t>ZXIN0011205</a:t>
                      </a:r>
                    </a:p>
                  </a:txBody>
                </a:tc>
                <a:tc>
                  <a:txBody>
                    <a:bodyPr/>
                    <a:lstStyle/>
                    <a:p>
                      <a:pPr lvl="0" indent="0" marL="0">
                        <a:buNone/>
                      </a:pPr>
                      <a:r>
                        <a:rPr/>
                        <a:t>+880-2-9872251</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Chittagong Region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32 Agrabad C/A, Chittagong-4100</a:t>
                      </a:r>
                    </a:p>
                  </a:txBody>
                </a:tc>
                <a:tc>
                  <a:txBody>
                    <a:bodyPr/>
                    <a:lstStyle/>
                    <a:p>
                      <a:pPr lvl="0" indent="0" marL="0">
                        <a:buNone/>
                      </a:pPr>
                      <a:r>
                        <a:rPr/>
                        <a:t>ZXIN0011301</a:t>
                      </a:r>
                    </a:p>
                  </a:txBody>
                </a:tc>
                <a:tc>
                  <a:txBody>
                    <a:bodyPr/>
                    <a:lstStyle/>
                    <a:p>
                      <a:pPr lvl="0" indent="0" marL="0">
                        <a:buNone/>
                      </a:pPr>
                      <a:r>
                        <a:rPr/>
                        <a:t>+880-31-710622</a:t>
                      </a:r>
                    </a:p>
                  </a:txBody>
                </a:tc>
              </a:tr>
              <a:tr h="0">
                <a:tc>
                  <a:txBody>
                    <a:bodyPr/>
                    <a:lstStyle/>
                    <a:p>
                      <a:pPr lvl="0" indent="0" marL="0">
                        <a:buNone/>
                      </a:pPr>
                      <a:r>
                        <a:rPr/>
                        <a:t>175 CDA Avenue, Nasirabad, Chittagong-4209</a:t>
                      </a:r>
                    </a:p>
                  </a:txBody>
                </a:tc>
                <a:tc>
                  <a:txBody>
                    <a:bodyPr/>
                    <a:lstStyle/>
                    <a:p>
                      <a:pPr lvl="0" indent="0" marL="0">
                        <a:buNone/>
                      </a:pPr>
                      <a:r>
                        <a:rPr/>
                        <a:t>ZXIN0011302</a:t>
                      </a:r>
                    </a:p>
                  </a:txBody>
                </a:tc>
                <a:tc>
                  <a:txBody>
                    <a:bodyPr/>
                    <a:lstStyle/>
                    <a:p>
                      <a:pPr lvl="0" indent="0" marL="0">
                        <a:buNone/>
                      </a:pPr>
                      <a:r>
                        <a:rPr/>
                        <a:t>+880-31-654389</a:t>
                      </a:r>
                    </a:p>
                  </a:txBody>
                </a:tc>
              </a:tr>
              <a:tr h="0">
                <a:tc>
                  <a:txBody>
                    <a:bodyPr/>
                    <a:lstStyle/>
                    <a:p>
                      <a:pPr lvl="0" indent="0" marL="0">
                        <a:buNone/>
                      </a:pPr>
                      <a:r>
                        <a:rPr/>
                        <a:t>45 GEC Circle, Chittagong-4200</a:t>
                      </a:r>
                    </a:p>
                  </a:txBody>
                </a:tc>
                <a:tc>
                  <a:txBody>
                    <a:bodyPr/>
                    <a:lstStyle/>
                    <a:p>
                      <a:pPr lvl="0" indent="0" marL="0">
                        <a:buNone/>
                      </a:pPr>
                      <a:r>
                        <a:rPr/>
                        <a:t>ZXIN0011303</a:t>
                      </a:r>
                    </a:p>
                  </a:txBody>
                </a:tc>
                <a:tc>
                  <a:txBody>
                    <a:bodyPr/>
                    <a:lstStyle/>
                    <a:p>
                      <a:pPr lvl="0" indent="0" marL="0">
                        <a:buNone/>
                      </a:pPr>
                      <a:r>
                        <a:rPr/>
                        <a:t>+880-31-286411</a:t>
                      </a:r>
                    </a:p>
                  </a:txBody>
                </a:tc>
              </a:tr>
              <a:tr h="0">
                <a:tc>
                  <a:txBody>
                    <a:bodyPr/>
                    <a:lstStyle/>
                    <a:p>
                      <a:pPr lvl="0" indent="0" marL="0">
                        <a:buNone/>
                      </a:pPr>
                      <a:r>
                        <a:rPr/>
                        <a:t>60 Station Road, Chittagong-4000</a:t>
                      </a:r>
                    </a:p>
                  </a:txBody>
                </a:tc>
                <a:tc>
                  <a:txBody>
                    <a:bodyPr/>
                    <a:lstStyle/>
                    <a:p>
                      <a:pPr lvl="0" indent="0" marL="0">
                        <a:buNone/>
                      </a:pPr>
                      <a:r>
                        <a:rPr/>
                        <a:t>ZXIN0011304</a:t>
                      </a:r>
                    </a:p>
                  </a:txBody>
                </a:tc>
                <a:tc>
                  <a:txBody>
                    <a:bodyPr/>
                    <a:lstStyle/>
                    <a:p>
                      <a:pPr lvl="0" indent="0" marL="0">
                        <a:buNone/>
                      </a:pPr>
                      <a:r>
                        <a:rPr/>
                        <a:t>+880-31-621022</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Khulna Region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14 KDA Avenue, Khulna-9100</a:t>
                      </a:r>
                    </a:p>
                  </a:txBody>
                </a:tc>
                <a:tc>
                  <a:txBody>
                    <a:bodyPr/>
                    <a:lstStyle/>
                    <a:p>
                      <a:pPr lvl="0" indent="0" marL="0">
                        <a:buNone/>
                      </a:pPr>
                      <a:r>
                        <a:rPr/>
                        <a:t>ZXIN0011401</a:t>
                      </a:r>
                    </a:p>
                  </a:txBody>
                </a:tc>
                <a:tc>
                  <a:txBody>
                    <a:bodyPr/>
                    <a:lstStyle/>
                    <a:p>
                      <a:pPr lvl="0" indent="0" marL="0">
                        <a:buNone/>
                      </a:pPr>
                      <a:r>
                        <a:rPr/>
                        <a:t>+880-41-720105</a:t>
                      </a:r>
                    </a:p>
                  </a:txBody>
                </a:tc>
              </a:tr>
              <a:tr h="0">
                <a:tc>
                  <a:txBody>
                    <a:bodyPr/>
                    <a:lstStyle/>
                    <a:p>
                      <a:pPr lvl="0" indent="0" marL="0">
                        <a:buNone/>
                      </a:pPr>
                      <a:r>
                        <a:rPr/>
                        <a:t>79 Sher-e-Bangla Road, Khalishpur, Khulna</a:t>
                      </a:r>
                    </a:p>
                  </a:txBody>
                </a:tc>
                <a:tc>
                  <a:txBody>
                    <a:bodyPr/>
                    <a:lstStyle/>
                    <a:p>
                      <a:pPr lvl="0" indent="0" marL="0">
                        <a:buNone/>
                      </a:pPr>
                      <a:r>
                        <a:rPr/>
                        <a:t>ZXIN0011402</a:t>
                      </a:r>
                    </a:p>
                  </a:txBody>
                </a:tc>
                <a:tc>
                  <a:txBody>
                    <a:bodyPr/>
                    <a:lstStyle/>
                    <a:p>
                      <a:pPr lvl="0" indent="0" marL="0">
                        <a:buNone/>
                      </a:pPr>
                      <a:r>
                        <a:rPr/>
                        <a:t>+880-41-789601</a:t>
                      </a:r>
                    </a:p>
                  </a:txBody>
                </a:tc>
              </a:tr>
              <a:tr h="0">
                <a:tc>
                  <a:txBody>
                    <a:bodyPr/>
                    <a:lstStyle/>
                    <a:p>
                      <a:pPr lvl="0" indent="0" marL="0">
                        <a:buNone/>
                      </a:pPr>
                      <a:r>
                        <a:rPr/>
                        <a:t>18 Babu Khan Road, Daulatpur, Khulna-9202</a:t>
                      </a:r>
                    </a:p>
                  </a:txBody>
                </a:tc>
                <a:tc>
                  <a:txBody>
                    <a:bodyPr/>
                    <a:lstStyle/>
                    <a:p>
                      <a:pPr lvl="0" indent="0" marL="0">
                        <a:buNone/>
                      </a:pPr>
                      <a:r>
                        <a:rPr/>
                        <a:t>ZXIN0011403</a:t>
                      </a:r>
                    </a:p>
                  </a:txBody>
                </a:tc>
                <a:tc>
                  <a:txBody>
                    <a:bodyPr/>
                    <a:lstStyle/>
                    <a:p>
                      <a:pPr lvl="0" indent="0" marL="0">
                        <a:buNone/>
                      </a:pPr>
                      <a:r>
                        <a:rPr/>
                        <a:t>+880-41-783054</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Rajshahi Region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221 Saheb Bazar, Rajshahi-6000</a:t>
                      </a:r>
                    </a:p>
                  </a:txBody>
                </a:tc>
                <a:tc>
                  <a:txBody>
                    <a:bodyPr/>
                    <a:lstStyle/>
                    <a:p>
                      <a:pPr lvl="0" indent="0" marL="0">
                        <a:buNone/>
                      </a:pPr>
                      <a:r>
                        <a:rPr/>
                        <a:t>ZXIN0011501</a:t>
                      </a:r>
                    </a:p>
                  </a:txBody>
                </a:tc>
                <a:tc>
                  <a:txBody>
                    <a:bodyPr/>
                    <a:lstStyle/>
                    <a:p>
                      <a:pPr lvl="0" indent="0" marL="0">
                        <a:buNone/>
                      </a:pPr>
                      <a:r>
                        <a:rPr/>
                        <a:t>+880-721-775591</a:t>
                      </a:r>
                    </a:p>
                  </a:txBody>
                </a:tc>
              </a:tr>
              <a:tr h="0">
                <a:tc>
                  <a:txBody>
                    <a:bodyPr/>
                    <a:lstStyle/>
                    <a:p>
                      <a:pPr lvl="0" indent="0" marL="0">
                        <a:buNone/>
                      </a:pPr>
                      <a:r>
                        <a:rPr/>
                        <a:t>50 Nowhata Road, Rajpara, Rajshahi-6100</a:t>
                      </a:r>
                    </a:p>
                  </a:txBody>
                </a:tc>
                <a:tc>
                  <a:txBody>
                    <a:bodyPr/>
                    <a:lstStyle/>
                    <a:p>
                      <a:pPr lvl="0" indent="0" marL="0">
                        <a:buNone/>
                      </a:pPr>
                      <a:r>
                        <a:rPr/>
                        <a:t>ZXIN0011502</a:t>
                      </a:r>
                    </a:p>
                  </a:txBody>
                </a:tc>
                <a:tc>
                  <a:txBody>
                    <a:bodyPr/>
                    <a:lstStyle/>
                    <a:p>
                      <a:pPr lvl="0" indent="0" marL="0">
                        <a:buNone/>
                      </a:pPr>
                      <a:r>
                        <a:rPr/>
                        <a:t>+880-721-761300</a:t>
                      </a:r>
                    </a:p>
                  </a:txBody>
                </a:tc>
              </a:tr>
              <a:tr h="0">
                <a:tc>
                  <a:txBody>
                    <a:bodyPr/>
                    <a:lstStyle/>
                    <a:p>
                      <a:pPr lvl="0" indent="0" marL="0">
                        <a:buNone/>
                      </a:pPr>
                      <a:r>
                        <a:rPr/>
                        <a:t>12 New Market Area, Rajshahi-6203</a:t>
                      </a:r>
                    </a:p>
                  </a:txBody>
                </a:tc>
                <a:tc>
                  <a:txBody>
                    <a:bodyPr/>
                    <a:lstStyle/>
                    <a:p>
                      <a:pPr lvl="0" indent="0" marL="0">
                        <a:buNone/>
                      </a:pPr>
                      <a:r>
                        <a:rPr/>
                        <a:t>ZXIN0011503</a:t>
                      </a:r>
                    </a:p>
                  </a:txBody>
                </a:tc>
                <a:tc>
                  <a:txBody>
                    <a:bodyPr/>
                    <a:lstStyle/>
                    <a:p>
                      <a:pPr lvl="0" indent="0" marL="0">
                        <a:buNone/>
                      </a:pPr>
                      <a:r>
                        <a:rPr/>
                        <a:t>+880-721-781252</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Sylhet Region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44 Zindabazar, Sylhet-3100</a:t>
                      </a:r>
                    </a:p>
                  </a:txBody>
                </a:tc>
                <a:tc>
                  <a:txBody>
                    <a:bodyPr/>
                    <a:lstStyle/>
                    <a:p>
                      <a:pPr lvl="0" indent="0" marL="0">
                        <a:buNone/>
                      </a:pPr>
                      <a:r>
                        <a:rPr/>
                        <a:t>ZXIN0011601</a:t>
                      </a:r>
                    </a:p>
                  </a:txBody>
                </a:tc>
                <a:tc>
                  <a:txBody>
                    <a:bodyPr/>
                    <a:lstStyle/>
                    <a:p>
                      <a:pPr lvl="0" indent="0" marL="0">
                        <a:buNone/>
                      </a:pPr>
                      <a:r>
                        <a:rPr/>
                        <a:t>+880-821-721648</a:t>
                      </a:r>
                    </a:p>
                  </a:txBody>
                </a:tc>
              </a:tr>
              <a:tr h="0">
                <a:tc>
                  <a:txBody>
                    <a:bodyPr/>
                    <a:lstStyle/>
                    <a:p>
                      <a:pPr lvl="0" indent="0" marL="0">
                        <a:buNone/>
                      </a:pPr>
                      <a:r>
                        <a:rPr/>
                        <a:t>23 Ambarkhana, Sylhet-3100</a:t>
                      </a:r>
                    </a:p>
                  </a:txBody>
                </a:tc>
                <a:tc>
                  <a:txBody>
                    <a:bodyPr/>
                    <a:lstStyle/>
                    <a:p>
                      <a:pPr lvl="0" indent="0" marL="0">
                        <a:buNone/>
                      </a:pPr>
                      <a:r>
                        <a:rPr/>
                        <a:t>ZXIN0011602</a:t>
                      </a:r>
                    </a:p>
                  </a:txBody>
                </a:tc>
                <a:tc>
                  <a:txBody>
                    <a:bodyPr/>
                    <a:lstStyle/>
                    <a:p>
                      <a:pPr lvl="0" indent="0" marL="0">
                        <a:buNone/>
                      </a:pPr>
                      <a:r>
                        <a:rPr/>
                        <a:t>+880-821-761957</a:t>
                      </a:r>
                    </a:p>
                  </a:txBody>
                </a:tc>
              </a:tr>
              <a:tr h="0">
                <a:tc>
                  <a:txBody>
                    <a:bodyPr/>
                    <a:lstStyle/>
                    <a:p>
                      <a:pPr lvl="0" indent="0" marL="0">
                        <a:buNone/>
                      </a:pPr>
                      <a:r>
                        <a:rPr/>
                        <a:t>5 Subid Bazar Road, Sylhet-3110</a:t>
                      </a:r>
                    </a:p>
                  </a:txBody>
                </a:tc>
                <a:tc>
                  <a:txBody>
                    <a:bodyPr/>
                    <a:lstStyle/>
                    <a:p>
                      <a:pPr lvl="0" indent="0" marL="0">
                        <a:buNone/>
                      </a:pPr>
                      <a:r>
                        <a:rPr/>
                        <a:t>ZXIN0011603</a:t>
                      </a:r>
                    </a:p>
                  </a:txBody>
                </a:tc>
                <a:tc>
                  <a:txBody>
                    <a:bodyPr/>
                    <a:lstStyle/>
                    <a:p>
                      <a:pPr lvl="0" indent="0" marL="0">
                        <a:buNone/>
                      </a:pPr>
                      <a:r>
                        <a:rPr/>
                        <a:t>+880-821-789020</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2025-07-30T07:49:47Z</dcterms:created>
  <dcterms:modified xsi:type="dcterms:W3CDTF">2025-07-30T07:49:47Z</dcterms:modified>
</cp:coreProperties>
</file>

<file path=docProps/custom.xml><?xml version="1.0" encoding="utf-8"?>
<Properties xmlns="http://schemas.openxmlformats.org/officeDocument/2006/custom-properties" xmlns:vt="http://schemas.openxmlformats.org/officeDocument/2006/docPropsVTypes"/>
</file>