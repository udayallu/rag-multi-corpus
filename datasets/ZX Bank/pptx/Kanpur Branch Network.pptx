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9" Type="http://schemas.openxmlformats.org/officeDocument/2006/relationships/viewProps" Target="viewProps.xml" /><Relationship Id="rId8" Type="http://schemas.openxmlformats.org/officeDocument/2006/relationships/presProps" Target="presProps.xml" /><Relationship Id="rId1" Type="http://schemas.openxmlformats.org/officeDocument/2006/relationships/slideMaster" Target="slideMasters/slideMaster1.xml" /><Relationship Id="rId11" Type="http://schemas.openxmlformats.org/officeDocument/2006/relationships/tableStyles" Target="tableStyles.xml" /><Relationship Id="rId10"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ZX Bank Ltd. – Kanpur Branch Network Overview</a:t>
            </a:r>
          </a:p>
        </p:txBody>
      </p:sp>
      <p:sp>
        <p:nvSpPr>
          <p:cNvPr id="3" name="Content Placeholder 2"/>
          <p:cNvSpPr>
            <a:spLocks noGrp="1"/>
          </p:cNvSpPr>
          <p:nvPr>
            <p:ph idx="1"/>
          </p:nvPr>
        </p:nvSpPr>
        <p:spPr/>
        <p:txBody>
          <a:bodyPr/>
          <a:lstStyle/>
          <a:p>
            <a:pPr lvl="0" indent="0" marL="0">
              <a:buNone/>
            </a:pPr>
            <a:r>
              <a:rPr/>
              <a:t>ZX Bank Ltd. maintains a robust and accessible network across Kanpur, ensuring quality banking services are readily available to residents in every part of the city. The bank’s strategic presence spans North, South, East, West, and Central Kanpur, providing retail and corporate services as well as convenient digital banking touchpoints. With well-distributed branches, Kanpur citizens benefit from modern banking infrastructure, financial advisory, and customer support in their localities.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North Kanpur</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101 Arya Nagar, North Kanpur-208002</a:t>
                      </a:r>
                    </a:p>
                  </a:txBody>
                </a:tc>
                <a:tc>
                  <a:txBody>
                    <a:bodyPr/>
                    <a:lstStyle/>
                    <a:p>
                      <a:pPr lvl="0" indent="0" marL="0">
                        <a:buNone/>
                      </a:pPr>
                      <a:r>
                        <a:rPr/>
                        <a:t>ZXIN0001001</a:t>
                      </a:r>
                    </a:p>
                  </a:txBody>
                </a:tc>
                <a:tc>
                  <a:txBody>
                    <a:bodyPr/>
                    <a:lstStyle/>
                    <a:p>
                      <a:pPr lvl="0" indent="0" marL="0">
                        <a:buNone/>
                      </a:pPr>
                      <a:r>
                        <a:rPr/>
                        <a:t>0512-2401101</a:t>
                      </a:r>
                    </a:p>
                  </a:txBody>
                </a:tc>
              </a:tr>
              <a:tr h="0">
                <a:tc>
                  <a:txBody>
                    <a:bodyPr/>
                    <a:lstStyle/>
                    <a:p>
                      <a:pPr lvl="0" indent="0" marL="0">
                        <a:buNone/>
                      </a:pPr>
                      <a:r>
                        <a:rPr/>
                        <a:t>35 GT Road, Rawatpur, Kanpur-208019</a:t>
                      </a:r>
                    </a:p>
                  </a:txBody>
                </a:tc>
                <a:tc>
                  <a:txBody>
                    <a:bodyPr/>
                    <a:lstStyle/>
                    <a:p>
                      <a:pPr lvl="0" indent="0" marL="0">
                        <a:buNone/>
                      </a:pPr>
                      <a:r>
                        <a:rPr/>
                        <a:t>ZXIN0001002</a:t>
                      </a:r>
                    </a:p>
                  </a:txBody>
                </a:tc>
                <a:tc>
                  <a:txBody>
                    <a:bodyPr/>
                    <a:lstStyle/>
                    <a:p>
                      <a:pPr lvl="0" indent="0" marL="0">
                        <a:buNone/>
                      </a:pPr>
                      <a:r>
                        <a:rPr/>
                        <a:t>0512-2450055</a:t>
                      </a:r>
                    </a:p>
                  </a:txBody>
                </a:tc>
              </a:tr>
              <a:tr h="0">
                <a:tc>
                  <a:txBody>
                    <a:bodyPr/>
                    <a:lstStyle/>
                    <a:p>
                      <a:pPr lvl="0" indent="0" marL="0">
                        <a:buNone/>
                      </a:pPr>
                      <a:r>
                        <a:rPr/>
                        <a:t>15 Govind Nagar, North Kanpur-208006</a:t>
                      </a:r>
                    </a:p>
                  </a:txBody>
                </a:tc>
                <a:tc>
                  <a:txBody>
                    <a:bodyPr/>
                    <a:lstStyle/>
                    <a:p>
                      <a:pPr lvl="0" indent="0" marL="0">
                        <a:buNone/>
                      </a:pPr>
                      <a:r>
                        <a:rPr/>
                        <a:t>ZXIN0001003</a:t>
                      </a:r>
                    </a:p>
                  </a:txBody>
                </a:tc>
                <a:tc>
                  <a:txBody>
                    <a:bodyPr/>
                    <a:lstStyle/>
                    <a:p>
                      <a:pPr lvl="0" indent="0" marL="0">
                        <a:buNone/>
                      </a:pPr>
                      <a:r>
                        <a:rPr/>
                        <a:t>0512-2452345</a:t>
                      </a:r>
                    </a:p>
                  </a:txBody>
                </a:tc>
              </a:tr>
              <a:tr h="0">
                <a:tc>
                  <a:txBody>
                    <a:bodyPr/>
                    <a:lstStyle/>
                    <a:p>
                      <a:pPr lvl="0" indent="0" marL="0">
                        <a:buNone/>
                      </a:pPr>
                      <a:r>
                        <a:rPr/>
                        <a:t>B-22 Kalyanpur, North Kanpur-208017</a:t>
                      </a:r>
                    </a:p>
                  </a:txBody>
                </a:tc>
                <a:tc>
                  <a:txBody>
                    <a:bodyPr/>
                    <a:lstStyle/>
                    <a:p>
                      <a:pPr lvl="0" indent="0" marL="0">
                        <a:buNone/>
                      </a:pPr>
                      <a:r>
                        <a:rPr/>
                        <a:t>ZXIN0001004</a:t>
                      </a:r>
                    </a:p>
                  </a:txBody>
                </a:tc>
                <a:tc>
                  <a:txBody>
                    <a:bodyPr/>
                    <a:lstStyle/>
                    <a:p>
                      <a:pPr lvl="0" indent="0" marL="0">
                        <a:buNone/>
                      </a:pPr>
                      <a:r>
                        <a:rPr/>
                        <a:t>0512-2321456</a:t>
                      </a:r>
                    </a:p>
                  </a:txBody>
                </a:tc>
              </a:tr>
              <a:tr h="0">
                <a:tc>
                  <a:txBody>
                    <a:bodyPr/>
                    <a:lstStyle/>
                    <a:p>
                      <a:pPr lvl="0" indent="0" marL="0">
                        <a:buNone/>
                      </a:pPr>
                      <a:r>
                        <a:rPr/>
                        <a:t>7C Shastri Nagar, North Kanpur-208005</a:t>
                      </a:r>
                    </a:p>
                  </a:txBody>
                </a:tc>
                <a:tc>
                  <a:txBody>
                    <a:bodyPr/>
                    <a:lstStyle/>
                    <a:p>
                      <a:pPr lvl="0" indent="0" marL="0">
                        <a:buNone/>
                      </a:pPr>
                      <a:r>
                        <a:rPr/>
                        <a:t>ZXIN0001005</a:t>
                      </a:r>
                    </a:p>
                  </a:txBody>
                </a:tc>
                <a:tc>
                  <a:txBody>
                    <a:bodyPr/>
                    <a:lstStyle/>
                    <a:p>
                      <a:pPr lvl="0" indent="0" marL="0">
                        <a:buNone/>
                      </a:pPr>
                      <a:r>
                        <a:rPr/>
                        <a:t>0512-2558877</a:t>
                      </a:r>
                    </a:p>
                  </a:txBody>
                </a:tc>
              </a:tr>
            </a:tbl>
          </a:graphicData>
        </a:graphic>
      </p:graphicFrame>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South Kanpur</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401 Kidwai Nagar, South Kanpur-208011</a:t>
                      </a:r>
                    </a:p>
                  </a:txBody>
                </a:tc>
                <a:tc>
                  <a:txBody>
                    <a:bodyPr/>
                    <a:lstStyle/>
                    <a:p>
                      <a:pPr lvl="0" indent="0" marL="0">
                        <a:buNone/>
                      </a:pPr>
                      <a:r>
                        <a:rPr/>
                        <a:t>ZXIN0002001</a:t>
                      </a:r>
                    </a:p>
                  </a:txBody>
                </a:tc>
                <a:tc>
                  <a:txBody>
                    <a:bodyPr/>
                    <a:lstStyle/>
                    <a:p>
                      <a:pPr lvl="0" indent="0" marL="0">
                        <a:buNone/>
                      </a:pPr>
                      <a:r>
                        <a:rPr/>
                        <a:t>0512-2540944</a:t>
                      </a:r>
                    </a:p>
                  </a:txBody>
                </a:tc>
              </a:tr>
              <a:tr h="0">
                <a:tc>
                  <a:txBody>
                    <a:bodyPr/>
                    <a:lstStyle/>
                    <a:p>
                      <a:pPr lvl="0" indent="0" marL="0">
                        <a:buNone/>
                      </a:pPr>
                      <a:r>
                        <a:rPr/>
                        <a:t>17/8 Barra Main Road, South Kanpur-208027</a:t>
                      </a:r>
                    </a:p>
                  </a:txBody>
                </a:tc>
                <a:tc>
                  <a:txBody>
                    <a:bodyPr/>
                    <a:lstStyle/>
                    <a:p>
                      <a:pPr lvl="0" indent="0" marL="0">
                        <a:buNone/>
                      </a:pPr>
                      <a:r>
                        <a:rPr/>
                        <a:t>ZXIN0002002</a:t>
                      </a:r>
                    </a:p>
                  </a:txBody>
                </a:tc>
                <a:tc>
                  <a:txBody>
                    <a:bodyPr/>
                    <a:lstStyle/>
                    <a:p>
                      <a:pPr lvl="0" indent="0" marL="0">
                        <a:buNone/>
                      </a:pPr>
                      <a:r>
                        <a:rPr/>
                        <a:t>0512-2697483</a:t>
                      </a:r>
                    </a:p>
                  </a:txBody>
                </a:tc>
              </a:tr>
              <a:tr h="0">
                <a:tc>
                  <a:txBody>
                    <a:bodyPr/>
                    <a:lstStyle/>
                    <a:p>
                      <a:pPr lvl="0" indent="0" marL="0">
                        <a:buNone/>
                      </a:pPr>
                      <a:r>
                        <a:rPr/>
                        <a:t>LIG-405, Yashoda Nagar, Kanpur-208011</a:t>
                      </a:r>
                    </a:p>
                  </a:txBody>
                </a:tc>
                <a:tc>
                  <a:txBody>
                    <a:bodyPr/>
                    <a:lstStyle/>
                    <a:p>
                      <a:pPr lvl="0" indent="0" marL="0">
                        <a:buNone/>
                      </a:pPr>
                      <a:r>
                        <a:rPr/>
                        <a:t>ZXIN0002003</a:t>
                      </a:r>
                    </a:p>
                  </a:txBody>
                </a:tc>
                <a:tc>
                  <a:txBody>
                    <a:bodyPr/>
                    <a:lstStyle/>
                    <a:p>
                      <a:pPr lvl="0" indent="0" marL="0">
                        <a:buNone/>
                      </a:pPr>
                      <a:r>
                        <a:rPr/>
                        <a:t>0512-2550023</a:t>
                      </a:r>
                    </a:p>
                  </a:txBody>
                </a:tc>
              </a:tr>
              <a:tr h="0">
                <a:tc>
                  <a:txBody>
                    <a:bodyPr/>
                    <a:lstStyle/>
                    <a:p>
                      <a:pPr lvl="0" indent="0" marL="0">
                        <a:buNone/>
                      </a:pPr>
                      <a:r>
                        <a:rPr/>
                        <a:t>172 Krishna Nagar, South Kanpur-208007</a:t>
                      </a:r>
                    </a:p>
                  </a:txBody>
                </a:tc>
                <a:tc>
                  <a:txBody>
                    <a:bodyPr/>
                    <a:lstStyle/>
                    <a:p>
                      <a:pPr lvl="0" indent="0" marL="0">
                        <a:buNone/>
                      </a:pPr>
                      <a:r>
                        <a:rPr/>
                        <a:t>ZXIN0002004</a:t>
                      </a:r>
                    </a:p>
                  </a:txBody>
                </a:tc>
                <a:tc>
                  <a:txBody>
                    <a:bodyPr/>
                    <a:lstStyle/>
                    <a:p>
                      <a:pPr lvl="0" indent="0" marL="0">
                        <a:buNone/>
                      </a:pPr>
                      <a:r>
                        <a:rPr/>
                        <a:t>0512-2534166</a:t>
                      </a:r>
                    </a:p>
                  </a:txBody>
                </a:tc>
              </a:tr>
              <a:tr h="0">
                <a:tc>
                  <a:txBody>
                    <a:bodyPr/>
                    <a:lstStyle/>
                    <a:p>
                      <a:pPr lvl="0" indent="0" marL="0">
                        <a:buNone/>
                      </a:pPr>
                      <a:r>
                        <a:rPr/>
                        <a:t>9A Ratanlal Nagar, South Kanpur-208022</a:t>
                      </a:r>
                    </a:p>
                  </a:txBody>
                </a:tc>
                <a:tc>
                  <a:txBody>
                    <a:bodyPr/>
                    <a:lstStyle/>
                    <a:p>
                      <a:pPr lvl="0" indent="0" marL="0">
                        <a:buNone/>
                      </a:pPr>
                      <a:r>
                        <a:rPr/>
                        <a:t>ZXIN0002005</a:t>
                      </a:r>
                    </a:p>
                  </a:txBody>
                </a:tc>
                <a:tc>
                  <a:txBody>
                    <a:bodyPr/>
                    <a:lstStyle/>
                    <a:p>
                      <a:pPr lvl="0" indent="0" marL="0">
                        <a:buNone/>
                      </a:pPr>
                      <a:r>
                        <a:rPr/>
                        <a:t>0512-2658765</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East Kanpur</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112 Vikas Nagar, East Kanpur-208024</a:t>
                      </a:r>
                    </a:p>
                  </a:txBody>
                </a:tc>
                <a:tc>
                  <a:txBody>
                    <a:bodyPr/>
                    <a:lstStyle/>
                    <a:p>
                      <a:pPr lvl="0" indent="0" marL="0">
                        <a:buNone/>
                      </a:pPr>
                      <a:r>
                        <a:rPr/>
                        <a:t>ZXIN0003001</a:t>
                      </a:r>
                    </a:p>
                  </a:txBody>
                </a:tc>
                <a:tc>
                  <a:txBody>
                    <a:bodyPr/>
                    <a:lstStyle/>
                    <a:p>
                      <a:pPr lvl="0" indent="0" marL="0">
                        <a:buNone/>
                      </a:pPr>
                      <a:r>
                        <a:rPr/>
                        <a:t>0512-2581199</a:t>
                      </a:r>
                    </a:p>
                  </a:txBody>
                </a:tc>
              </a:tr>
              <a:tr h="0">
                <a:tc>
                  <a:txBody>
                    <a:bodyPr/>
                    <a:lstStyle/>
                    <a:p>
                      <a:pPr lvl="0" indent="0" marL="0">
                        <a:buNone/>
                      </a:pPr>
                      <a:r>
                        <a:rPr/>
                        <a:t>302 Fazalganj, East Kanpur-208012</a:t>
                      </a:r>
                    </a:p>
                  </a:txBody>
                </a:tc>
                <a:tc>
                  <a:txBody>
                    <a:bodyPr/>
                    <a:lstStyle/>
                    <a:p>
                      <a:pPr lvl="0" indent="0" marL="0">
                        <a:buNone/>
                      </a:pPr>
                      <a:r>
                        <a:rPr/>
                        <a:t>ZXIN0003002</a:t>
                      </a:r>
                    </a:p>
                  </a:txBody>
                </a:tc>
                <a:tc>
                  <a:txBody>
                    <a:bodyPr/>
                    <a:lstStyle/>
                    <a:p>
                      <a:pPr lvl="0" indent="0" marL="0">
                        <a:buNone/>
                      </a:pPr>
                      <a:r>
                        <a:rPr/>
                        <a:t>0512-2289440</a:t>
                      </a:r>
                    </a:p>
                  </a:txBody>
                </a:tc>
              </a:tr>
              <a:tr h="0">
                <a:tc>
                  <a:txBody>
                    <a:bodyPr/>
                    <a:lstStyle/>
                    <a:p>
                      <a:pPr lvl="0" indent="0" marL="0">
                        <a:buNone/>
                      </a:pPr>
                      <a:r>
                        <a:rPr/>
                        <a:t>6C Jajmau Cantt Road, Kanpur-208010</a:t>
                      </a:r>
                    </a:p>
                  </a:txBody>
                </a:tc>
                <a:tc>
                  <a:txBody>
                    <a:bodyPr/>
                    <a:lstStyle/>
                    <a:p>
                      <a:pPr lvl="0" indent="0" marL="0">
                        <a:buNone/>
                      </a:pPr>
                      <a:r>
                        <a:rPr/>
                        <a:t>ZXIN0003003</a:t>
                      </a:r>
                    </a:p>
                  </a:txBody>
                </a:tc>
                <a:tc>
                  <a:txBody>
                    <a:bodyPr/>
                    <a:lstStyle/>
                    <a:p>
                      <a:pPr lvl="0" indent="0" marL="0">
                        <a:buNone/>
                      </a:pPr>
                      <a:r>
                        <a:rPr/>
                        <a:t>0512-2467888</a:t>
                      </a:r>
                    </a:p>
                  </a:txBody>
                </a:tc>
              </a:tr>
              <a:tr h="0">
                <a:tc>
                  <a:txBody>
                    <a:bodyPr/>
                    <a:lstStyle/>
                    <a:p>
                      <a:pPr lvl="0" indent="0" marL="0">
                        <a:buNone/>
                      </a:pPr>
                      <a:r>
                        <a:rPr/>
                        <a:t>54 Jarauli Phase 2, East Kanpur-208027</a:t>
                      </a:r>
                    </a:p>
                  </a:txBody>
                </a:tc>
                <a:tc>
                  <a:txBody>
                    <a:bodyPr/>
                    <a:lstStyle/>
                    <a:p>
                      <a:pPr lvl="0" indent="0" marL="0">
                        <a:buNone/>
                      </a:pPr>
                      <a:r>
                        <a:rPr/>
                        <a:t>ZXIN0003004</a:t>
                      </a:r>
                    </a:p>
                  </a:txBody>
                </a:tc>
                <a:tc>
                  <a:txBody>
                    <a:bodyPr/>
                    <a:lstStyle/>
                    <a:p>
                      <a:pPr lvl="0" indent="0" marL="0">
                        <a:buNone/>
                      </a:pPr>
                      <a:r>
                        <a:rPr/>
                        <a:t>0512-2609147</a:t>
                      </a:r>
                    </a:p>
                  </a:txBody>
                </a:tc>
              </a:tr>
            </a:tbl>
          </a:graphicData>
        </a:graphic>
      </p:graphicFrame>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West Kanpur</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201 Swaroop Nagar, West Kanpur-208002</a:t>
                      </a:r>
                    </a:p>
                  </a:txBody>
                </a:tc>
                <a:tc>
                  <a:txBody>
                    <a:bodyPr/>
                    <a:lstStyle/>
                    <a:p>
                      <a:pPr lvl="0" indent="0" marL="0">
                        <a:buNone/>
                      </a:pPr>
                      <a:r>
                        <a:rPr/>
                        <a:t>ZXIN0004001</a:t>
                      </a:r>
                    </a:p>
                  </a:txBody>
                </a:tc>
                <a:tc>
                  <a:txBody>
                    <a:bodyPr/>
                    <a:lstStyle/>
                    <a:p>
                      <a:pPr lvl="0" indent="0" marL="0">
                        <a:buNone/>
                      </a:pPr>
                      <a:r>
                        <a:rPr/>
                        <a:t>0512-2550198</a:t>
                      </a:r>
                    </a:p>
                  </a:txBody>
                </a:tc>
              </a:tr>
              <a:tr h="0">
                <a:tc>
                  <a:txBody>
                    <a:bodyPr/>
                    <a:lstStyle/>
                    <a:p>
                      <a:pPr lvl="0" indent="0" marL="0">
                        <a:buNone/>
                      </a:pPr>
                      <a:r>
                        <a:rPr/>
                        <a:t>88 Chakeri Road, West Kanpur-208014</a:t>
                      </a:r>
                    </a:p>
                  </a:txBody>
                </a:tc>
                <a:tc>
                  <a:txBody>
                    <a:bodyPr/>
                    <a:lstStyle/>
                    <a:p>
                      <a:pPr lvl="0" indent="0" marL="0">
                        <a:buNone/>
                      </a:pPr>
                      <a:r>
                        <a:rPr/>
                        <a:t>ZXIN0004002</a:t>
                      </a:r>
                    </a:p>
                  </a:txBody>
                </a:tc>
                <a:tc>
                  <a:txBody>
                    <a:bodyPr/>
                    <a:lstStyle/>
                    <a:p>
                      <a:pPr lvl="0" indent="0" marL="0">
                        <a:buNone/>
                      </a:pPr>
                      <a:r>
                        <a:rPr/>
                        <a:t>0512-2678110</a:t>
                      </a:r>
                    </a:p>
                  </a:txBody>
                </a:tc>
              </a:tr>
              <a:tr h="0">
                <a:tc>
                  <a:txBody>
                    <a:bodyPr/>
                    <a:lstStyle/>
                    <a:p>
                      <a:pPr lvl="0" indent="0" marL="0">
                        <a:buNone/>
                      </a:pPr>
                      <a:r>
                        <a:rPr/>
                        <a:t>45 Juhi Safeda, West Kanpur-208014</a:t>
                      </a:r>
                    </a:p>
                  </a:txBody>
                </a:tc>
                <a:tc>
                  <a:txBody>
                    <a:bodyPr/>
                    <a:lstStyle/>
                    <a:p>
                      <a:pPr lvl="0" indent="0" marL="0">
                        <a:buNone/>
                      </a:pPr>
                      <a:r>
                        <a:rPr/>
                        <a:t>ZXIN0004003</a:t>
                      </a:r>
                    </a:p>
                  </a:txBody>
                </a:tc>
                <a:tc>
                  <a:txBody>
                    <a:bodyPr/>
                    <a:lstStyle/>
                    <a:p>
                      <a:pPr lvl="0" indent="0" marL="0">
                        <a:buNone/>
                      </a:pPr>
                      <a:r>
                        <a:rPr/>
                        <a:t>0512-2652151</a:t>
                      </a:r>
                    </a:p>
                  </a:txBody>
                </a:tc>
              </a:tr>
              <a:tr h="0">
                <a:tc>
                  <a:txBody>
                    <a:bodyPr/>
                    <a:lstStyle/>
                    <a:p>
                      <a:pPr lvl="0" indent="0" marL="0">
                        <a:buNone/>
                      </a:pPr>
                      <a:r>
                        <a:rPr/>
                        <a:t>19 Naubasta, West Kanpur-208021</a:t>
                      </a:r>
                    </a:p>
                  </a:txBody>
                </a:tc>
                <a:tc>
                  <a:txBody>
                    <a:bodyPr/>
                    <a:lstStyle/>
                    <a:p>
                      <a:pPr lvl="0" indent="0" marL="0">
                        <a:buNone/>
                      </a:pPr>
                      <a:r>
                        <a:rPr/>
                        <a:t>ZXIN0004004</a:t>
                      </a:r>
                    </a:p>
                  </a:txBody>
                </a:tc>
                <a:tc>
                  <a:txBody>
                    <a:bodyPr/>
                    <a:lstStyle/>
                    <a:p>
                      <a:pPr lvl="0" indent="0" marL="0">
                        <a:buNone/>
                      </a:pPr>
                      <a:r>
                        <a:rPr/>
                        <a:t>0512-2569172</a:t>
                      </a:r>
                    </a:p>
                  </a:txBody>
                </a:tc>
              </a:tr>
              <a:tr h="0">
                <a:tc>
                  <a:txBody>
                    <a:bodyPr/>
                    <a:lstStyle/>
                    <a:p>
                      <a:pPr lvl="0" indent="0" marL="0">
                        <a:buNone/>
                      </a:pPr>
                      <a:r>
                        <a:rPr/>
                        <a:t>8B Vishnupuri, West Kanpur-208002</a:t>
                      </a:r>
                    </a:p>
                  </a:txBody>
                </a:tc>
                <a:tc>
                  <a:txBody>
                    <a:bodyPr/>
                    <a:lstStyle/>
                    <a:p>
                      <a:pPr lvl="0" indent="0" marL="0">
                        <a:buNone/>
                      </a:pPr>
                      <a:r>
                        <a:rPr/>
                        <a:t>ZXIN0004005</a:t>
                      </a:r>
                    </a:p>
                  </a:txBody>
                </a:tc>
                <a:tc>
                  <a:txBody>
                    <a:bodyPr/>
                    <a:lstStyle/>
                    <a:p>
                      <a:pPr lvl="0" indent="0" marL="0">
                        <a:buNone/>
                      </a:pPr>
                      <a:r>
                        <a:rPr/>
                        <a:t>0512-2589112</a:t>
                      </a: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Central Kanpur</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1 Civil Lines, Central Kanpur-208001</a:t>
                      </a:r>
                    </a:p>
                  </a:txBody>
                </a:tc>
                <a:tc>
                  <a:txBody>
                    <a:bodyPr/>
                    <a:lstStyle/>
                    <a:p>
                      <a:pPr lvl="0" indent="0" marL="0">
                        <a:buNone/>
                      </a:pPr>
                      <a:r>
                        <a:rPr/>
                        <a:t>ZXIN0005001</a:t>
                      </a:r>
                    </a:p>
                  </a:txBody>
                </a:tc>
                <a:tc>
                  <a:txBody>
                    <a:bodyPr/>
                    <a:lstStyle/>
                    <a:p>
                      <a:pPr lvl="0" indent="0" marL="0">
                        <a:buNone/>
                      </a:pPr>
                      <a:r>
                        <a:rPr/>
                        <a:t>0512-2301868</a:t>
                      </a:r>
                    </a:p>
                  </a:txBody>
                </a:tc>
              </a:tr>
              <a:tr h="0">
                <a:tc>
                  <a:txBody>
                    <a:bodyPr/>
                    <a:lstStyle/>
                    <a:p>
                      <a:pPr lvl="0" indent="0" marL="0">
                        <a:buNone/>
                      </a:pPr>
                      <a:r>
                        <a:rPr/>
                        <a:t>38 Mall Road, Central Kanpur-208004</a:t>
                      </a:r>
                    </a:p>
                  </a:txBody>
                </a:tc>
                <a:tc>
                  <a:txBody>
                    <a:bodyPr/>
                    <a:lstStyle/>
                    <a:p>
                      <a:pPr lvl="0" indent="0" marL="0">
                        <a:buNone/>
                      </a:pPr>
                      <a:r>
                        <a:rPr/>
                        <a:t>ZXIN0005002</a:t>
                      </a:r>
                    </a:p>
                  </a:txBody>
                </a:tc>
                <a:tc>
                  <a:txBody>
                    <a:bodyPr/>
                    <a:lstStyle/>
                    <a:p>
                      <a:pPr lvl="0" indent="0" marL="0">
                        <a:buNone/>
                      </a:pPr>
                      <a:r>
                        <a:rPr/>
                        <a:t>0512-2340192</a:t>
                      </a:r>
                    </a:p>
                  </a:txBody>
                </a:tc>
              </a:tr>
              <a:tr h="0">
                <a:tc>
                  <a:txBody>
                    <a:bodyPr/>
                    <a:lstStyle/>
                    <a:p>
                      <a:pPr lvl="0" indent="0" marL="0">
                        <a:buNone/>
                      </a:pPr>
                      <a:r>
                        <a:rPr/>
                        <a:t>13 Nayaganj, Central Kanpur-208001</a:t>
                      </a:r>
                    </a:p>
                  </a:txBody>
                </a:tc>
                <a:tc>
                  <a:txBody>
                    <a:bodyPr/>
                    <a:lstStyle/>
                    <a:p>
                      <a:pPr lvl="0" indent="0" marL="0">
                        <a:buNone/>
                      </a:pPr>
                      <a:r>
                        <a:rPr/>
                        <a:t>ZXIN0005003</a:t>
                      </a:r>
                    </a:p>
                  </a:txBody>
                </a:tc>
                <a:tc>
                  <a:txBody>
                    <a:bodyPr/>
                    <a:lstStyle/>
                    <a:p>
                      <a:pPr lvl="0" indent="0" marL="0">
                        <a:buNone/>
                      </a:pPr>
                      <a:r>
                        <a:rPr/>
                        <a:t>0512-2365928</a:t>
                      </a:r>
                    </a:p>
                  </a:txBody>
                </a:tc>
              </a:tr>
              <a:tr h="0">
                <a:tc>
                  <a:txBody>
                    <a:bodyPr/>
                    <a:lstStyle/>
                    <a:p>
                      <a:pPr lvl="0" indent="0" marL="0">
                        <a:buNone/>
                      </a:pPr>
                      <a:r>
                        <a:rPr/>
                        <a:t>24 Birhana Road, Central Kanpur-208001</a:t>
                      </a:r>
                    </a:p>
                  </a:txBody>
                </a:tc>
                <a:tc>
                  <a:txBody>
                    <a:bodyPr/>
                    <a:lstStyle/>
                    <a:p>
                      <a:pPr lvl="0" indent="0" marL="0">
                        <a:buNone/>
                      </a:pPr>
                      <a:r>
                        <a:rPr/>
                        <a:t>ZXIN0005004</a:t>
                      </a:r>
                    </a:p>
                  </a:txBody>
                </a:tc>
                <a:tc>
                  <a:txBody>
                    <a:bodyPr/>
                    <a:lstStyle/>
                    <a:p>
                      <a:pPr lvl="0" indent="0" marL="0">
                        <a:buNone/>
                      </a:pPr>
                      <a:r>
                        <a:rPr/>
                        <a:t>0512-2381411</a:t>
                      </a:r>
                    </a:p>
                  </a:txBody>
                </a:tc>
              </a:tr>
            </a:tbl>
          </a:graphicData>
        </a:graphic>
      </p:graphicFrame>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2025-07-30T07:51:10Z</dcterms:created>
  <dcterms:modified xsi:type="dcterms:W3CDTF">2025-07-30T07:51:10Z</dcterms:modified>
</cp:coreProperties>
</file>

<file path=docProps/custom.xml><?xml version="1.0" encoding="utf-8"?>
<Properties xmlns="http://schemas.openxmlformats.org/officeDocument/2006/custom-properties" xmlns:vt="http://schemas.openxmlformats.org/officeDocument/2006/docPropsVTypes"/>
</file>