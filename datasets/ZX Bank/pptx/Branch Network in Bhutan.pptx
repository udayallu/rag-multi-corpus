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– Branch Network in Bhutan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has established a robust and accessible banking infrastructure across Bhutan, supporting both urban and semi-urban communities. The branch network ensures that customers in key regions — Thimphu, Paro, Punakha, Phuentsholing, and Gelephu — have convenient access to retail banking, digital services, and remittance facilities. Below, find region-wise details of branch locations, IFSC codes, and contact numbers to assist customers in connecting with our local banking offices.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Thimphu Region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Near Clock Tower, Norzin Lam, Thimphu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ZXIN000BT01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+975-2-336600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1st Floor, City Mall, Changlam, Thimphu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ZXIN000BT02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+975-2-338450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Paro Region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 Street, Paro Town, Paro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ZXIN000BP01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+975-8-272502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Opposite Paro Airport Entrance, Shaba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ZXIN000BP02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+975-8-274113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Punakha Region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Opp. Dzong Gate, Punakha Town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ZXIN000BK01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+975-3-584242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Phuentsholing Region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2nd Floor, Shopping Complex, Main Road, Phuentsholing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ZXIN000BL01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+975-5-253777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Near RSTA Office, Dhamdara, Phuentsholing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ZXIN000BL02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+975-5-252150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Gelephu Region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Samtenling Road, Near BCCI Office, Gelephu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ZXIN000BG01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+975-6-251885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2025-07-30T07:52:30Z</dcterms:created>
  <dcterms:modified xsi:type="dcterms:W3CDTF">2025-07-30T07:52:30Z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