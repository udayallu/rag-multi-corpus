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ATMs at Major Colleges &amp; Universities (City-Wise)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a suggested list of prominent ZX Bank ATM locations installed at major universities and colleges in key Indian cities. Each entry gives institution name and ATM address. </a:t>
            </a:r>
            <a:r>
              <a:rPr b="1"/>
              <a:t>(Note: Sample addresses provided. Please verify onsite for actual machine placement.)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Mumbai, Maharashtra</a:t>
            </a:r>
          </a:p>
          <a:p>
            <a:pPr lvl="0"/>
            <a:r>
              <a:rPr b="1"/>
              <a:t>Indian Institute of Technology Bombay (IIT Bombay)</a:t>
            </a:r>
          </a:p>
          <a:p>
            <a:pPr lvl="1"/>
            <a:r>
              <a:rPr/>
              <a:t>Address: Main Gate, IIT Bombay, Powai, Mumbai, MH 400076</a:t>
            </a:r>
          </a:p>
          <a:p>
            <a:pPr lvl="0"/>
            <a:r>
              <a:rPr b="1"/>
              <a:t>University of Mumbai (Kalina Campus)</a:t>
            </a:r>
          </a:p>
          <a:p>
            <a:pPr lvl="1"/>
            <a:r>
              <a:rPr/>
              <a:t>Address: Near Administrative Block, Kalina, Santacruz East, Mumbai, MH 400098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Delhi, National Capital Territory</a:t>
            </a:r>
          </a:p>
          <a:p>
            <a:pPr lvl="0"/>
            <a:r>
              <a:rPr b="1"/>
              <a:t>University of Delhi (North Campus)</a:t>
            </a:r>
          </a:p>
          <a:p>
            <a:pPr lvl="1"/>
            <a:r>
              <a:rPr/>
              <a:t>Address: Outside Central Library, North Campus, Delhi 110007</a:t>
            </a:r>
          </a:p>
          <a:p>
            <a:pPr lvl="0"/>
            <a:r>
              <a:rPr b="1"/>
              <a:t>Jawaharlal Nehru University (JNU)</a:t>
            </a:r>
          </a:p>
          <a:p>
            <a:pPr lvl="1"/>
            <a:r>
              <a:rPr/>
              <a:t>Address: Near Sabarmati Hostel, JNU Campus, New Mehrauli Road, Delhi 110067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Bangalore (Bengaluru), Karnataka</a:t>
            </a:r>
          </a:p>
          <a:p>
            <a:pPr lvl="0"/>
            <a:r>
              <a:rPr b="1"/>
              <a:t>Indian Institute of Science (IISc)</a:t>
            </a:r>
          </a:p>
          <a:p>
            <a:pPr lvl="1"/>
            <a:r>
              <a:rPr/>
              <a:t>Address: Near Main Canteen, IISc Campus, Malleshwaram, Bangalore, KA 560012</a:t>
            </a:r>
          </a:p>
          <a:p>
            <a:pPr lvl="0"/>
            <a:r>
              <a:rPr b="1"/>
              <a:t>Christ University</a:t>
            </a:r>
          </a:p>
          <a:p>
            <a:pPr lvl="1"/>
            <a:r>
              <a:rPr/>
              <a:t>Address: Main Entrance Gate, Hosur Road, Bangalore, KA 560029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Hyderabad, Telangana</a:t>
            </a:r>
          </a:p>
          <a:p>
            <a:pPr lvl="0"/>
            <a:r>
              <a:rPr b="1"/>
              <a:t>Indian Institute of Technology (IIT Hyderabad)</a:t>
            </a:r>
          </a:p>
          <a:p>
            <a:pPr lvl="1"/>
            <a:r>
              <a:rPr/>
              <a:t>Address: Hostel Block, Kandi, Sangareddy, Hyderabad, TS 502285</a:t>
            </a:r>
          </a:p>
          <a:p>
            <a:pPr lvl="0"/>
            <a:r>
              <a:rPr b="1"/>
              <a:t>Osmania University</a:t>
            </a:r>
          </a:p>
          <a:p>
            <a:pPr lvl="1"/>
            <a:r>
              <a:rPr/>
              <a:t>Address: Arts College Road, Osmania University Campus, Hyderabad, TS 500007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Chennai, Tamil Nadu</a:t>
            </a:r>
          </a:p>
          <a:p>
            <a:pPr lvl="0"/>
            <a:r>
              <a:rPr b="1"/>
              <a:t>Indian Institute of Technology Madras (IITM)</a:t>
            </a:r>
          </a:p>
          <a:p>
            <a:pPr lvl="1"/>
            <a:r>
              <a:rPr/>
              <a:t>Address: Near Himalaya Mess, IIT Madras, Chennai, TN 600036</a:t>
            </a:r>
          </a:p>
          <a:p>
            <a:pPr lvl="0"/>
            <a:r>
              <a:rPr b="1"/>
              <a:t>Loyola College</a:t>
            </a:r>
          </a:p>
          <a:p>
            <a:pPr lvl="1"/>
            <a:r>
              <a:rPr/>
              <a:t>Address: Main Gate, Sterling Road, Nungambakkam, Chennai, TN 600034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Kolkata, West Bengal</a:t>
            </a:r>
          </a:p>
          <a:p>
            <a:pPr lvl="0"/>
            <a:r>
              <a:rPr b="1"/>
              <a:t>Jadavpur University</a:t>
            </a:r>
          </a:p>
          <a:p>
            <a:pPr lvl="1"/>
            <a:r>
              <a:rPr/>
              <a:t>Address: Gate No. 4, Jadavpur University, Raja S C Mallick Road, Kolkata, WB 700032</a:t>
            </a:r>
          </a:p>
          <a:p>
            <a:pPr lvl="0"/>
            <a:r>
              <a:rPr b="1"/>
              <a:t>University of Calcutta (College Street Campus)</a:t>
            </a:r>
          </a:p>
          <a:p>
            <a:pPr lvl="1"/>
            <a:r>
              <a:rPr/>
              <a:t>Address: Near Main Auditorium, 87/1 College St, Kolkata, WB 700073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Pune, Maharashtra</a:t>
            </a:r>
          </a:p>
          <a:p>
            <a:pPr lvl="0"/>
            <a:r>
              <a:rPr b="1"/>
              <a:t>Savitribai Phule Pune University</a:t>
            </a:r>
          </a:p>
          <a:p>
            <a:pPr lvl="1"/>
            <a:r>
              <a:rPr/>
              <a:t>Address: Main Entrance, Ganeshkhind, Pune, MH 411007</a:t>
            </a:r>
          </a:p>
          <a:p>
            <a:pPr lvl="0"/>
            <a:r>
              <a:rPr b="1"/>
              <a:t>Symbiosis International University (Viman Nagar Campus)</a:t>
            </a:r>
          </a:p>
          <a:p>
            <a:pPr lvl="1"/>
            <a:r>
              <a:rPr/>
              <a:t>Address: Near Library, Symbiosis Viman Nagar Campus, Pune, MH 411014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Ahmedabad, Gujarat</a:t>
            </a:r>
          </a:p>
          <a:p>
            <a:pPr lvl="0"/>
            <a:r>
              <a:rPr b="1"/>
              <a:t>Indian Institute of Management Ahmedabad (IIMA)</a:t>
            </a:r>
          </a:p>
          <a:p>
            <a:pPr lvl="1"/>
            <a:r>
              <a:rPr/>
              <a:t>Address: Gate 1, IIM Ahmedabad, Vastrapur, Ahmedabad, GJ 380015</a:t>
            </a:r>
          </a:p>
          <a:p>
            <a:pPr lvl="0"/>
            <a:r>
              <a:rPr b="1"/>
              <a:t>Gujarat University</a:t>
            </a:r>
          </a:p>
          <a:p>
            <a:pPr lvl="1"/>
            <a:r>
              <a:rPr/>
              <a:t>Address: Vice-Chancellor Block, University Area, Ahmedabad, GJ 380009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Surat, Gujarat</a:t>
            </a:r>
          </a:p>
          <a:p>
            <a:pPr lvl="0"/>
            <a:r>
              <a:rPr b="1"/>
              <a:t>Sardar Vallabhbhai National Institute of Technology (SVNIT)</a:t>
            </a:r>
          </a:p>
          <a:p>
            <a:pPr lvl="1"/>
            <a:r>
              <a:rPr/>
              <a:t>Address: Administrative Block, SVNIT Campus, Ichchhanath, Surat, GJ 395007</a:t>
            </a:r>
          </a:p>
          <a:p>
            <a:pPr lvl="0"/>
            <a:r>
              <a:rPr b="1"/>
              <a:t>Veer Narmad South Gujarat University (VNSGU)</a:t>
            </a:r>
          </a:p>
          <a:p>
            <a:pPr lvl="1"/>
            <a:r>
              <a:rPr/>
              <a:t>Address: Main Gate, Udhna Magdalla Rd, Surat, GJ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Jaipur, Rajasthan</a:t>
            </a:r>
          </a:p>
          <a:p>
            <a:pPr lvl="0"/>
            <a:r>
              <a:rPr b="1"/>
              <a:t>Malaviya National Institute of Technology (MNIT)</a:t>
            </a:r>
          </a:p>
          <a:p>
            <a:pPr lvl="1"/>
            <a:r>
              <a:rPr/>
              <a:t>Address: Front Gate, JLN Marg, Jaipur, RJ 302017</a:t>
            </a:r>
          </a:p>
          <a:p>
            <a:pPr lvl="0"/>
            <a:r>
              <a:rPr b="1"/>
              <a:t>University of Rajasthan</a:t>
            </a:r>
          </a:p>
          <a:p>
            <a:pPr lvl="1"/>
            <a:r>
              <a:rPr/>
              <a:t>Address: Near Law College, JLN Marg, Jaipur, RJ 302004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Lucknow, Uttar Pradesh</a:t>
            </a:r>
          </a:p>
          <a:p>
            <a:pPr lvl="0"/>
            <a:r>
              <a:rPr b="1"/>
              <a:t>Indian Institute of Management Lucknow (IIML)</a:t>
            </a:r>
          </a:p>
          <a:p>
            <a:pPr lvl="1"/>
            <a:r>
              <a:rPr/>
              <a:t>Address: Hostels Entrance, Prabandh Nagar, Sitapur Road, Lucknow, UP 226013</a:t>
            </a:r>
          </a:p>
          <a:p>
            <a:pPr lvl="0"/>
            <a:r>
              <a:rPr b="1"/>
              <a:t>University of Lucknow</a:t>
            </a:r>
          </a:p>
          <a:p>
            <a:pPr lvl="1"/>
            <a:r>
              <a:rPr/>
              <a:t>Address: Near Main Library, University Road, Lucknow, UP 226007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Kanpur, Uttar Pradesh</a:t>
            </a:r>
          </a:p>
          <a:p>
            <a:pPr lvl="0"/>
            <a:r>
              <a:rPr b="1"/>
              <a:t>Indian Institute of Technology Kanpur (IIT Kanpur)</a:t>
            </a:r>
          </a:p>
          <a:p>
            <a:pPr lvl="1"/>
            <a:r>
              <a:rPr/>
              <a:t>Address: Hall of Residence Area, Kalyanpur, IIT Kanpur, UP 208016</a:t>
            </a:r>
          </a:p>
          <a:p>
            <a:pPr lvl="0"/>
            <a:r>
              <a:rPr b="1"/>
              <a:t>Chhatrapati Shahu Ji Maharaj University (Kanpur University)</a:t>
            </a:r>
          </a:p>
          <a:p>
            <a:pPr lvl="1"/>
            <a:r>
              <a:rPr/>
              <a:t>Address: Admin Block, Kanpur University Campus, Kalyanpur, Kanpur, UP 208024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Nagpur, Maharashtra</a:t>
            </a:r>
          </a:p>
          <a:p>
            <a:pPr lvl="0"/>
            <a:r>
              <a:rPr b="1"/>
              <a:t>Visvesvaraya National Institute of Technology (VNIT)</a:t>
            </a:r>
          </a:p>
          <a:p>
            <a:pPr lvl="1"/>
            <a:r>
              <a:rPr/>
              <a:t>Address: Main Gate, South Ambazari Road, Nagpur, MH 440010</a:t>
            </a:r>
          </a:p>
          <a:p>
            <a:pPr lvl="0"/>
            <a:r>
              <a:rPr b="1"/>
              <a:t>Rashtrasant Tukadoji Maharaj Nagpur University</a:t>
            </a:r>
          </a:p>
          <a:p>
            <a:pPr lvl="1"/>
            <a:r>
              <a:rPr/>
              <a:t>Address: Vice-Chancellor’s Office, Amravati Road, Nagpur, MH 440033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Indore, Madhya Pradesh</a:t>
            </a:r>
          </a:p>
          <a:p>
            <a:pPr lvl="0"/>
            <a:r>
              <a:rPr b="1"/>
              <a:t>Indian Institute of Technology Indore (IIT Indore)</a:t>
            </a:r>
          </a:p>
          <a:p>
            <a:pPr lvl="1"/>
            <a:r>
              <a:rPr/>
              <a:t>Address: Hostel Complex, Khandwa Road, Simrol, Indore, MP 453552</a:t>
            </a:r>
          </a:p>
          <a:p>
            <a:pPr lvl="0"/>
            <a:r>
              <a:rPr b="1"/>
              <a:t>Devi Ahilya Vishwavidyalaya (DAVV)</a:t>
            </a:r>
          </a:p>
          <a:p>
            <a:pPr lvl="1"/>
            <a:r>
              <a:rPr/>
              <a:t>Address: Takshila Campus, Khandwa Road, Indore, MP 452017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Bhopal, Madhya Pradesh</a:t>
            </a:r>
          </a:p>
          <a:p>
            <a:pPr lvl="0"/>
            <a:r>
              <a:rPr b="1"/>
              <a:t>Indian Institute of Science Education and Research (IISER) Bhopal</a:t>
            </a:r>
          </a:p>
          <a:p>
            <a:pPr lvl="1"/>
            <a:r>
              <a:rPr/>
              <a:t>Address: IISER Main Gate, Bhauri, Bhopal, MP 462066</a:t>
            </a:r>
          </a:p>
          <a:p>
            <a:pPr lvl="0"/>
            <a:r>
              <a:rPr b="1"/>
              <a:t>Barkatullah University</a:t>
            </a:r>
          </a:p>
          <a:p>
            <a:pPr lvl="1"/>
            <a:r>
              <a:rPr/>
              <a:t>Address: Main Admin Office, Hoshangabad Rd, Bhopal, MP 462026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Visakhapatnam, Andhra Pradesh</a:t>
            </a:r>
          </a:p>
          <a:p>
            <a:pPr lvl="0"/>
            <a:r>
              <a:rPr b="1"/>
              <a:t>Indian Institute of Management Visakhapatnam (IIM Vizag)</a:t>
            </a:r>
          </a:p>
          <a:p>
            <a:pPr lvl="1"/>
            <a:r>
              <a:rPr/>
              <a:t>Address: IIM Main Gate, Andhra University Campus, Visakhapatnam, AP 530003</a:t>
            </a:r>
          </a:p>
          <a:p>
            <a:pPr lvl="0"/>
            <a:r>
              <a:rPr b="1"/>
              <a:t>GITAM (Gandhi Institute of Technology and Management)</a:t>
            </a:r>
          </a:p>
          <a:p>
            <a:pPr lvl="1"/>
            <a:r>
              <a:rPr/>
              <a:t>Address: GITAM Main Building, Rushikonda, Visakhapatnam, AP 530045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Patna, Bihar</a:t>
            </a:r>
          </a:p>
          <a:p>
            <a:pPr lvl="0"/>
            <a:r>
              <a:rPr b="1"/>
              <a:t>Indian Institute of Technology Patna (IIT Patna)</a:t>
            </a:r>
          </a:p>
          <a:p>
            <a:pPr lvl="1"/>
            <a:r>
              <a:rPr/>
              <a:t>Address: Hostel Area, Bihta, Patna, BR 801106</a:t>
            </a:r>
          </a:p>
          <a:p>
            <a:pPr lvl="0"/>
            <a:r>
              <a:rPr b="1"/>
              <a:t>Patna University</a:t>
            </a:r>
          </a:p>
          <a:p>
            <a:pPr lvl="1"/>
            <a:r>
              <a:rPr/>
              <a:t>Address: Main Campus Gate, Ashok Rajpath, Patna, BR 800005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Vadodara (Baroda), Gujarat</a:t>
            </a:r>
          </a:p>
          <a:p>
            <a:pPr lvl="0"/>
            <a:r>
              <a:rPr b="1"/>
              <a:t>The Maharaja Sayajirao University of Baroda</a:t>
            </a:r>
          </a:p>
          <a:p>
            <a:pPr lvl="1"/>
            <a:r>
              <a:rPr/>
              <a:t>Address: Fatehgunj Main Gate, University Rd, Vadodara, GJ 390002</a:t>
            </a:r>
          </a:p>
          <a:p>
            <a:pPr lvl="0"/>
            <a:r>
              <a:rPr b="1"/>
              <a:t>Parul University</a:t>
            </a:r>
          </a:p>
          <a:p>
            <a:pPr lvl="1"/>
            <a:r>
              <a:rPr/>
              <a:t>Address: Main Gate, Limda, Waghodia, Vadodara, GJ 391760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Ludhiana, Punjab</a:t>
            </a:r>
          </a:p>
          <a:p>
            <a:pPr lvl="0"/>
            <a:r>
              <a:rPr b="1"/>
              <a:t>Punjab Agricultural University (PAU)</a:t>
            </a:r>
          </a:p>
          <a:p>
            <a:pPr lvl="1"/>
            <a:r>
              <a:rPr/>
              <a:t>Address: Near Students’ Counselling Centre, PAU, Ludhiana, PB 141004</a:t>
            </a:r>
          </a:p>
          <a:p>
            <a:pPr lvl="0"/>
            <a:r>
              <a:rPr b="1"/>
              <a:t>Guru Nanak Dev Engineering College</a:t>
            </a:r>
          </a:p>
          <a:p>
            <a:pPr lvl="1"/>
            <a:r>
              <a:rPr/>
              <a:t>Address: Main Admin Block, Gill Park, Gill Road, Ludhiana, PB 141006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Coimbatore, Tamil Nadu</a:t>
            </a:r>
          </a:p>
          <a:p>
            <a:pPr lvl="0"/>
            <a:r>
              <a:rPr b="1"/>
              <a:t>PSG College of Technology</a:t>
            </a:r>
          </a:p>
          <a:p>
            <a:pPr lvl="1"/>
            <a:r>
              <a:rPr/>
              <a:t>Address: Main Gate, Avinashi Road, Peelamedu, Coimbatore, TN 641004</a:t>
            </a:r>
          </a:p>
          <a:p>
            <a:pPr lvl="0"/>
            <a:r>
              <a:rPr b="1"/>
              <a:t>Coimbatore Institute of Technology (CIT)</a:t>
            </a:r>
          </a:p>
          <a:p>
            <a:pPr lvl="1"/>
            <a:r>
              <a:rPr/>
              <a:t>Address: Admin Block, Avinashi Road, Civil Aerodrome Post, Coimbatore, TN 641014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2025-07-30T07:50:11Z</dcterms:created>
  <dcterms:modified xsi:type="dcterms:W3CDTF">2025-07-30T07:50:11Z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