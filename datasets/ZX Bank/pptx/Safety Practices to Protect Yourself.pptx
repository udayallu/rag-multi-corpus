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Practices to Protect Yourself from Online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Staying safe online is crucial to protect your personal data, finances, and digital identity. Here are essential safety practices (“parasites” can be corrected as “practices”) to follow: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Use Strong, Unique Passwords</a:t>
            </a:r>
          </a:p>
          <a:p>
            <a:pPr lvl="0"/>
            <a:r>
              <a:rPr/>
              <a:t>Create complex passwords using a mix of letters, numbers, and symbols.</a:t>
            </a:r>
          </a:p>
          <a:p>
            <a:pPr lvl="0"/>
            <a:r>
              <a:rPr/>
              <a:t>Avoid using the same password for multiple sites.</a:t>
            </a:r>
          </a:p>
          <a:p>
            <a:pPr lvl="0"/>
            <a:r>
              <a:rPr/>
              <a:t>Use a trusted password manager to store your credentials.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Enable Two-Factor Authentication (2FA)</a:t>
            </a:r>
          </a:p>
          <a:p>
            <a:pPr lvl="0"/>
            <a:r>
              <a:rPr/>
              <a:t>Add an extra layer of security with 2FA on all important accounts (email, banking, social media).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Beware of Phishing Scams</a:t>
            </a:r>
          </a:p>
          <a:p>
            <a:pPr lvl="0"/>
            <a:r>
              <a:rPr/>
              <a:t>Don’t click on suspicious links or download attachments from unknown sources.</a:t>
            </a:r>
          </a:p>
          <a:p>
            <a:pPr lvl="0"/>
            <a:r>
              <a:rPr/>
              <a:t>Double-check email addresses and URLs for authenticity.</a:t>
            </a:r>
          </a:p>
          <a:p>
            <a:pPr lvl="0"/>
            <a:r>
              <a:rPr/>
              <a:t>Never share personal information over email or phone unless you initiated contact.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Keep Software Up to Date</a:t>
            </a:r>
          </a:p>
          <a:p>
            <a:pPr lvl="0"/>
            <a:r>
              <a:rPr/>
              <a:t>Regularly update your operating system, apps, browsers, and antivirus programs to patch vulnerabilities.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Secure Your Devices</a:t>
            </a:r>
          </a:p>
          <a:p>
            <a:pPr lvl="0"/>
            <a:r>
              <a:rPr/>
              <a:t>Use a screen lock (PIN, password, or fingerprint) on smartphones and computers.</a:t>
            </a:r>
          </a:p>
          <a:p>
            <a:pPr lvl="0"/>
            <a:r>
              <a:rPr/>
              <a:t>Install trusted antivirus and anti-malware software.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Use Secure Connections</a:t>
            </a:r>
          </a:p>
          <a:p>
            <a:pPr lvl="0"/>
            <a:r>
              <a:rPr/>
              <a:t>Avoid public Wi-Fi for sensitive transactions; use a VPN when needed.</a:t>
            </a:r>
          </a:p>
          <a:p>
            <a:pPr lvl="0"/>
            <a:r>
              <a:rPr/>
              <a:t>Only enter personal or financial information on websites with HTTPS.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Monitor Bank and Credit Accounts</a:t>
            </a:r>
          </a:p>
          <a:p>
            <a:pPr lvl="0"/>
            <a:r>
              <a:rPr/>
              <a:t>Review statements regularly for unauthorized transactions.</a:t>
            </a:r>
          </a:p>
          <a:p>
            <a:pPr lvl="0"/>
            <a:r>
              <a:rPr/>
              <a:t>Set up instant alerts for account activity.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Manage Privacy Settings</a:t>
            </a:r>
          </a:p>
          <a:p>
            <a:pPr lvl="0"/>
            <a:r>
              <a:rPr/>
              <a:t>Limit what information you share on social media and adjust privacy controls.</a:t>
            </a:r>
          </a:p>
          <a:p>
            <a:pPr lvl="0"/>
            <a:r>
              <a:rPr/>
              <a:t>Be wary of apps requesting unnecessary permissions.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Backup Important Data</a:t>
            </a:r>
          </a:p>
          <a:p>
            <a:pPr lvl="0"/>
            <a:r>
              <a:rPr/>
              <a:t>Regularly backup your files to a secure cloud service or external device.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Educate Yourself &amp; Stay Informed</a:t>
            </a:r>
          </a:p>
          <a:p>
            <a:pPr lvl="0"/>
            <a:r>
              <a:rPr/>
              <a:t>Learn about new and emerging online threats.</a:t>
            </a:r>
          </a:p>
          <a:p>
            <a:pPr lvl="0"/>
            <a:r>
              <a:rPr/>
              <a:t>Participate in cybersecurity awareness programs.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Stay alert and proactive. Safe online habits protect your identity, money, and peace of mind!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2025-07-30T07:50:03Z</dcterms:created>
  <dcterms:modified xsi:type="dcterms:W3CDTF">2025-07-30T07:50:03Z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