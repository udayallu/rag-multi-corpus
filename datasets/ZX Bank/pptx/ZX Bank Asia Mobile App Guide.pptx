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3" Type="http://schemas.openxmlformats.org/officeDocument/2006/relationships/viewProps" Target="viewProps.xml" /><Relationship Id="rId12" Type="http://schemas.openxmlformats.org/officeDocument/2006/relationships/presProps" Target="presProps.xml" /><Relationship Id="rId1" Type="http://schemas.openxmlformats.org/officeDocument/2006/relationships/slideMaster" Target="slideMasters/slideMaster1.xml" /><Relationship Id="rId15" Type="http://schemas.openxmlformats.org/officeDocument/2006/relationships/tableStyles" Target="tableStyles.xml" /><Relationship Id="rId14"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zxbank.asia"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ZX Bank Asia Mobile App Guide</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Overview</a:t>
            </a:r>
          </a:p>
        </p:txBody>
      </p:sp>
      <p:sp>
        <p:nvSpPr>
          <p:cNvPr id="3" name="Content Placeholder 2"/>
          <p:cNvSpPr>
            <a:spLocks noGrp="1"/>
          </p:cNvSpPr>
          <p:nvPr>
            <p:ph idx="1"/>
          </p:nvPr>
        </p:nvSpPr>
        <p:spPr/>
        <p:txBody>
          <a:bodyPr/>
          <a:lstStyle/>
          <a:p>
            <a:pPr lvl="0" indent="0" marL="0">
              <a:buNone/>
            </a:pPr>
            <a:r>
              <a:rPr/>
              <a:t>The </a:t>
            </a:r>
            <a:r>
              <a:rPr b="1"/>
              <a:t>ZX Bank Asia</a:t>
            </a:r>
            <a:r>
              <a:rPr/>
              <a:t> mobile app is your gateway to seamless, secure, and smart banking. With support for Android and iOS, manage your finances on the go with intuitive banking features, advanced security, and real-time assistance.</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 How to Download the ZX Bank Asia App</a:t>
            </a:r>
          </a:p>
        </p:txBody>
      </p:sp>
      <p:sp>
        <p:nvSpPr>
          <p:cNvPr id="3" name="Content Placeholder 2"/>
          <p:cNvSpPr>
            <a:spLocks noGrp="1"/>
          </p:cNvSpPr>
          <p:nvPr>
            <p:ph idx="1"/>
          </p:nvPr>
        </p:nvSpPr>
        <p:spPr/>
        <p:txBody>
          <a:bodyPr/>
          <a:lstStyle/>
          <a:p>
            <a:pPr lvl="0" indent="0" marL="0">
              <a:buNone/>
            </a:pPr>
            <a:r>
              <a:rPr b="1"/>
              <a:t>For Android:</a:t>
            </a:r>
            <a:r>
              <a:rPr/>
              <a:t> 1. Open Google Play Store. 2. Search for: </a:t>
            </a:r>
            <a:r>
              <a:rPr>
                <a:latin typeface="Courier"/>
              </a:rPr>
              <a:t>ZX Bank Asia</a:t>
            </a:r>
            <a:r>
              <a:rPr/>
              <a:t>. 3. Tap </a:t>
            </a:r>
            <a:r>
              <a:rPr>
                <a:latin typeface="Courier"/>
              </a:rPr>
              <a:t>Download</a:t>
            </a:r>
            <a:r>
              <a:rPr/>
              <a:t> and install the app.</a:t>
            </a:r>
          </a:p>
          <a:p>
            <a:pPr lvl="0" indent="0" marL="0">
              <a:buNone/>
            </a:pPr>
            <a:r>
              <a:rPr b="1"/>
              <a:t>For iOS:</a:t>
            </a:r>
            <a:r>
              <a:rPr/>
              <a:t> 1. Open Apple App Store. 2. Search for: </a:t>
            </a:r>
            <a:r>
              <a:rPr>
                <a:latin typeface="Courier"/>
              </a:rPr>
              <a:t>ZX Bank Asia</a:t>
            </a:r>
            <a:r>
              <a:rPr/>
              <a:t>. 3. Tap </a:t>
            </a:r>
            <a:r>
              <a:rPr>
                <a:latin typeface="Courier"/>
              </a:rPr>
              <a:t>Get</a:t>
            </a:r>
            <a:r>
              <a:rPr/>
              <a:t> and install the app.</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2. How to Activate Mobile Banking</a:t>
            </a:r>
          </a:p>
        </p:txBody>
      </p:sp>
      <p:sp>
        <p:nvSpPr>
          <p:cNvPr id="3" name="Content Placeholder 2"/>
          <p:cNvSpPr>
            <a:spLocks noGrp="1"/>
          </p:cNvSpPr>
          <p:nvPr>
            <p:ph idx="1"/>
          </p:nvPr>
        </p:nvSpPr>
        <p:spPr/>
        <p:txBody>
          <a:bodyPr/>
          <a:lstStyle/>
          <a:p>
            <a:pPr lvl="0" indent="-342900" marL="342900">
              <a:buAutoNum type="arabicPeriod"/>
            </a:pPr>
            <a:r>
              <a:rPr b="1"/>
              <a:t>Open the ZX Bank Asia App</a:t>
            </a:r>
            <a:r>
              <a:rPr/>
              <a:t>.</a:t>
            </a:r>
          </a:p>
          <a:p>
            <a:pPr lvl="0" indent="-342900" marL="342900">
              <a:buAutoNum type="arabicPeriod"/>
            </a:pPr>
            <a:r>
              <a:rPr/>
              <a:t>Tap on </a:t>
            </a:r>
            <a:r>
              <a:rPr>
                <a:latin typeface="Courier"/>
              </a:rPr>
              <a:t>Register / Activate</a:t>
            </a:r>
            <a:r>
              <a:rPr/>
              <a:t>.</a:t>
            </a:r>
          </a:p>
          <a:p>
            <a:pPr lvl="0" indent="-342900" marL="342900">
              <a:buAutoNum type="arabicPeriod"/>
            </a:pPr>
            <a:r>
              <a:rPr/>
              <a:t>Enter your registered mobile number &amp; customer ID/account number.</a:t>
            </a:r>
          </a:p>
          <a:p>
            <a:pPr lvl="0" indent="-342900" marL="342900">
              <a:buAutoNum type="arabicPeriod"/>
            </a:pPr>
            <a:r>
              <a:rPr/>
              <a:t>Authenticate via OTP sent to your mobile.</a:t>
            </a:r>
          </a:p>
          <a:p>
            <a:pPr lvl="0" indent="-342900" marL="342900">
              <a:buAutoNum type="arabicPeriod"/>
            </a:pPr>
            <a:r>
              <a:rPr/>
              <a:t>Set your preferred login PIN or configure biometric authentication (fingerprint/Face ID).</a:t>
            </a:r>
          </a:p>
          <a:p>
            <a:pPr lvl="0" indent="-342900" marL="342900">
              <a:buAutoNum type="arabicPeriod"/>
            </a:pPr>
            <a:r>
              <a:rPr/>
              <a:t>Complete e-KYC verification if prompted.</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3. How to Login</a:t>
            </a:r>
          </a:p>
        </p:txBody>
      </p:sp>
      <p:sp>
        <p:nvSpPr>
          <p:cNvPr id="3" name="Content Placeholder 2"/>
          <p:cNvSpPr>
            <a:spLocks noGrp="1"/>
          </p:cNvSpPr>
          <p:nvPr>
            <p:ph idx="1"/>
          </p:nvPr>
        </p:nvSpPr>
        <p:spPr/>
        <p:txBody>
          <a:bodyPr/>
          <a:lstStyle/>
          <a:p>
            <a:pPr lvl="0"/>
            <a:r>
              <a:rPr/>
              <a:t>Open the app.</a:t>
            </a:r>
          </a:p>
          <a:p>
            <a:pPr lvl="0"/>
            <a:r>
              <a:rPr/>
              <a:t>Enter your PIN or use biometric login (if enabled).</a:t>
            </a:r>
          </a:p>
          <a:p>
            <a:pPr lvl="0"/>
            <a:r>
              <a:rPr/>
              <a:t>Access your dashboard securely.</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4. App Features</a:t>
            </a:r>
          </a:p>
        </p:txBody>
      </p:sp>
      <p:sp>
        <p:nvSpPr>
          <p:cNvPr id="3" name="Content Placeholder 2"/>
          <p:cNvSpPr>
            <a:spLocks noGrp="1"/>
          </p:cNvSpPr>
          <p:nvPr>
            <p:ph idx="1"/>
          </p:nvPr>
        </p:nvSpPr>
        <p:spPr/>
        <p:txBody>
          <a:bodyPr/>
          <a:lstStyle/>
          <a:p>
            <a:pPr lvl="0" indent="0" marL="0">
              <a:spcBef>
                <a:spcPts val="3000"/>
              </a:spcBef>
              <a:buNone/>
            </a:pPr>
            <a:r>
              <a:rPr b="1"/>
              <a:t>Account Management</a:t>
            </a:r>
          </a:p>
          <a:p>
            <a:pPr lvl="0"/>
            <a:r>
              <a:rPr/>
              <a:t>Check savings/current account balances.</a:t>
            </a:r>
          </a:p>
          <a:p>
            <a:pPr lvl="0"/>
            <a:r>
              <a:rPr/>
              <a:t>View transaction history and mini statements.</a:t>
            </a:r>
          </a:p>
          <a:p>
            <a:pPr lvl="0"/>
            <a:r>
              <a:rPr/>
              <a:t>Track FD, RD, and loan details in real-time.</a:t>
            </a:r>
          </a:p>
          <a:p>
            <a:pPr lvl="0" indent="0" marL="0">
              <a:spcBef>
                <a:spcPts val="3000"/>
              </a:spcBef>
              <a:buNone/>
            </a:pPr>
            <a:r>
              <a:rPr b="1"/>
              <a:t>Fund Transfer</a:t>
            </a:r>
          </a:p>
          <a:p>
            <a:pPr lvl="0" indent="0" marL="0">
              <a:spcBef>
                <a:spcPts val="3000"/>
              </a:spcBef>
              <a:buNone/>
            </a:pPr>
            <a:r>
              <a:rPr b="1"/>
              <a:t>Within ZX Bank / Other Banks</a:t>
            </a:r>
          </a:p>
          <a:p>
            <a:pPr lvl="0" indent="-342900" marL="342900">
              <a:buAutoNum type="arabicPeriod"/>
            </a:pPr>
            <a:r>
              <a:rPr/>
              <a:t>Tap </a:t>
            </a:r>
            <a:r>
              <a:rPr>
                <a:latin typeface="Courier"/>
              </a:rPr>
              <a:t>Fund Transfer</a:t>
            </a:r>
            <a:r>
              <a:rPr/>
              <a:t>.</a:t>
            </a:r>
          </a:p>
          <a:p>
            <a:pPr lvl="0" indent="-342900" marL="342900">
              <a:buAutoNum type="arabicPeriod"/>
            </a:pPr>
            <a:r>
              <a:rPr/>
              <a:t>Choose between ZX Bank or Other Bank (NEFT/IMPS/UPI).</a:t>
            </a:r>
          </a:p>
          <a:p>
            <a:pPr lvl="0" indent="-342900" marL="342900">
              <a:buAutoNum type="arabicPeriod"/>
            </a:pPr>
            <a:r>
              <a:rPr/>
              <a:t>Select/Add payee (see below).</a:t>
            </a:r>
          </a:p>
          <a:p>
            <a:pPr lvl="0" indent="-342900" marL="342900">
              <a:buAutoNum type="arabicPeriod"/>
            </a:pPr>
            <a:r>
              <a:rPr/>
              <a:t>Enter amount &amp; remarks.</a:t>
            </a:r>
          </a:p>
          <a:p>
            <a:pPr lvl="0" indent="-342900" marL="342900">
              <a:buAutoNum type="arabicPeriod"/>
            </a:pPr>
            <a:r>
              <a:rPr/>
              <a:t>Confirm with PIN/OTP.</a:t>
            </a:r>
          </a:p>
          <a:p>
            <a:pPr lvl="0" indent="0" marL="0">
              <a:spcBef>
                <a:spcPts val="3000"/>
              </a:spcBef>
              <a:buNone/>
            </a:pPr>
            <a:r>
              <a:rPr b="1"/>
              <a:t>Add Payee</a:t>
            </a:r>
          </a:p>
          <a:p>
            <a:pPr lvl="0" indent="-342900" marL="342900">
              <a:buAutoNum type="arabicPeriod"/>
            </a:pPr>
            <a:r>
              <a:rPr/>
              <a:t>Go to </a:t>
            </a:r>
            <a:r>
              <a:rPr>
                <a:latin typeface="Courier"/>
              </a:rPr>
              <a:t>Fund Transfer</a:t>
            </a:r>
            <a:r>
              <a:rPr/>
              <a:t> → </a:t>
            </a:r>
            <a:r>
              <a:rPr>
                <a:latin typeface="Courier"/>
              </a:rPr>
              <a:t>Manage Payees</a:t>
            </a:r>
            <a:r>
              <a:rPr/>
              <a:t>.</a:t>
            </a:r>
          </a:p>
          <a:p>
            <a:pPr lvl="0" indent="-342900" marL="342900">
              <a:buAutoNum type="arabicPeriod"/>
            </a:pPr>
            <a:r>
              <a:rPr/>
              <a:t>Select </a:t>
            </a:r>
            <a:r>
              <a:rPr>
                <a:latin typeface="Courier"/>
              </a:rPr>
              <a:t>Add Payee</a:t>
            </a:r>
            <a:r>
              <a:rPr/>
              <a:t>.</a:t>
            </a:r>
          </a:p>
          <a:p>
            <a:pPr lvl="0" indent="-342900" marL="342900">
              <a:buAutoNum type="arabicPeriod"/>
            </a:pPr>
            <a:r>
              <a:rPr/>
              <a:t>Enter payee’s account info (name, bank details, IFSC) or UPI ID.</a:t>
            </a:r>
          </a:p>
          <a:p>
            <a:pPr lvl="0" indent="-342900" marL="342900">
              <a:buAutoNum type="arabicPeriod"/>
            </a:pPr>
            <a:r>
              <a:rPr/>
              <a:t>Verify via OTP.</a:t>
            </a:r>
          </a:p>
          <a:p>
            <a:pPr lvl="0" indent="-342900" marL="342900">
              <a:buAutoNum type="arabicPeriod"/>
            </a:pPr>
            <a:r>
              <a:rPr/>
              <a:t>Payee is added–start transferring.</a:t>
            </a:r>
          </a:p>
          <a:p>
            <a:pPr lvl="0" indent="0" marL="0">
              <a:spcBef>
                <a:spcPts val="3000"/>
              </a:spcBef>
              <a:buNone/>
            </a:pPr>
            <a:r>
              <a:rPr b="1"/>
              <a:t>Bill Payments &amp; QR</a:t>
            </a:r>
          </a:p>
          <a:p>
            <a:pPr lvl="0"/>
            <a:r>
              <a:rPr/>
              <a:t>Pay electricity, water, gas, mobile &amp; credit card bills.</a:t>
            </a:r>
          </a:p>
          <a:p>
            <a:pPr lvl="0"/>
            <a:r>
              <a:rPr/>
              <a:t>Scan &amp; pay using QR codes at merchants or for quick money transfers.</a:t>
            </a:r>
          </a:p>
          <a:p>
            <a:pPr lvl="0" indent="0" marL="0">
              <a:spcBef>
                <a:spcPts val="3000"/>
              </a:spcBef>
              <a:buNone/>
            </a:pPr>
            <a:r>
              <a:rPr b="1"/>
              <a:t>Cards</a:t>
            </a:r>
          </a:p>
          <a:p>
            <a:pPr lvl="0" indent="0" marL="0">
              <a:spcBef>
                <a:spcPts val="3000"/>
              </a:spcBef>
              <a:buNone/>
            </a:pPr>
            <a:r>
              <a:rPr b="1"/>
              <a:t>Check, Apply &amp; Manage Credit/Debit Cards</a:t>
            </a:r>
          </a:p>
          <a:p>
            <a:pPr lvl="0"/>
            <a:r>
              <a:rPr/>
              <a:t>View existing cards with usage summary, payment due dates, statements, and reward points.</a:t>
            </a:r>
          </a:p>
          <a:p>
            <a:pPr lvl="0"/>
            <a:r>
              <a:rPr b="1"/>
              <a:t>Block Card</a:t>
            </a:r>
            <a:r>
              <a:rPr/>
              <a:t>: Select card → More options → Block (immediate effect).</a:t>
            </a:r>
          </a:p>
          <a:p>
            <a:pPr lvl="0"/>
            <a:r>
              <a:rPr b="1"/>
              <a:t>Reset Card PIN</a:t>
            </a:r>
            <a:r>
              <a:rPr/>
              <a:t>: Select card → Change PIN → Enter old &amp; new PIN.</a:t>
            </a:r>
          </a:p>
          <a:p>
            <a:pPr lvl="0"/>
            <a:r>
              <a:rPr b="1"/>
              <a:t>Apply New Card</a:t>
            </a:r>
            <a:r>
              <a:rPr/>
              <a:t>: Cards Menu → Apply for New Card → Choose credit or debit → Fill application &amp; submit docs.</a:t>
            </a:r>
          </a:p>
          <a:p>
            <a:pPr lvl="0" indent="0" marL="0">
              <a:spcBef>
                <a:spcPts val="3000"/>
              </a:spcBef>
              <a:buNone/>
            </a:pPr>
            <a:r>
              <a:rPr b="1"/>
              <a:t>Set Card Limits</a:t>
            </a:r>
          </a:p>
          <a:p>
            <a:pPr lvl="0"/>
            <a:r>
              <a:rPr/>
              <a:t>Go to </a:t>
            </a:r>
            <a:r>
              <a:rPr>
                <a:latin typeface="Courier"/>
              </a:rPr>
              <a:t>Manage Cards</a:t>
            </a:r>
            <a:r>
              <a:rPr/>
              <a:t>.</a:t>
            </a:r>
          </a:p>
          <a:p>
            <a:pPr lvl="0"/>
            <a:r>
              <a:rPr/>
              <a:t>Choose the card and tap </a:t>
            </a:r>
            <a:r>
              <a:rPr>
                <a:latin typeface="Courier"/>
              </a:rPr>
              <a:t>Set Transaction Limit</a:t>
            </a:r>
            <a:r>
              <a:rPr/>
              <a:t>.</a:t>
            </a:r>
          </a:p>
          <a:p>
            <a:pPr lvl="0"/>
            <a:r>
              <a:rPr/>
              <a:t>Adjust for ATM, POS, online, contactless—save changes.</a:t>
            </a:r>
          </a:p>
          <a:p>
            <a:pPr lvl="0" indent="0" marL="0">
              <a:spcBef>
                <a:spcPts val="3000"/>
              </a:spcBef>
              <a:buNone/>
            </a:pPr>
            <a:r>
              <a:rPr b="1"/>
              <a:t>Loans</a:t>
            </a:r>
          </a:p>
          <a:p>
            <a:pPr lvl="0"/>
            <a:r>
              <a:rPr/>
              <a:t>View all loans, EMIs, schedules &amp; download statements.</a:t>
            </a:r>
          </a:p>
          <a:p>
            <a:pPr lvl="0"/>
            <a:r>
              <a:rPr/>
              <a:t>Apply for new loans: Home, personal, or vehicle → Fill form → Upload KYC → Track status.</a:t>
            </a:r>
          </a:p>
          <a:p>
            <a:pPr lvl="0" indent="0" marL="0">
              <a:spcBef>
                <a:spcPts val="3000"/>
              </a:spcBef>
              <a:buNone/>
            </a:pPr>
            <a:r>
              <a:rPr b="1"/>
              <a:t>Rewards</a:t>
            </a:r>
          </a:p>
          <a:p>
            <a:pPr lvl="0"/>
            <a:r>
              <a:rPr/>
              <a:t>Check </a:t>
            </a:r>
            <a:r>
              <a:rPr>
                <a:latin typeface="Courier"/>
              </a:rPr>
              <a:t>Rewards</a:t>
            </a:r>
            <a:r>
              <a:rPr/>
              <a:t> tab for current points.</a:t>
            </a:r>
          </a:p>
          <a:p>
            <a:pPr lvl="0"/>
            <a:r>
              <a:rPr/>
              <a:t>Redeem reward points instantly for vouchers, cashback, or gift cards.</a:t>
            </a:r>
          </a:p>
          <a:p>
            <a:pPr lvl="0" indent="0" marL="0">
              <a:spcBef>
                <a:spcPts val="3000"/>
              </a:spcBef>
              <a:buNone/>
            </a:pPr>
            <a:r>
              <a:rPr b="1"/>
              <a:t>NRI &amp; Wealth</a:t>
            </a:r>
          </a:p>
          <a:p>
            <a:pPr lvl="0"/>
            <a:r>
              <a:rPr/>
              <a:t>Access NRI services, mutual funds, wealth advisory, and initiate investments.</a:t>
            </a:r>
          </a:p>
          <a:p>
            <a:pPr lvl="0" indent="0" marL="0">
              <a:spcBef>
                <a:spcPts val="3000"/>
              </a:spcBef>
              <a:buNone/>
            </a:pPr>
            <a:r>
              <a:rPr b="1"/>
              <a:t>Chatbot – Zia</a:t>
            </a:r>
          </a:p>
          <a:p>
            <a:pPr lvl="0"/>
            <a:r>
              <a:rPr/>
              <a:t>Ask Zia for help with account queries, product info, quick balance, and transaction support.</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5. Security Options</a:t>
            </a:r>
          </a:p>
        </p:txBody>
      </p:sp>
      <p:sp>
        <p:nvSpPr>
          <p:cNvPr id="3" name="Content Placeholder 2"/>
          <p:cNvSpPr>
            <a:spLocks noGrp="1"/>
          </p:cNvSpPr>
          <p:nvPr>
            <p:ph idx="1"/>
          </p:nvPr>
        </p:nvSpPr>
        <p:spPr/>
        <p:txBody>
          <a:bodyPr/>
          <a:lstStyle/>
          <a:p>
            <a:pPr lvl="0"/>
            <a:r>
              <a:rPr/>
              <a:t>Biometric login (fingerprint/Face ID)</a:t>
            </a:r>
          </a:p>
          <a:p>
            <a:pPr lvl="0"/>
            <a:r>
              <a:rPr/>
              <a:t>Dynamic device registration &amp; One-Time Password (OTP) validation</a:t>
            </a:r>
          </a:p>
          <a:p>
            <a:pPr lvl="0"/>
            <a:r>
              <a:rPr/>
              <a:t>Instant blocking of internet/mobile banking through the app</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6. Other Popular Services</a:t>
            </a:r>
          </a:p>
        </p:txBody>
      </p:sp>
      <p:sp>
        <p:nvSpPr>
          <p:cNvPr id="3" name="Content Placeholder 2"/>
          <p:cNvSpPr>
            <a:spLocks noGrp="1"/>
          </p:cNvSpPr>
          <p:nvPr>
            <p:ph idx="1"/>
          </p:nvPr>
        </p:nvSpPr>
        <p:spPr/>
        <p:txBody>
          <a:bodyPr/>
          <a:lstStyle/>
          <a:p>
            <a:pPr lvl="0"/>
            <a:r>
              <a:rPr b="1"/>
              <a:t>Request Cheque Book</a:t>
            </a:r>
            <a:r>
              <a:rPr/>
              <a:t>: Accounts → Services → Request Cheque Book</a:t>
            </a:r>
          </a:p>
          <a:p>
            <a:pPr lvl="0"/>
            <a:r>
              <a:rPr b="1"/>
              <a:t>Update Contact Details</a:t>
            </a:r>
            <a:r>
              <a:rPr/>
              <a:t>: Profile → Edit → Authenticate with OTP</a:t>
            </a:r>
          </a:p>
          <a:p>
            <a:pPr lvl="0"/>
            <a:r>
              <a:rPr b="1"/>
              <a:t>Mini Statements</a:t>
            </a:r>
            <a:r>
              <a:rPr/>
              <a:t>: Account → View Mini Statement</a:t>
            </a:r>
          </a:p>
          <a:p>
            <a:pPr lvl="0"/>
            <a:r>
              <a:rPr b="1"/>
              <a:t>Locate Branch/ATM</a:t>
            </a:r>
            <a:r>
              <a:rPr/>
              <a:t>: Find ZX Bank locations in all supported countries</a:t>
            </a:r>
          </a:p>
          <a:p>
            <a:pPr lvl="0"/>
            <a:r>
              <a:rPr b="1"/>
              <a:t>Notifications</a:t>
            </a:r>
            <a:r>
              <a:rPr/>
              <a:t>: Get real-time alerts for all transactions and offers</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7. Customer Support</a:t>
            </a:r>
          </a:p>
        </p:txBody>
      </p:sp>
      <p:sp>
        <p:nvSpPr>
          <p:cNvPr id="3" name="Content Placeholder 2"/>
          <p:cNvSpPr>
            <a:spLocks noGrp="1"/>
          </p:cNvSpPr>
          <p:nvPr>
            <p:ph idx="1"/>
          </p:nvPr>
        </p:nvSpPr>
        <p:spPr/>
        <p:txBody>
          <a:bodyPr/>
          <a:lstStyle/>
          <a:p>
            <a:pPr lvl="0"/>
            <a:r>
              <a:rPr/>
              <a:t>Use in-app chat or helpline.</a:t>
            </a:r>
          </a:p>
          <a:p>
            <a:pPr lvl="0"/>
            <a:r>
              <a:rPr/>
              <a:t>Email or schedule branch appointments via the app.</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b="1"/>
              <a:t>Download &amp; start banking smarter with the </a:t>
            </a:r>
            <a:r>
              <a:rPr sz="2000" b="1">
                <a:hlinkClick r:id="rId2"/>
              </a:rPr>
              <a:t>ZX Bank Asia App</a:t>
            </a:r>
            <a:r>
              <a:rPr sz="2000" b="1"/>
              <a: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2025-07-30T07:52:47Z</dcterms:created>
  <dcterms:modified xsi:type="dcterms:W3CDTF">2025-07-30T07:52:47Z</dcterms:modified>
</cp:coreProperties>
</file>

<file path=docProps/custom.xml><?xml version="1.0" encoding="utf-8"?>
<Properties xmlns="http://schemas.openxmlformats.org/officeDocument/2006/custom-properties" xmlns:vt="http://schemas.openxmlformats.org/officeDocument/2006/docPropsVTypes"/>
</file>