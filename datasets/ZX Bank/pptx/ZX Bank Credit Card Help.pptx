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Close Your ZX Bank Credit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your ZX Bank Credit Card is a straightforward process. Follow the steps below to ensure a smooth and secure closure: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Clear Outstanding Dues</a:t>
            </a:r>
          </a:p>
          <a:p>
            <a:pPr lvl="0"/>
            <a:r>
              <a:rPr b="1"/>
              <a:t>Pay Off All Dues:</a:t>
            </a:r>
            <a:r>
              <a:rPr/>
              <a:t> Settle any outstanding amounts (balances, fees, charges, or EMI on the card).</a:t>
            </a:r>
          </a:p>
          <a:p>
            <a:pPr lvl="0"/>
            <a:r>
              <a:rPr b="1"/>
              <a:t>Download Statements:</a:t>
            </a:r>
            <a:r>
              <a:rPr/>
              <a:t> Keep a record of your final statement for future reference.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Redeem Unused Rewards</a:t>
            </a:r>
          </a:p>
          <a:p>
            <a:pPr lvl="0"/>
            <a:r>
              <a:rPr b="1"/>
              <a:t>Check for Points:</a:t>
            </a:r>
            <a:r>
              <a:rPr/>
              <a:t> Redeem all reward points, cashback, or benefits, as they will be lost after closure.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Cancel Auto-debits &amp; Linked Payments</a:t>
            </a:r>
          </a:p>
          <a:p>
            <a:pPr lvl="0"/>
            <a:r>
              <a:rPr b="1"/>
              <a:t>Deactivate:</a:t>
            </a:r>
            <a:r>
              <a:rPr/>
              <a:t> Cancel standing instructions, auto-debits, or subscriptions linked to your card.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Request Card Closure</a:t>
            </a:r>
          </a:p>
          <a:p>
            <a:pPr lvl="0" indent="0" marL="0">
              <a:buNone/>
            </a:pPr>
            <a:r>
              <a:rPr/>
              <a:t>You can place a closure request using any of the following channels: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a. Via ZX Bank Mobile App (“ZX Bank Asia”)</a:t>
            </a:r>
          </a:p>
          <a:p>
            <a:pPr lvl="0" indent="-342900" marL="342900">
              <a:buAutoNum type="arabicPeriod"/>
            </a:pPr>
            <a:r>
              <a:rPr/>
              <a:t>Login to the app.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Card Services</a:t>
            </a:r>
            <a:r>
              <a:rPr/>
              <a:t> &gt; </a:t>
            </a:r>
            <a:r>
              <a:rPr b="1"/>
              <a:t>Credit Card Closure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Select your card and follow the on-screen prompts.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 Through ZX NetBanking</a:t>
            </a:r>
          </a:p>
          <a:p>
            <a:pPr lvl="0" indent="-342900" marL="342900">
              <a:buAutoNum type="arabicPeriod"/>
            </a:pPr>
            <a:r>
              <a:rPr/>
              <a:t>Login to ZX NetBanking.</a:t>
            </a:r>
          </a:p>
          <a:p>
            <a:pPr lvl="0" indent="-342900" marL="342900">
              <a:buAutoNum type="arabicPeriod"/>
            </a:pPr>
            <a:r>
              <a:rPr/>
              <a:t>Navigate to </a:t>
            </a:r>
            <a:r>
              <a:rPr b="1"/>
              <a:t>Cards</a:t>
            </a:r>
            <a:r>
              <a:rPr/>
              <a:t> &gt; </a:t>
            </a:r>
            <a:r>
              <a:rPr b="1"/>
              <a:t>Credit Cards</a:t>
            </a:r>
            <a:r>
              <a:rPr/>
              <a:t> &gt; </a:t>
            </a:r>
            <a:r>
              <a:rPr b="1"/>
              <a:t>Close Credit Card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Select your credit card and confirm your request.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c. Customer Care</a:t>
            </a:r>
          </a:p>
          <a:p>
            <a:pPr lvl="0"/>
            <a:r>
              <a:rPr/>
              <a:t>Call 24x7 helpline:</a:t>
            </a:r>
          </a:p>
          <a:p>
            <a:pPr lvl="1"/>
            <a:r>
              <a:rPr/>
              <a:t>India: 1800-123-4567</a:t>
            </a:r>
            <a:br/>
          </a:p>
          <a:p>
            <a:pPr lvl="1"/>
            <a:r>
              <a:rPr/>
              <a:t>Sri Lanka: 011-2345678</a:t>
            </a:r>
            <a:br/>
          </a:p>
          <a:p>
            <a:pPr lvl="1"/>
            <a:r>
              <a:rPr/>
              <a:t>Bangladesh: 0961-234567</a:t>
            </a:r>
            <a:br/>
          </a:p>
          <a:p>
            <a:pPr lvl="0"/>
            <a:r>
              <a:rPr/>
              <a:t>Request card closure with your card details handy.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d. Branch Visit</a:t>
            </a:r>
          </a:p>
          <a:p>
            <a:pPr lvl="0"/>
            <a:r>
              <a:rPr/>
              <a:t>Visit your nearest ZX Bank branch.</a:t>
            </a:r>
          </a:p>
          <a:p>
            <a:pPr lvl="0"/>
            <a:r>
              <a:rPr/>
              <a:t>Submit a written request or fill out a card closure form.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Destroy the Card</a:t>
            </a:r>
          </a:p>
          <a:p>
            <a:pPr lvl="0"/>
            <a:r>
              <a:rPr b="1"/>
              <a:t>After confirmation,</a:t>
            </a:r>
            <a:r>
              <a:rPr/>
              <a:t> cut your card (including chip and magnetic strip) and dispose of it securely.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Obtain Closure Confirmation</a:t>
            </a:r>
          </a:p>
          <a:p>
            <a:pPr lvl="0"/>
            <a:r>
              <a:rPr b="1"/>
              <a:t>Closure Letter/Email:</a:t>
            </a:r>
            <a:r>
              <a:rPr/>
              <a:t> ZX Bank will send a closure confirmation within 7 working days.</a:t>
            </a:r>
          </a:p>
          <a:p>
            <a:pPr lvl="0"/>
            <a:r>
              <a:rPr b="1"/>
              <a:t>Check CIBIL/Credit Report:</a:t>
            </a:r>
            <a:r>
              <a:rPr/>
              <a:t> Ensure the card appears as ‘closed’ (not ‘settled’).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#### Important Notes</a:t>
            </a:r>
          </a:p>
          <a:p>
            <a:pPr lvl="0"/>
            <a:r>
              <a:rPr/>
              <a:t>Closing a credit card may affect your credit score.</a:t>
            </a:r>
          </a:p>
          <a:p>
            <a:pPr lvl="0"/>
            <a:r>
              <a:rPr/>
              <a:t>You cannot re-activate a closed card; a new application is required.</a:t>
            </a:r>
          </a:p>
          <a:p>
            <a:pPr lvl="0"/>
            <a:r>
              <a:rPr/>
              <a:t>If you see continuing charges post-closure, inform ZX Bank immediately.</a:t>
            </a:r>
          </a:p>
          <a:p>
            <a:pPr lvl="0" indent="0" marL="0">
              <a:buNone/>
            </a:pPr>
            <a:r>
              <a:rPr/>
              <a:t>For help, contact ZX Bank Customer Care via the </a:t>
            </a:r>
            <a:r>
              <a:rPr b="1"/>
              <a:t>ZX Bank Asia</a:t>
            </a:r>
            <a:r>
              <a:rPr/>
              <a:t> mobile app or visit </a:t>
            </a:r>
            <a:r>
              <a:rPr>
                <a:hlinkClick r:id="rId2"/>
              </a:rPr>
              <a:t>www.zxbank.asia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2025-07-30T07:50:58Z</dcterms:created>
  <dcterms:modified xsi:type="dcterms:W3CDTF">2025-07-30T07:50:58Z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