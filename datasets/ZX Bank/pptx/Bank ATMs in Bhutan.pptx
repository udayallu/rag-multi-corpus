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ZX Bank ATMs in Bhutan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offers convenient access to its digital banking services in Bhutan through a network of ATM locations. Below are the details of our available ATMs across the country (</a:t>
            </a:r>
            <a:r>
              <a:rPr i="1"/>
              <a:t>dummy addresses for representative purposes</a:t>
            </a:r>
            <a:r>
              <a:rPr/>
              <a:t>).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Location/Branch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Address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Thimphu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Thimphu Main Branch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Chorten Lam, Norzin, Thimphu 11001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Thimphu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City Center Mall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2nd Floor, Norzin Lam, Thimphu 11001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Paro Town Branch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Main Street, Tshongdue, Paro 12001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Punakha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Punakha Dzong Area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Punakha-Trongsa Hwy, Punakha 13001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Phuentsholing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Phuentsholing Gate Branch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Bank Road, Opp. Main Gate, Phuentsholing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Phuentsholing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Royal Market Square ATM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33/2 Shopping Ctr, Phuentsholing 21001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Wangdue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Wangdue Branch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Lobesa Bypass, Wangdue Phodrang 14001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Bumthang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Bumthang Township Branch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Cheokhor, Jakar, Bumthang 32001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Samdrup Jongkhar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Samdrup Jongkhar Branch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Dungsam Lam, Samdrup Jongkhar 42001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Trongsa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Trongsa Shopping Complex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Main Bazaar Rd, Trongsa 16001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Trashigang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Trashigang Main Branch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Khangkhu Complex, Trashigang 42001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Mongar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Mongar Bazaar Branch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Mongar Lower Market, Mongar 43001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Gelephu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Gelephu Central Branch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Pelrithang Area, Gelephu 15001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Paro Airport ATM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Terminal Building, Paro Intl. Airport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Haa Town Point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Haa Dzong Area, Haa 13001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Total ZX Bank ATMs in Bhutan:</a:t>
            </a:r>
            <a:r>
              <a:rPr/>
              <a:t> 15</a:t>
            </a:r>
          </a:p>
          <a:p>
            <a:pPr lvl="0" indent="0" marL="0">
              <a:buNone/>
            </a:pPr>
            <a:r>
              <a:rPr i="1"/>
              <a:t>All ZX Bank ATMs offer:</a:t>
            </a:r>
            <a:r>
              <a:rPr/>
              <a:t> - 24/7 cash withdrawal - Balance inquiry - Mini-statement printing - Cardless QR withdrawals (supported by ZX Bank Asia app)</a:t>
            </a:r>
          </a:p>
          <a:p>
            <a:pPr lvl="0" indent="0" marL="0">
              <a:buNone/>
            </a:pPr>
            <a:r>
              <a:rPr/>
              <a:t>For full list of services and latest updates, visit: </a:t>
            </a:r>
            <a:r>
              <a:rPr>
                <a:hlinkClick r:id="rId2"/>
              </a:rPr>
              <a:t>www.zxbank.asia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2025-07-30T07:50:07Z</dcterms:created>
  <dcterms:modified xsi:type="dcterms:W3CDTF">2025-07-30T07:50:07Z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