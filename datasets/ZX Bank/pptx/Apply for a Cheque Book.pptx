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Apply for a Cheque Book at ZX Bank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Applying for a cheque book from ZX Bank is simple and can be done through multiple convenient channels. Follow the steps below to request your new cheque book.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Via ZX Bank Mobile App</a:t>
            </a:r>
          </a:p>
          <a:p>
            <a:pPr lvl="0" indent="-342900" marL="342900">
              <a:buAutoNum type="arabicPeriod"/>
            </a:pPr>
            <a:r>
              <a:rPr b="1"/>
              <a:t>Login:</a:t>
            </a:r>
            <a:r>
              <a:rPr/>
              <a:t> Open the </a:t>
            </a:r>
            <a:r>
              <a:rPr b="1"/>
              <a:t>ZX Bank Asia</a:t>
            </a:r>
            <a:r>
              <a:rPr/>
              <a:t> app and log in using your credentials or biometric authentication.</a:t>
            </a:r>
          </a:p>
          <a:p>
            <a:pPr lvl="0" indent="-342900" marL="342900">
              <a:buAutoNum type="arabicPeriod"/>
            </a:pPr>
            <a:r>
              <a:rPr b="1"/>
              <a:t>Navigate:</a:t>
            </a:r>
            <a:r>
              <a:rPr/>
              <a:t> Go to </a:t>
            </a:r>
            <a:r>
              <a:rPr b="1"/>
              <a:t>Services</a:t>
            </a:r>
            <a:r>
              <a:rPr/>
              <a:t> or </a:t>
            </a:r>
            <a:r>
              <a:rPr b="1"/>
              <a:t>Request Services</a:t>
            </a:r>
            <a:r>
              <a:rPr/>
              <a:t> on the home menu.</a:t>
            </a:r>
          </a:p>
          <a:p>
            <a:pPr lvl="0" indent="-342900" marL="342900">
              <a:buAutoNum type="arabicPeriod"/>
            </a:pPr>
            <a:r>
              <a:rPr b="1"/>
              <a:t>Select:</a:t>
            </a:r>
            <a:r>
              <a:rPr/>
              <a:t> Tap on </a:t>
            </a:r>
            <a:r>
              <a:rPr b="1"/>
              <a:t>Cheque Book Request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Choose Account:</a:t>
            </a:r>
            <a:r>
              <a:rPr/>
              <a:t> Select the account for which you need the cheque book.</a:t>
            </a:r>
          </a:p>
          <a:p>
            <a:pPr lvl="0" indent="-342900" marL="342900">
              <a:buAutoNum type="arabicPeriod"/>
            </a:pPr>
            <a:r>
              <a:rPr b="1"/>
              <a:t>Confirm Details:</a:t>
            </a:r>
            <a:r>
              <a:rPr/>
              <a:t> Enter delivery address (if different from registered address).</a:t>
            </a:r>
          </a:p>
          <a:p>
            <a:pPr lvl="0" indent="-342900" marL="342900">
              <a:buAutoNum type="arabicPeriod"/>
            </a:pPr>
            <a:r>
              <a:rPr b="1"/>
              <a:t>Submit:</a:t>
            </a:r>
            <a:r>
              <a:rPr/>
              <a:t> Review and submit your request.</a:t>
            </a:r>
            <a:br/>
            <a:r>
              <a:rPr/>
              <a:t>You’ll receive a confirmation SMS/email with the estimated delivery time.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Through NetBanking</a:t>
            </a:r>
          </a:p>
          <a:p>
            <a:pPr lvl="0" indent="-342900" marL="342900">
              <a:buAutoNum type="arabicPeriod"/>
            </a:pPr>
            <a:r>
              <a:rPr b="1"/>
              <a:t>Log in</a:t>
            </a:r>
            <a:r>
              <a:rPr/>
              <a:t> to </a:t>
            </a:r>
            <a:r>
              <a:rPr>
                <a:hlinkClick r:id="rId2"/>
              </a:rPr>
              <a:t>ZX Bank NetBanking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Go to </a:t>
            </a:r>
            <a:r>
              <a:rPr b="1"/>
              <a:t>Services &gt; Cheque Book Request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Select your account and number of leaves required.</a:t>
            </a:r>
          </a:p>
          <a:p>
            <a:pPr lvl="0" indent="-342900" marL="342900">
              <a:buAutoNum type="arabicPeriod"/>
            </a:pPr>
            <a:r>
              <a:rPr/>
              <a:t>Verify your address and submit the request.</a:t>
            </a:r>
          </a:p>
          <a:p>
            <a:pPr lvl="0" indent="-342900" marL="342900">
              <a:buAutoNum type="arabicPeriod"/>
            </a:pPr>
            <a:r>
              <a:rPr/>
              <a:t>Track status online under </a:t>
            </a:r>
            <a:r>
              <a:rPr b="1"/>
              <a:t>Request History</a:t>
            </a:r>
            <a:r>
              <a:rPr/>
              <a:t>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At Branch</a:t>
            </a:r>
          </a:p>
          <a:p>
            <a:pPr lvl="0" indent="-342900" marL="342900">
              <a:buAutoNum type="arabicPeriod"/>
            </a:pPr>
            <a:r>
              <a:rPr/>
              <a:t>Visit your nearest </a:t>
            </a:r>
            <a:r>
              <a:rPr b="1"/>
              <a:t>ZX Bank branch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Fill out the </a:t>
            </a:r>
            <a:r>
              <a:rPr b="1"/>
              <a:t>Cheque Book Request Form</a:t>
            </a:r>
            <a:r>
              <a:rPr/>
              <a:t> at the counter.</a:t>
            </a:r>
          </a:p>
          <a:p>
            <a:pPr lvl="0" indent="-342900" marL="342900">
              <a:buAutoNum type="arabicPeriod"/>
            </a:pPr>
            <a:r>
              <a:rPr/>
              <a:t>Submit it to the bank officer along with valid ID, if required.</a:t>
            </a:r>
          </a:p>
          <a:p>
            <a:pPr lvl="0" indent="-342900" marL="342900">
              <a:buAutoNum type="arabicPeriod"/>
            </a:pPr>
            <a:r>
              <a:rPr/>
              <a:t>Collect acknowledgment receipt with expected dispatch date.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Via ZX Bank ATM</a:t>
            </a:r>
          </a:p>
          <a:p>
            <a:pPr lvl="0" indent="-342900" marL="342900">
              <a:buAutoNum type="arabicPeriod"/>
            </a:pPr>
            <a:r>
              <a:rPr/>
              <a:t>Insert your ZX Bank debit card and enter your PIN.</a:t>
            </a:r>
          </a:p>
          <a:p>
            <a:pPr lvl="0" indent="-342900" marL="342900">
              <a:buAutoNum type="arabicPeriod"/>
            </a:pPr>
            <a:r>
              <a:rPr/>
              <a:t>Go to </a:t>
            </a:r>
            <a:r>
              <a:rPr b="1"/>
              <a:t>Services &gt; Cheque Book Request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Select account and number of leaves.</a:t>
            </a:r>
          </a:p>
          <a:p>
            <a:pPr lvl="0" indent="-342900" marL="342900">
              <a:buAutoNum type="arabicPeriod"/>
            </a:pPr>
            <a:r>
              <a:rPr/>
              <a:t>Confirm the request to complete the process.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ZX Bank Customer Care</a:t>
            </a:r>
          </a:p>
          <a:p>
            <a:pPr lvl="0"/>
            <a:r>
              <a:rPr/>
              <a:t>Call ZX Bank’s 24x7 helpline: </a:t>
            </a:r>
            <a:r>
              <a:rPr b="1"/>
              <a:t>1800-XXX-XXXX</a:t>
            </a:r>
            <a:r>
              <a:rPr/>
              <a:t> (toll-free in India)</a:t>
            </a:r>
          </a:p>
          <a:p>
            <a:pPr lvl="0"/>
            <a:r>
              <a:rPr/>
              <a:t>Verify your details with the customer care executive.</a:t>
            </a:r>
          </a:p>
          <a:p>
            <a:pPr lvl="0"/>
            <a:r>
              <a:rPr/>
              <a:t>Place your cheque book request and note down the reference number.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ℹ️ Frequently Asked Questions</a:t>
            </a:r>
          </a:p>
          <a:p>
            <a:pPr lvl="0"/>
            <a:r>
              <a:rPr b="1"/>
              <a:t>Delivery Time:</a:t>
            </a:r>
            <a:r>
              <a:rPr/>
              <a:t> Cheque books are dispatched within 3–7 working days.</a:t>
            </a:r>
          </a:p>
          <a:p>
            <a:pPr lvl="0"/>
            <a:r>
              <a:rPr b="1"/>
              <a:t>Charges:</a:t>
            </a:r>
            <a:r>
              <a:rPr/>
              <a:t> The first cheque book of the year is usually free. Subsequent requests may incur standard charges.</a:t>
            </a:r>
          </a:p>
          <a:p>
            <a:pPr lvl="0"/>
            <a:r>
              <a:rPr b="1"/>
              <a:t>Track Status:</a:t>
            </a:r>
            <a:r>
              <a:rPr/>
              <a:t> Use the mobile app or NetBanking to check dispatch and delivery status.</a:t>
            </a:r>
          </a:p>
          <a:p>
            <a:pPr lvl="0"/>
            <a:r>
              <a:rPr b="1"/>
              <a:t>Change Address:</a:t>
            </a:r>
            <a:r>
              <a:rPr/>
              <a:t> Update your address before placing the request to ensure correct delivery.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more assistance, visit </a:t>
            </a:r>
            <a:r>
              <a:rPr>
                <a:hlinkClick r:id="rId2"/>
              </a:rPr>
              <a:t>www.zxbank.asia</a:t>
            </a:r>
            <a:r>
              <a:rPr/>
              <a:t> or contact your nearest ZX Bank branch.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2025-07-30T07:48:28Z</dcterms:created>
  <dcterms:modified xsi:type="dcterms:W3CDTF">2025-07-30T07:48:28Z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