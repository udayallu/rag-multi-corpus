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10" Type="http://schemas.openxmlformats.org/officeDocument/2006/relationships/viewProps" Target="viewProps.xml" /><Relationship Id="rId9" Type="http://schemas.openxmlformats.org/officeDocument/2006/relationships/presProps" Target="presProps.xml" /><Relationship Id="rId1" Type="http://schemas.openxmlformats.org/officeDocument/2006/relationships/slideMaster" Target="slideMasters/slideMaster1.xml" /><Relationship Id="rId12" Type="http://schemas.openxmlformats.org/officeDocument/2006/relationships/tableStyles" Target="tableStyles.xml" /><Relationship Id="rId11"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www.zxbank.asia" TargetMode="Externa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www.zxbank.asia" TargetMode="Externa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ZX Bank Ltd. – Salary Saving Account</a:t>
            </a:r>
          </a:p>
        </p:txBody>
      </p:sp>
      <p:sp>
        <p:nvSpPr>
          <p:cNvPr id="3" name="Content Placeholder 2"/>
          <p:cNvSpPr>
            <a:spLocks noGrp="1"/>
          </p:cNvSpPr>
          <p:nvPr>
            <p:ph idx="1"/>
          </p:nvPr>
        </p:nvSpPr>
        <p:spPr/>
        <p:txBody>
          <a:bodyPr/>
          <a:lstStyle/>
          <a:p>
            <a:pPr lvl="0" indent="0" marL="0">
              <a:buNone/>
            </a:pPr>
            <a:r>
              <a:rPr/>
              <a:t>Welcome to the ZX Bank Salary Saving Account! This specially designed account brings salaried professionals a host of features, flexibility, and exclusive benefits. Discover everything you need to know about account features, the application process, minimum balance requirements, and the exclusive Savings Account Kit you receive upon opening your account.</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Salary Saving Account Features</a:t>
            </a:r>
          </a:p>
          <a:p>
            <a:pPr lvl="0"/>
            <a:r>
              <a:rPr b="1"/>
              <a:t>Zero Balance Facility</a:t>
            </a:r>
            <a:r>
              <a:rPr/>
              <a:t>: No need to maintain a minimum balance — enjoy complete convenience.</a:t>
            </a:r>
          </a:p>
          <a:p>
            <a:pPr lvl="0"/>
            <a:r>
              <a:rPr b="1"/>
              <a:t>Instant Account Opening</a:t>
            </a:r>
            <a:r>
              <a:rPr/>
              <a:t>: Open your account instantly via digital onboarding or at any branch.</a:t>
            </a:r>
          </a:p>
          <a:p>
            <a:pPr lvl="0"/>
            <a:r>
              <a:rPr b="1"/>
              <a:t>Free Debit Card</a:t>
            </a:r>
            <a:r>
              <a:rPr/>
              <a:t>: Complimentary international debit card for secure and easy transactions.</a:t>
            </a:r>
          </a:p>
          <a:p>
            <a:pPr lvl="0"/>
            <a:r>
              <a:rPr b="1"/>
              <a:t>Auto Sweep Fixed Deposit</a:t>
            </a:r>
            <a:r>
              <a:rPr/>
              <a:t>: Automatic transfer of surplus funds into Fixed Deposits for higher returns.</a:t>
            </a:r>
          </a:p>
          <a:p>
            <a:pPr lvl="0"/>
            <a:r>
              <a:rPr b="1"/>
              <a:t>Unlimited Fund Transfers</a:t>
            </a:r>
            <a:r>
              <a:rPr/>
              <a:t>: Free and unlimited fund transfers via IMPS, NEFT, RTGS, and UPI.</a:t>
            </a:r>
          </a:p>
          <a:p>
            <a:pPr lvl="0"/>
            <a:r>
              <a:rPr b="1"/>
              <a:t>Preferential Loan Rates</a:t>
            </a:r>
            <a:r>
              <a:rPr/>
              <a:t>: Special interest rates on personal loans, home loans, and car loans.</a:t>
            </a:r>
          </a:p>
          <a:p>
            <a:pPr lvl="0"/>
            <a:r>
              <a:rPr b="1"/>
              <a:t>Bill Payments &amp; Recharge</a:t>
            </a:r>
            <a:r>
              <a:rPr/>
              <a:t>: Pay utility bills and recharge mobile/DTH instantly via the ZX Bank app.</a:t>
            </a:r>
          </a:p>
          <a:p>
            <a:pPr lvl="0"/>
            <a:r>
              <a:rPr b="1"/>
              <a:t>AI-powered Banking Assistant</a:t>
            </a:r>
            <a:r>
              <a:rPr/>
              <a:t>: 24x7 help from Zia, your smart banking assistant.</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How to Apply for a Salary Saving Account</a:t>
            </a:r>
          </a:p>
          <a:p>
            <a:pPr lvl="0" indent="0" marL="0">
              <a:spcBef>
                <a:spcPts val="3000"/>
              </a:spcBef>
              <a:buNone/>
            </a:pPr>
            <a:r>
              <a:rPr b="1"/>
              <a:t>Online Steps</a:t>
            </a:r>
          </a:p>
          <a:p>
            <a:pPr lvl="0" indent="-342900" marL="342900">
              <a:buAutoNum type="arabicPeriod"/>
            </a:pPr>
            <a:r>
              <a:rPr b="1"/>
              <a:t>Visit </a:t>
            </a:r>
            <a:r>
              <a:rPr b="1">
                <a:hlinkClick r:id="rId2"/>
              </a:rPr>
              <a:t>www.zxbank.asia</a:t>
            </a:r>
            <a:r>
              <a:rPr b="1"/>
              <a:t> or Download the ZX Bank Asia Mobile App.</a:t>
            </a:r>
          </a:p>
          <a:p>
            <a:pPr lvl="0" indent="-342900" marL="342900">
              <a:buAutoNum type="arabicPeriod"/>
            </a:pPr>
            <a:r>
              <a:rPr b="1"/>
              <a:t>Click on “Open Salary Saving Account”.</a:t>
            </a:r>
          </a:p>
          <a:p>
            <a:pPr lvl="0" indent="-342900" marL="342900">
              <a:buAutoNum type="arabicPeriod"/>
            </a:pPr>
            <a:r>
              <a:rPr b="1"/>
              <a:t>Complete e-KYC verification:</a:t>
            </a:r>
            <a:r>
              <a:rPr/>
              <a:t> Upload Aadhaar, PAN, and latest salary slip.</a:t>
            </a:r>
          </a:p>
          <a:p>
            <a:pPr lvl="0" indent="-342900" marL="342900">
              <a:buAutoNum type="arabicPeriod"/>
            </a:pPr>
            <a:r>
              <a:rPr b="1"/>
              <a:t>Fill out the application form:</a:t>
            </a:r>
            <a:r>
              <a:rPr/>
              <a:t> Provide basic and employment details.</a:t>
            </a:r>
          </a:p>
          <a:p>
            <a:pPr lvl="0" indent="-342900" marL="342900">
              <a:buAutoNum type="arabicPeriod"/>
            </a:pPr>
            <a:r>
              <a:rPr b="1"/>
              <a:t>Review and submit:</a:t>
            </a:r>
            <a:r>
              <a:rPr/>
              <a:t> Verify details and submit application. Receive account number instantly.</a:t>
            </a:r>
          </a:p>
          <a:p>
            <a:pPr lvl="0" indent="0" marL="0">
              <a:spcBef>
                <a:spcPts val="3000"/>
              </a:spcBef>
              <a:buNone/>
            </a:pPr>
            <a:r>
              <a:rPr b="1"/>
              <a:t>Branch Process</a:t>
            </a:r>
          </a:p>
          <a:p>
            <a:pPr lvl="0" indent="-342900" marL="342900">
              <a:buAutoNum type="arabicPeriod"/>
            </a:pPr>
            <a:r>
              <a:rPr b="1"/>
              <a:t>Visit your nearest ZX Bank branch.</a:t>
            </a:r>
          </a:p>
          <a:p>
            <a:pPr lvl="0" indent="-342900" marL="342900">
              <a:buAutoNum type="arabicPeriod"/>
            </a:pPr>
            <a:r>
              <a:rPr b="1"/>
              <a:t>Ask for the Salary Saving Account Opening Form.</a:t>
            </a:r>
          </a:p>
          <a:p>
            <a:pPr lvl="0" indent="-342900" marL="342900">
              <a:buAutoNum type="arabicPeriod"/>
            </a:pPr>
            <a:r>
              <a:rPr b="1"/>
              <a:t>Submit documents:</a:t>
            </a:r>
            <a:r>
              <a:rPr/>
              <a:t> ID proof, address proof, PAN card, and salary slip.</a:t>
            </a:r>
          </a:p>
          <a:p>
            <a:pPr lvl="0" indent="-342900" marL="342900">
              <a:buAutoNum type="arabicPeriod"/>
            </a:pPr>
            <a:r>
              <a:rPr b="1"/>
              <a:t>Complete biometric/KYC process with bank representative.</a:t>
            </a:r>
          </a:p>
          <a:p>
            <a:pPr lvl="0" indent="-342900" marL="342900">
              <a:buAutoNum type="arabicPeriod"/>
            </a:pPr>
            <a:r>
              <a:rPr b="1"/>
              <a:t>Receive account kit and activation confirmation.</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Minimum Balance Requirement</a:t>
            </a:r>
          </a:p>
          <a:p>
            <a:pPr lvl="0"/>
            <a:r>
              <a:rPr b="1"/>
              <a:t>Zero Minimum Balance!</a:t>
            </a:r>
          </a:p>
          <a:p>
            <a:pPr lvl="1"/>
            <a:r>
              <a:rPr/>
              <a:t>Salary Saving Account holders enjoy a true zero-balance facility, with no penalties for non-maintenance.</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Savings Account Welcome Kit</a:t>
            </a:r>
          </a:p>
          <a:p>
            <a:pPr lvl="0" indent="0" marL="0">
              <a:buNone/>
            </a:pPr>
            <a:r>
              <a:rPr/>
              <a:t>All new Salary Saving Account holders receive an exclusive </a:t>
            </a:r>
            <a:r>
              <a:rPr b="1"/>
              <a:t>Savings Account Kit</a:t>
            </a:r>
            <a:r>
              <a:rPr/>
              <a:t>, which includes:</a:t>
            </a:r>
          </a:p>
          <a:p>
            <a:pPr lvl="0"/>
            <a:r>
              <a:rPr b="1"/>
              <a:t>ZX Bank Branded Travel Bag</a:t>
            </a:r>
          </a:p>
          <a:p>
            <a:pPr lvl="1"/>
            <a:r>
              <a:rPr/>
              <a:t>Sturdy, stylish, and perfect for business or leisure trips.</a:t>
            </a:r>
          </a:p>
          <a:p>
            <a:pPr lvl="0"/>
            <a:r>
              <a:rPr b="1"/>
              <a:t>International Travel Adapter (4 Plugs, 150 Countries)</a:t>
            </a:r>
          </a:p>
          <a:p>
            <a:pPr lvl="1"/>
            <a:r>
              <a:rPr/>
              <a:t>Seamlessly connect your devices worldwide</a:t>
            </a:r>
          </a:p>
          <a:p>
            <a:pPr lvl="1"/>
            <a:r>
              <a:rPr/>
              <a:t>Includes EU, UK, US, and AUS plugs</a:t>
            </a:r>
          </a:p>
          <a:p>
            <a:pPr lvl="1"/>
            <a:r>
              <a:rPr/>
              <a:t>USB charging ports for convenience</a:t>
            </a:r>
          </a:p>
          <a:p>
            <a:pPr lvl="0"/>
            <a:r>
              <a:rPr b="1"/>
              <a:t>Welcome Letter &amp; Account Documents</a:t>
            </a:r>
          </a:p>
          <a:p>
            <a:pPr lvl="1"/>
            <a:r>
              <a:rPr/>
              <a:t>Account number, debit card, and net banking credentials</a:t>
            </a:r>
          </a:p>
          <a:p>
            <a:pPr lvl="0"/>
            <a:r>
              <a:rPr b="1"/>
              <a:t>Debit Card</a:t>
            </a:r>
          </a:p>
          <a:p>
            <a:pPr lvl="1"/>
            <a:r>
              <a:rPr/>
              <a:t>International validity and contactless features</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Need Help?</a:t>
            </a:r>
          </a:p>
          <a:p>
            <a:pPr lvl="0"/>
            <a:r>
              <a:rPr/>
              <a:t>Use the </a:t>
            </a:r>
            <a:r>
              <a:rPr b="1"/>
              <a:t>ZX Bank Asia Mobile App’s AI Assistant “Zia”</a:t>
            </a:r>
            <a:r>
              <a:rPr/>
              <a:t> for guided onboarding or queries.</a:t>
            </a:r>
          </a:p>
          <a:p>
            <a:pPr lvl="0"/>
            <a:r>
              <a:rPr/>
              <a:t>Call customer helpline (number available on </a:t>
            </a:r>
            <a:r>
              <a:rPr>
                <a:hlinkClick r:id="rId2"/>
              </a:rPr>
              <a:t>zxbank.asia</a:t>
            </a:r>
            <a:r>
              <a:rPr/>
              <a:t>)</a:t>
            </a:r>
          </a:p>
          <a:p>
            <a:pPr lvl="0"/>
            <a:r>
              <a:rPr/>
              <a:t>Visit any branch for personalized assistance.</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Start your salary-led savings journey with ZX Bank and enjoy exclusive banking benefits and exciting gifts!</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2025-07-30T07:51:46Z</dcterms:created>
  <dcterms:modified xsi:type="dcterms:W3CDTF">2025-07-30T07:51:46Z</dcterms:modified>
</cp:coreProperties>
</file>

<file path=docProps/custom.xml><?xml version="1.0" encoding="utf-8"?>
<Properties xmlns="http://schemas.openxmlformats.org/officeDocument/2006/custom-properties" xmlns:vt="http://schemas.openxmlformats.org/officeDocument/2006/docPropsVTypes"/>
</file>