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9" Type="http://schemas.openxmlformats.org/officeDocument/2006/relationships/viewProps" Target="viewProps.xml" /><Relationship Id="rId8" Type="http://schemas.openxmlformats.org/officeDocument/2006/relationships/presProps" Target="presProps.xml" /><Relationship Id="rId1" Type="http://schemas.openxmlformats.org/officeDocument/2006/relationships/slideMaster" Target="slideMasters/slideMaster1.xml" /><Relationship Id="rId11" Type="http://schemas.openxmlformats.org/officeDocument/2006/relationships/tableStyles" Target="tableStyles.xml" /><Relationship Id="rId1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ZX Bank Ltd. – Branch Network in Jaipur</a:t>
            </a:r>
          </a:p>
        </p:txBody>
      </p:sp>
      <p:sp>
        <p:nvSpPr>
          <p:cNvPr id="3" name="Content Placeholder 2"/>
          <p:cNvSpPr>
            <a:spLocks noGrp="1"/>
          </p:cNvSpPr>
          <p:nvPr>
            <p:ph idx="1"/>
          </p:nvPr>
        </p:nvSpPr>
        <p:spPr/>
        <p:txBody>
          <a:bodyPr/>
          <a:lstStyle/>
          <a:p>
            <a:pPr lvl="0" indent="0" marL="0">
              <a:buNone/>
            </a:pPr>
            <a:r>
              <a:rPr/>
              <a:t>ZX Bank Ltd. maintains a robust banking presence across Jaipur, providing comprehensive financial services through an extensive branch distribution. With dedicated branches in North, South, East, West, and Central Jaipur, customers can conveniently access retail banking, digital services, loans, and wealth management close to their neighborhoods. This regional network ensures financial inclusion and customer support throughout all major zones of the city.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North Jaipur Branches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Plot 12, Amba Bari, Sikar Road, North Jaipur</a:t>
                      </a:r>
                    </a:p>
                  </a:txBody>
                </a:tc>
                <a:tc>
                  <a:txBody>
                    <a:bodyPr/>
                    <a:lstStyle/>
                    <a:p>
                      <a:pPr lvl="0" indent="0" marL="0">
                        <a:buNone/>
                      </a:pPr>
                      <a:r>
                        <a:rPr/>
                        <a:t>ZXIN0001201</a:t>
                      </a:r>
                    </a:p>
                  </a:txBody>
                </a:tc>
                <a:tc>
                  <a:txBody>
                    <a:bodyPr/>
                    <a:lstStyle/>
                    <a:p>
                      <a:pPr lvl="0" indent="0" marL="0">
                        <a:buNone/>
                      </a:pPr>
                      <a:r>
                        <a:rPr/>
                        <a:t>0141-2231201</a:t>
                      </a:r>
                    </a:p>
                  </a:txBody>
                </a:tc>
              </a:tr>
              <a:tr h="0">
                <a:tc>
                  <a:txBody>
                    <a:bodyPr/>
                    <a:lstStyle/>
                    <a:p>
                      <a:pPr lvl="0" indent="0" marL="0">
                        <a:buNone/>
                      </a:pPr>
                      <a:r>
                        <a:rPr/>
                        <a:t>74, Hanuman Nagar, KH Road, North Jaipur</a:t>
                      </a:r>
                    </a:p>
                  </a:txBody>
                </a:tc>
                <a:tc>
                  <a:txBody>
                    <a:bodyPr/>
                    <a:lstStyle/>
                    <a:p>
                      <a:pPr lvl="0" indent="0" marL="0">
                        <a:buNone/>
                      </a:pPr>
                      <a:r>
                        <a:rPr/>
                        <a:t>ZXIN0001202</a:t>
                      </a:r>
                    </a:p>
                  </a:txBody>
                </a:tc>
                <a:tc>
                  <a:txBody>
                    <a:bodyPr/>
                    <a:lstStyle/>
                    <a:p>
                      <a:pPr lvl="0" indent="0" marL="0">
                        <a:buNone/>
                      </a:pPr>
                      <a:r>
                        <a:rPr/>
                        <a:t>0141-2231202</a:t>
                      </a:r>
                    </a:p>
                  </a:txBody>
                </a:tc>
              </a:tr>
              <a:tr h="0">
                <a:tc>
                  <a:txBody>
                    <a:bodyPr/>
                    <a:lstStyle/>
                    <a:p>
                      <a:pPr lvl="0" indent="0" marL="0">
                        <a:buNone/>
                      </a:pPr>
                      <a:r>
                        <a:rPr/>
                        <a:t>25, Kedia Palace, Khatipura Road, North Jaipur</a:t>
                      </a:r>
                    </a:p>
                  </a:txBody>
                </a:tc>
                <a:tc>
                  <a:txBody>
                    <a:bodyPr/>
                    <a:lstStyle/>
                    <a:p>
                      <a:pPr lvl="0" indent="0" marL="0">
                        <a:buNone/>
                      </a:pPr>
                      <a:r>
                        <a:rPr/>
                        <a:t>ZXIN0001203</a:t>
                      </a:r>
                    </a:p>
                  </a:txBody>
                </a:tc>
                <a:tc>
                  <a:txBody>
                    <a:bodyPr/>
                    <a:lstStyle/>
                    <a:p>
                      <a:pPr lvl="0" indent="0" marL="0">
                        <a:buNone/>
                      </a:pPr>
                      <a:r>
                        <a:rPr/>
                        <a:t>0141-2231203</a:t>
                      </a:r>
                    </a:p>
                  </a:txBody>
                </a:tc>
              </a:tr>
              <a:tr h="0">
                <a:tc>
                  <a:txBody>
                    <a:bodyPr/>
                    <a:lstStyle/>
                    <a:p>
                      <a:pPr lvl="0" indent="0" marL="0">
                        <a:buNone/>
                      </a:pPr>
                      <a:r>
                        <a:rPr/>
                        <a:t>SB-66, Jhotwara Industrial Area, North Jaipur</a:t>
                      </a:r>
                    </a:p>
                  </a:txBody>
                </a:tc>
                <a:tc>
                  <a:txBody>
                    <a:bodyPr/>
                    <a:lstStyle/>
                    <a:p>
                      <a:pPr lvl="0" indent="0" marL="0">
                        <a:buNone/>
                      </a:pPr>
                      <a:r>
                        <a:rPr/>
                        <a:t>ZXIN0001204</a:t>
                      </a:r>
                    </a:p>
                  </a:txBody>
                </a:tc>
                <a:tc>
                  <a:txBody>
                    <a:bodyPr/>
                    <a:lstStyle/>
                    <a:p>
                      <a:pPr lvl="0" indent="0" marL="0">
                        <a:buNone/>
                      </a:pPr>
                      <a:r>
                        <a:rPr/>
                        <a:t>0141-2231204</a:t>
                      </a:r>
                    </a:p>
                  </a:txBody>
                </a:tc>
              </a:tr>
              <a:tr h="0">
                <a:tc>
                  <a:txBody>
                    <a:bodyPr/>
                    <a:lstStyle/>
                    <a:p>
                      <a:pPr lvl="0" indent="0" marL="0">
                        <a:buNone/>
                      </a:pPr>
                      <a:r>
                        <a:rPr/>
                        <a:t>A-17, Shastri Nagar Main, North Jaipur</a:t>
                      </a:r>
                    </a:p>
                  </a:txBody>
                </a:tc>
                <a:tc>
                  <a:txBody>
                    <a:bodyPr/>
                    <a:lstStyle/>
                    <a:p>
                      <a:pPr lvl="0" indent="0" marL="0">
                        <a:buNone/>
                      </a:pPr>
                      <a:r>
                        <a:rPr/>
                        <a:t>ZXIN0001205</a:t>
                      </a:r>
                    </a:p>
                  </a:txBody>
                </a:tc>
                <a:tc>
                  <a:txBody>
                    <a:bodyPr/>
                    <a:lstStyle/>
                    <a:p>
                      <a:pPr lvl="0" indent="0" marL="0">
                        <a:buNone/>
                      </a:pPr>
                      <a:r>
                        <a:rPr/>
                        <a:t>0141-2231205</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South Jaipur Branches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102, Malviya Nagar, Near Gaurav Tower, South Jaipur</a:t>
                      </a:r>
                    </a:p>
                  </a:txBody>
                </a:tc>
                <a:tc>
                  <a:txBody>
                    <a:bodyPr/>
                    <a:lstStyle/>
                    <a:p>
                      <a:pPr lvl="0" indent="0" marL="0">
                        <a:buNone/>
                      </a:pPr>
                      <a:r>
                        <a:rPr/>
                        <a:t>ZXIN0001301</a:t>
                      </a:r>
                    </a:p>
                  </a:txBody>
                </a:tc>
                <a:tc>
                  <a:txBody>
                    <a:bodyPr/>
                    <a:lstStyle/>
                    <a:p>
                      <a:pPr lvl="0" indent="0" marL="0">
                        <a:buNone/>
                      </a:pPr>
                      <a:r>
                        <a:rPr/>
                        <a:t>0141-2241301</a:t>
                      </a:r>
                    </a:p>
                  </a:txBody>
                </a:tc>
              </a:tr>
              <a:tr h="0">
                <a:tc>
                  <a:txBody>
                    <a:bodyPr/>
                    <a:lstStyle/>
                    <a:p>
                      <a:pPr lvl="0" indent="0" marL="0">
                        <a:buNone/>
                      </a:pPr>
                      <a:r>
                        <a:rPr/>
                        <a:t>S-44, Jawahar Circle, Tonk Road, South Jaipur</a:t>
                      </a:r>
                    </a:p>
                  </a:txBody>
                </a:tc>
                <a:tc>
                  <a:txBody>
                    <a:bodyPr/>
                    <a:lstStyle/>
                    <a:p>
                      <a:pPr lvl="0" indent="0" marL="0">
                        <a:buNone/>
                      </a:pPr>
                      <a:r>
                        <a:rPr/>
                        <a:t>ZXIN0001302</a:t>
                      </a:r>
                    </a:p>
                  </a:txBody>
                </a:tc>
                <a:tc>
                  <a:txBody>
                    <a:bodyPr/>
                    <a:lstStyle/>
                    <a:p>
                      <a:pPr lvl="0" indent="0" marL="0">
                        <a:buNone/>
                      </a:pPr>
                      <a:r>
                        <a:rPr/>
                        <a:t>0141-2241302</a:t>
                      </a:r>
                    </a:p>
                  </a:txBody>
                </a:tc>
              </a:tr>
              <a:tr h="0">
                <a:tc>
                  <a:txBody>
                    <a:bodyPr/>
                    <a:lstStyle/>
                    <a:p>
                      <a:pPr lvl="0" indent="0" marL="0">
                        <a:buNone/>
                      </a:pPr>
                      <a:r>
                        <a:rPr/>
                        <a:t>88, Pratap Nagar, Sanganer, South Jaipur</a:t>
                      </a:r>
                    </a:p>
                  </a:txBody>
                </a:tc>
                <a:tc>
                  <a:txBody>
                    <a:bodyPr/>
                    <a:lstStyle/>
                    <a:p>
                      <a:pPr lvl="0" indent="0" marL="0">
                        <a:buNone/>
                      </a:pPr>
                      <a:r>
                        <a:rPr/>
                        <a:t>ZXIN0001303</a:t>
                      </a:r>
                    </a:p>
                  </a:txBody>
                </a:tc>
                <a:tc>
                  <a:txBody>
                    <a:bodyPr/>
                    <a:lstStyle/>
                    <a:p>
                      <a:pPr lvl="0" indent="0" marL="0">
                        <a:buNone/>
                      </a:pPr>
                      <a:r>
                        <a:rPr/>
                        <a:t>0141-2241303</a:t>
                      </a:r>
                    </a:p>
                  </a:txBody>
                </a:tc>
              </a:tr>
              <a:tr h="0">
                <a:tc>
                  <a:txBody>
                    <a:bodyPr/>
                    <a:lstStyle/>
                    <a:p>
                      <a:pPr lvl="0" indent="0" marL="0">
                        <a:buNone/>
                      </a:pPr>
                      <a:r>
                        <a:rPr/>
                        <a:t>F-420, Durgapura, Main Tonk Road, South Jaipur</a:t>
                      </a:r>
                    </a:p>
                  </a:txBody>
                </a:tc>
                <a:tc>
                  <a:txBody>
                    <a:bodyPr/>
                    <a:lstStyle/>
                    <a:p>
                      <a:pPr lvl="0" indent="0" marL="0">
                        <a:buNone/>
                      </a:pPr>
                      <a:r>
                        <a:rPr/>
                        <a:t>ZXIN0001304</a:t>
                      </a:r>
                    </a:p>
                  </a:txBody>
                </a:tc>
                <a:tc>
                  <a:txBody>
                    <a:bodyPr/>
                    <a:lstStyle/>
                    <a:p>
                      <a:pPr lvl="0" indent="0" marL="0">
                        <a:buNone/>
                      </a:pPr>
                      <a:r>
                        <a:rPr/>
                        <a:t>0141-2241304</a:t>
                      </a:r>
                    </a:p>
                  </a:txBody>
                </a:tc>
              </a:tr>
              <a:tr h="0">
                <a:tc>
                  <a:txBody>
                    <a:bodyPr/>
                    <a:lstStyle/>
                    <a:p>
                      <a:pPr lvl="0" indent="0" marL="0">
                        <a:buNone/>
                      </a:pPr>
                      <a:r>
                        <a:rPr/>
                        <a:t>219, Mansarovar, Sector 1, South Jaipur</a:t>
                      </a:r>
                    </a:p>
                  </a:txBody>
                </a:tc>
                <a:tc>
                  <a:txBody>
                    <a:bodyPr/>
                    <a:lstStyle/>
                    <a:p>
                      <a:pPr lvl="0" indent="0" marL="0">
                        <a:buNone/>
                      </a:pPr>
                      <a:r>
                        <a:rPr/>
                        <a:t>ZXIN0001305</a:t>
                      </a:r>
                    </a:p>
                  </a:txBody>
                </a:tc>
                <a:tc>
                  <a:txBody>
                    <a:bodyPr/>
                    <a:lstStyle/>
                    <a:p>
                      <a:pPr lvl="0" indent="0" marL="0">
                        <a:buNone/>
                      </a:pPr>
                      <a:r>
                        <a:rPr/>
                        <a:t>0141-2241305</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East Jaipur Branches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15, Raja Park, Govind Marg, East Jaipur</a:t>
                      </a:r>
                    </a:p>
                  </a:txBody>
                </a:tc>
                <a:tc>
                  <a:txBody>
                    <a:bodyPr/>
                    <a:lstStyle/>
                    <a:p>
                      <a:pPr lvl="0" indent="0" marL="0">
                        <a:buNone/>
                      </a:pPr>
                      <a:r>
                        <a:rPr/>
                        <a:t>ZXIN0001401</a:t>
                      </a:r>
                    </a:p>
                  </a:txBody>
                </a:tc>
                <a:tc>
                  <a:txBody>
                    <a:bodyPr/>
                    <a:lstStyle/>
                    <a:p>
                      <a:pPr lvl="0" indent="0" marL="0">
                        <a:buNone/>
                      </a:pPr>
                      <a:r>
                        <a:rPr/>
                        <a:t>0141-2251401</a:t>
                      </a:r>
                    </a:p>
                  </a:txBody>
                </a:tc>
              </a:tr>
              <a:tr h="0">
                <a:tc>
                  <a:txBody>
                    <a:bodyPr/>
                    <a:lstStyle/>
                    <a:p>
                      <a:pPr lvl="0" indent="0" marL="0">
                        <a:buNone/>
                      </a:pPr>
                      <a:r>
                        <a:rPr/>
                        <a:t>C-56, Transport Nagar, East Jaipur</a:t>
                      </a:r>
                    </a:p>
                  </a:txBody>
                </a:tc>
                <a:tc>
                  <a:txBody>
                    <a:bodyPr/>
                    <a:lstStyle/>
                    <a:p>
                      <a:pPr lvl="0" indent="0" marL="0">
                        <a:buNone/>
                      </a:pPr>
                      <a:r>
                        <a:rPr/>
                        <a:t>ZXIN0001402</a:t>
                      </a:r>
                    </a:p>
                  </a:txBody>
                </a:tc>
                <a:tc>
                  <a:txBody>
                    <a:bodyPr/>
                    <a:lstStyle/>
                    <a:p>
                      <a:pPr lvl="0" indent="0" marL="0">
                        <a:buNone/>
                      </a:pPr>
                      <a:r>
                        <a:rPr/>
                        <a:t>0141-2251402</a:t>
                      </a:r>
                    </a:p>
                  </a:txBody>
                </a:tc>
              </a:tr>
              <a:tr h="0">
                <a:tc>
                  <a:txBody>
                    <a:bodyPr/>
                    <a:lstStyle/>
                    <a:p>
                      <a:pPr lvl="0" indent="0" marL="0">
                        <a:buNone/>
                      </a:pPr>
                      <a:r>
                        <a:rPr/>
                        <a:t>SB-207, Surya Nagar, Agra Road, East Jaipur</a:t>
                      </a:r>
                    </a:p>
                  </a:txBody>
                </a:tc>
                <a:tc>
                  <a:txBody>
                    <a:bodyPr/>
                    <a:lstStyle/>
                    <a:p>
                      <a:pPr lvl="0" indent="0" marL="0">
                        <a:buNone/>
                      </a:pPr>
                      <a:r>
                        <a:rPr/>
                        <a:t>ZXIN0001403</a:t>
                      </a:r>
                    </a:p>
                  </a:txBody>
                </a:tc>
                <a:tc>
                  <a:txBody>
                    <a:bodyPr/>
                    <a:lstStyle/>
                    <a:p>
                      <a:pPr lvl="0" indent="0" marL="0">
                        <a:buNone/>
                      </a:pPr>
                      <a:r>
                        <a:rPr/>
                        <a:t>0141-2251403</a:t>
                      </a:r>
                    </a:p>
                  </a:txBody>
                </a:tc>
              </a:tr>
              <a:tr h="0">
                <a:tc>
                  <a:txBody>
                    <a:bodyPr/>
                    <a:lstStyle/>
                    <a:p>
                      <a:pPr lvl="0" indent="0" marL="0">
                        <a:buNone/>
                      </a:pPr>
                      <a:r>
                        <a:rPr/>
                        <a:t>8/12, Jawahar Nagar, East Jaipur</a:t>
                      </a:r>
                    </a:p>
                  </a:txBody>
                </a:tc>
                <a:tc>
                  <a:txBody>
                    <a:bodyPr/>
                    <a:lstStyle/>
                    <a:p>
                      <a:pPr lvl="0" indent="0" marL="0">
                        <a:buNone/>
                      </a:pPr>
                      <a:r>
                        <a:rPr/>
                        <a:t>ZXIN0001404</a:t>
                      </a:r>
                    </a:p>
                  </a:txBody>
                </a:tc>
                <a:tc>
                  <a:txBody>
                    <a:bodyPr/>
                    <a:lstStyle/>
                    <a:p>
                      <a:pPr lvl="0" indent="0" marL="0">
                        <a:buNone/>
                      </a:pPr>
                      <a:r>
                        <a:rPr/>
                        <a:t>0141-2251404</a:t>
                      </a:r>
                    </a:p>
                  </a:txBody>
                </a:tc>
              </a:tr>
              <a:tr h="0">
                <a:tc>
                  <a:txBody>
                    <a:bodyPr/>
                    <a:lstStyle/>
                    <a:p>
                      <a:pPr lvl="0" indent="0" marL="0">
                        <a:buNone/>
                      </a:pPr>
                      <a:r>
                        <a:rPr/>
                        <a:t>A-39, Adarsh Nagar, Near Pink Square, East Jaipur</a:t>
                      </a:r>
                    </a:p>
                  </a:txBody>
                </a:tc>
                <a:tc>
                  <a:txBody>
                    <a:bodyPr/>
                    <a:lstStyle/>
                    <a:p>
                      <a:pPr lvl="0" indent="0" marL="0">
                        <a:buNone/>
                      </a:pPr>
                      <a:r>
                        <a:rPr/>
                        <a:t>ZXIN0001405</a:t>
                      </a:r>
                    </a:p>
                  </a:txBody>
                </a:tc>
                <a:tc>
                  <a:txBody>
                    <a:bodyPr/>
                    <a:lstStyle/>
                    <a:p>
                      <a:pPr lvl="0" indent="0" marL="0">
                        <a:buNone/>
                      </a:pPr>
                      <a:r>
                        <a:rPr/>
                        <a:t>0141-2251405</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West Jaipur Branches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Plot 9, Vaishali Nagar, Queens Road, West Jaipur</a:t>
                      </a:r>
                    </a:p>
                  </a:txBody>
                </a:tc>
                <a:tc>
                  <a:txBody>
                    <a:bodyPr/>
                    <a:lstStyle/>
                    <a:p>
                      <a:pPr lvl="0" indent="0" marL="0">
                        <a:buNone/>
                      </a:pPr>
                      <a:r>
                        <a:rPr/>
                        <a:t>ZXIN0001501</a:t>
                      </a:r>
                    </a:p>
                  </a:txBody>
                </a:tc>
                <a:tc>
                  <a:txBody>
                    <a:bodyPr/>
                    <a:lstStyle/>
                    <a:p>
                      <a:pPr lvl="0" indent="0" marL="0">
                        <a:buNone/>
                      </a:pPr>
                      <a:r>
                        <a:rPr/>
                        <a:t>0141-2261501</a:t>
                      </a:r>
                    </a:p>
                  </a:txBody>
                </a:tc>
              </a:tr>
              <a:tr h="0">
                <a:tc>
                  <a:txBody>
                    <a:bodyPr/>
                    <a:lstStyle/>
                    <a:p>
                      <a:pPr lvl="0" indent="0" marL="0">
                        <a:buNone/>
                      </a:pPr>
                      <a:r>
                        <a:rPr/>
                        <a:t>100/10, Kanakpura, Sirsi Road, West Jaipur</a:t>
                      </a:r>
                    </a:p>
                  </a:txBody>
                </a:tc>
                <a:tc>
                  <a:txBody>
                    <a:bodyPr/>
                    <a:lstStyle/>
                    <a:p>
                      <a:pPr lvl="0" indent="0" marL="0">
                        <a:buNone/>
                      </a:pPr>
                      <a:r>
                        <a:rPr/>
                        <a:t>ZXIN0001502</a:t>
                      </a:r>
                    </a:p>
                  </a:txBody>
                </a:tc>
                <a:tc>
                  <a:txBody>
                    <a:bodyPr/>
                    <a:lstStyle/>
                    <a:p>
                      <a:pPr lvl="0" indent="0" marL="0">
                        <a:buNone/>
                      </a:pPr>
                      <a:r>
                        <a:rPr/>
                        <a:t>0141-2261502</a:t>
                      </a:r>
                    </a:p>
                  </a:txBody>
                </a:tc>
              </a:tr>
              <a:tr h="0">
                <a:tc>
                  <a:txBody>
                    <a:bodyPr/>
                    <a:lstStyle/>
                    <a:p>
                      <a:pPr lvl="0" indent="0" marL="0">
                        <a:buNone/>
                      </a:pPr>
                      <a:r>
                        <a:rPr/>
                        <a:t>12-A, Ajmer Road, Shyam Nagar, West Jaipur</a:t>
                      </a:r>
                    </a:p>
                  </a:txBody>
                </a:tc>
                <a:tc>
                  <a:txBody>
                    <a:bodyPr/>
                    <a:lstStyle/>
                    <a:p>
                      <a:pPr lvl="0" indent="0" marL="0">
                        <a:buNone/>
                      </a:pPr>
                      <a:r>
                        <a:rPr/>
                        <a:t>ZXIN0001503</a:t>
                      </a:r>
                    </a:p>
                  </a:txBody>
                </a:tc>
                <a:tc>
                  <a:txBody>
                    <a:bodyPr/>
                    <a:lstStyle/>
                    <a:p>
                      <a:pPr lvl="0" indent="0" marL="0">
                        <a:buNone/>
                      </a:pPr>
                      <a:r>
                        <a:rPr/>
                        <a:t>0141-2261503</a:t>
                      </a:r>
                    </a:p>
                  </a:txBody>
                </a:tc>
              </a:tr>
              <a:tr h="0">
                <a:tc>
                  <a:txBody>
                    <a:bodyPr/>
                    <a:lstStyle/>
                    <a:p>
                      <a:pPr lvl="0" indent="0" marL="0">
                        <a:buNone/>
                      </a:pPr>
                      <a:r>
                        <a:rPr/>
                        <a:t>51, Chitrakoot, Vaishali Extension, West Jaipur</a:t>
                      </a:r>
                    </a:p>
                  </a:txBody>
                </a:tc>
                <a:tc>
                  <a:txBody>
                    <a:bodyPr/>
                    <a:lstStyle/>
                    <a:p>
                      <a:pPr lvl="0" indent="0" marL="0">
                        <a:buNone/>
                      </a:pPr>
                      <a:r>
                        <a:rPr/>
                        <a:t>ZXIN0001504</a:t>
                      </a:r>
                    </a:p>
                  </a:txBody>
                </a:tc>
                <a:tc>
                  <a:txBody>
                    <a:bodyPr/>
                    <a:lstStyle/>
                    <a:p>
                      <a:pPr lvl="0" indent="0" marL="0">
                        <a:buNone/>
                      </a:pPr>
                      <a:r>
                        <a:rPr/>
                        <a:t>0141-2261504</a:t>
                      </a:r>
                    </a:p>
                  </a:txBody>
                </a:tc>
              </a:tr>
              <a:tr h="0">
                <a:tc>
                  <a:txBody>
                    <a:bodyPr/>
                    <a:lstStyle/>
                    <a:p>
                      <a:pPr lvl="0" indent="0" marL="0">
                        <a:buNone/>
                      </a:pPr>
                      <a:r>
                        <a:rPr/>
                        <a:t>B-298, Nirman Nagar, Brijlal Road, West Jaipur</a:t>
                      </a:r>
                    </a:p>
                  </a:txBody>
                </a:tc>
                <a:tc>
                  <a:txBody>
                    <a:bodyPr/>
                    <a:lstStyle/>
                    <a:p>
                      <a:pPr lvl="0" indent="0" marL="0">
                        <a:buNone/>
                      </a:pPr>
                      <a:r>
                        <a:rPr/>
                        <a:t>ZXIN0001505</a:t>
                      </a:r>
                    </a:p>
                  </a:txBody>
                </a:tc>
                <a:tc>
                  <a:txBody>
                    <a:bodyPr/>
                    <a:lstStyle/>
                    <a:p>
                      <a:pPr lvl="0" indent="0" marL="0">
                        <a:buNone/>
                      </a:pPr>
                      <a:r>
                        <a:rPr/>
                        <a:t>0141-2261505</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Central Jaipur Branches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101, MI Road, Near Panch Batti, Central Jaipur</a:t>
                      </a:r>
                    </a:p>
                  </a:txBody>
                </a:tc>
                <a:tc>
                  <a:txBody>
                    <a:bodyPr/>
                    <a:lstStyle/>
                    <a:p>
                      <a:pPr lvl="0" indent="0" marL="0">
                        <a:buNone/>
                      </a:pPr>
                      <a:r>
                        <a:rPr/>
                        <a:t>ZXIN0001601</a:t>
                      </a:r>
                    </a:p>
                  </a:txBody>
                </a:tc>
                <a:tc>
                  <a:txBody>
                    <a:bodyPr/>
                    <a:lstStyle/>
                    <a:p>
                      <a:pPr lvl="0" indent="0" marL="0">
                        <a:buNone/>
                      </a:pPr>
                      <a:r>
                        <a:rPr/>
                        <a:t>0141-2271601</a:t>
                      </a:r>
                    </a:p>
                  </a:txBody>
                </a:tc>
              </a:tr>
              <a:tr h="0">
                <a:tc>
                  <a:txBody>
                    <a:bodyPr/>
                    <a:lstStyle/>
                    <a:p>
                      <a:pPr lvl="0" indent="0" marL="0">
                        <a:buNone/>
                      </a:pPr>
                      <a:r>
                        <a:rPr/>
                        <a:t>306, Bapu Bazar, Central Jaipur</a:t>
                      </a:r>
                    </a:p>
                  </a:txBody>
                </a:tc>
                <a:tc>
                  <a:txBody>
                    <a:bodyPr/>
                    <a:lstStyle/>
                    <a:p>
                      <a:pPr lvl="0" indent="0" marL="0">
                        <a:buNone/>
                      </a:pPr>
                      <a:r>
                        <a:rPr/>
                        <a:t>ZXIN0001602</a:t>
                      </a:r>
                    </a:p>
                  </a:txBody>
                </a:tc>
                <a:tc>
                  <a:txBody>
                    <a:bodyPr/>
                    <a:lstStyle/>
                    <a:p>
                      <a:pPr lvl="0" indent="0" marL="0">
                        <a:buNone/>
                      </a:pPr>
                      <a:r>
                        <a:rPr/>
                        <a:t>0141-2271602</a:t>
                      </a:r>
                    </a:p>
                  </a:txBody>
                </a:tc>
              </a:tr>
              <a:tr h="0">
                <a:tc>
                  <a:txBody>
                    <a:bodyPr/>
                    <a:lstStyle/>
                    <a:p>
                      <a:pPr lvl="0" indent="0" marL="0">
                        <a:buNone/>
                      </a:pPr>
                      <a:r>
                        <a:rPr/>
                        <a:t>88, C-Scheme, Ashok Marg, Central Jaipur</a:t>
                      </a:r>
                    </a:p>
                  </a:txBody>
                </a:tc>
                <a:tc>
                  <a:txBody>
                    <a:bodyPr/>
                    <a:lstStyle/>
                    <a:p>
                      <a:pPr lvl="0" indent="0" marL="0">
                        <a:buNone/>
                      </a:pPr>
                      <a:r>
                        <a:rPr/>
                        <a:t>ZXIN0001603</a:t>
                      </a:r>
                    </a:p>
                  </a:txBody>
                </a:tc>
                <a:tc>
                  <a:txBody>
                    <a:bodyPr/>
                    <a:lstStyle/>
                    <a:p>
                      <a:pPr lvl="0" indent="0" marL="0">
                        <a:buNone/>
                      </a:pPr>
                      <a:r>
                        <a:rPr/>
                        <a:t>0141-2271603</a:t>
                      </a:r>
                    </a:p>
                  </a:txBody>
                </a:tc>
              </a:tr>
              <a:tr h="0">
                <a:tc>
                  <a:txBody>
                    <a:bodyPr/>
                    <a:lstStyle/>
                    <a:p>
                      <a:pPr lvl="0" indent="0" marL="0">
                        <a:buNone/>
                      </a:pPr>
                      <a:r>
                        <a:rPr/>
                        <a:t>SB-25, Civil Lines, Central Jaipur</a:t>
                      </a:r>
                    </a:p>
                  </a:txBody>
                </a:tc>
                <a:tc>
                  <a:txBody>
                    <a:bodyPr/>
                    <a:lstStyle/>
                    <a:p>
                      <a:pPr lvl="0" indent="0" marL="0">
                        <a:buNone/>
                      </a:pPr>
                      <a:r>
                        <a:rPr/>
                        <a:t>ZXIN0001604</a:t>
                      </a:r>
                    </a:p>
                  </a:txBody>
                </a:tc>
                <a:tc>
                  <a:txBody>
                    <a:bodyPr/>
                    <a:lstStyle/>
                    <a:p>
                      <a:pPr lvl="0" indent="0" marL="0">
                        <a:buNone/>
                      </a:pPr>
                      <a:r>
                        <a:rPr/>
                        <a:t>0141-2271604</a:t>
                      </a:r>
                    </a:p>
                  </a:txBody>
                </a:tc>
              </a:tr>
              <a:tr h="0">
                <a:tc>
                  <a:txBody>
                    <a:bodyPr/>
                    <a:lstStyle/>
                    <a:p>
                      <a:pPr lvl="0" indent="0" marL="0">
                        <a:buNone/>
                      </a:pPr>
                      <a:r>
                        <a:rPr/>
                        <a:t>E-54, Sindhi Camp, Station Road, Central Jaipur</a:t>
                      </a:r>
                    </a:p>
                  </a:txBody>
                </a:tc>
                <a:tc>
                  <a:txBody>
                    <a:bodyPr/>
                    <a:lstStyle/>
                    <a:p>
                      <a:pPr lvl="0" indent="0" marL="0">
                        <a:buNone/>
                      </a:pPr>
                      <a:r>
                        <a:rPr/>
                        <a:t>ZXIN0001605</a:t>
                      </a:r>
                    </a:p>
                  </a:txBody>
                </a:tc>
                <a:tc>
                  <a:txBody>
                    <a:bodyPr/>
                    <a:lstStyle/>
                    <a:p>
                      <a:pPr lvl="0" indent="0" marL="0">
                        <a:buNone/>
                      </a:pPr>
                      <a:r>
                        <a:rPr/>
                        <a:t>0141-2271605</a:t>
                      </a:r>
                    </a:p>
                  </a:txBody>
                </a:tc>
              </a:tr>
            </a:tbl>
          </a:graphicData>
        </a:graphic>
      </p:graphicFrame>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2025-07-30T07:49:35Z</dcterms:created>
  <dcterms:modified xsi:type="dcterms:W3CDTF">2025-07-30T07:49:35Z</dcterms:modified>
</cp:coreProperties>
</file>

<file path=docProps/custom.xml><?xml version="1.0" encoding="utf-8"?>
<Properties xmlns="http://schemas.openxmlformats.org/officeDocument/2006/custom-properties" xmlns:vt="http://schemas.openxmlformats.org/officeDocument/2006/docPropsVTypes"/>
</file>