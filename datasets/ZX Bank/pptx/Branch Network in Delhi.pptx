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Branch Network in Delhi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is committed to providing seamless and accessible banking services across Delhi, ensuring customer convenience through a robust network of physical branches. Serving the vibrant capital city, ZX Bank branches are strategically distributed across North, South, East, West, and Central Delhi. With a focus on customer-centric operations, each branch delivers the full suite of retail, corporate, and digital banking services, supported by modern infrastructure and a dedicated team.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North Delhi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12, Model Town Main Road, Model Town, Delhi-110009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F-53, Shastri Nagar Market, Delhi-110052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A-67, Kamla Nagar, Near Metro Station, Delhi-110007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B-2/19, Ashok Vihar Phase 2, Delhi-110052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75B, Kingsway Camp, GTB Nagar, Delhi-110009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43/6, Punjabi Basti, Subzi Mandi, Delhi-110007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C-116, Pratap Bagh, Rana Pratap Bagh, Delhi-110007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88/5, Mukherjee Nagar, Delhi-110009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A-3, Wazirabad Road, Timarpur, Delhi-110054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17/32, Azadpur Commercial Complex, Delhi-110033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011-41234569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South Delhi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C-14, South Extension-II, Delhi-110049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187, Greater Kailash Part 2, Delhi-110048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G-7, Green Park Main, Delhi-110016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 Vasant Vihar, Basant Lok, Delhi-110057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No. 78, Malviya Nagar Market, Delhi-110017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S-212, Panchsheel Park South, Delhi-110017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C-28, Lajpat Nagar 2, Delhi-110024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8, Sarojini Nagar Market, Delhi-110023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B-100, Kalkaji, Near Nehru Place, Delhi-110019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10B/9, Safdarjung Enclave, Delhi-110029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011-42234569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East Delhi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D-56, Preet Vihar, Delhi-110092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Plot 35, Mayur Vihar Phase 1, Pocket 1, Delhi-110091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Laxmi Nagar Main Market, Delhi-110092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C-21, Anand Vihar, Delhi-110092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Shop 114, Krishna Nagar, Delhi-110051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B-33, Vivek Vihar, Delhi-110095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A-6/12, Karkardooma, Delhi-110092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67, Shahdara Main Road, Delhi-110032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C-101, Jhilmil Colony, Delhi-110095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76, Patparganj, I.P. Extension, Delhi-110092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011-43234569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West Delhi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A-45, Rajouri Garden Main Market, Delhi-110027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S-2, Janakpuri District Centre, Delhi-110058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34, Punjabi Bagh West, Club Road, Delhi-110026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A-14, Paschim Vihar, Delhi-110063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F-13, Kirti Nagar, Main Road, Delhi-110015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B-16, Uttam Nagar, Delhi-110059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11A, Tilak Nagar, Delhi-110018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44-A, Dwarka Sector 6, Delhi-110075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109, Hari Nagar, Clock Tower, Delhi-110064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ZXIN0000139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J-29, Ramesh Nagar, Delhi-110015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011-44234569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Central Delhi Branches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Branch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IFSC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Contact Number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78, Connaught Place, Outer Circle, Delhi-110001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 Barakhamba Road, Delhi-110001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36, Karol Bagh Ajmal Khan Road, Delhi-110005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29, Darya Ganj, Near Golcha Cinema, Delhi-110002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15, Connaught Circus, Delhi-110001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101, Paharganj Main Bazaar, Delhi-110055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22, ITO Central Business District, Delhi-110002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33/3, Mandi House, Copernicus Marg, Delhi-110001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64, Rajendra Place, Block-B, Delhi-110008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159, Chandni Chowk, Delhi-110006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ZXIN0000150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011-45234569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2025-07-30T07:50:50Z</dcterms:created>
  <dcterms:modified xsi:type="dcterms:W3CDTF">2025-07-30T07:50:50Z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