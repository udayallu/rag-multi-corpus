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atm-locator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ATM Locations in Sri Lanka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is committed to providing convenient and secure banking services across Sri Lanka. Below is a list of prominent ATM locations throughout the country along with their addresses (dummy/sample addresses).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Colombo</a:t>
            </a:r>
          </a:p>
          <a:p>
            <a:pPr lvl="0"/>
            <a:r>
              <a:rPr b="1"/>
              <a:t>ZX Bank – Main Branch ATM</a:t>
            </a:r>
          </a:p>
          <a:p>
            <a:pPr lvl="1"/>
            <a:r>
              <a:rPr/>
              <a:t>Address: 100 Galle Road, Colombo 03, Colombo District</a:t>
            </a:r>
          </a:p>
          <a:p>
            <a:pPr lvl="0"/>
            <a:r>
              <a:rPr b="1"/>
              <a:t>ZX Bank – Borella Branch ATM</a:t>
            </a:r>
          </a:p>
          <a:p>
            <a:pPr lvl="1"/>
            <a:r>
              <a:rPr/>
              <a:t>Address: 45 Baseline Road, Borella, Colombo 08</a:t>
            </a:r>
          </a:p>
          <a:p>
            <a:pPr lvl="0"/>
            <a:r>
              <a:rPr b="1"/>
              <a:t>ZX Bank – Pettah ATM</a:t>
            </a:r>
          </a:p>
          <a:p>
            <a:pPr lvl="1"/>
            <a:r>
              <a:rPr/>
              <a:t>Address: 77 Main Street, Pettah, Colombo 11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Kandy</a:t>
            </a:r>
          </a:p>
          <a:p>
            <a:pPr lvl="0"/>
            <a:r>
              <a:rPr b="1"/>
              <a:t>ZX Bank – City Centre ATM</a:t>
            </a:r>
          </a:p>
          <a:p>
            <a:pPr lvl="1"/>
            <a:r>
              <a:rPr/>
              <a:t>Address: Kandy City Centre, Dalada Veediya, Kandy</a:t>
            </a:r>
          </a:p>
          <a:p>
            <a:pPr lvl="0"/>
            <a:r>
              <a:rPr b="1"/>
              <a:t>ZX Bank – Peradeniya Branch ATM</a:t>
            </a:r>
          </a:p>
          <a:p>
            <a:pPr lvl="1"/>
            <a:r>
              <a:rPr/>
              <a:t>Address: 133 Peradeniya Road, Kandy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Galle</a:t>
            </a:r>
          </a:p>
          <a:p>
            <a:pPr lvl="0"/>
            <a:r>
              <a:rPr b="1"/>
              <a:t>ZX Bank – Galle Fort ATM</a:t>
            </a:r>
          </a:p>
          <a:p>
            <a:pPr lvl="1"/>
            <a:r>
              <a:rPr/>
              <a:t>Address: 15 Pedlar Street, Galle Fort, Galle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Jaffna</a:t>
            </a:r>
          </a:p>
          <a:p>
            <a:pPr lvl="0"/>
            <a:r>
              <a:rPr b="1"/>
              <a:t>ZX Bank – Hospital Road ATM</a:t>
            </a:r>
          </a:p>
          <a:p>
            <a:pPr lvl="1"/>
            <a:r>
              <a:rPr/>
              <a:t>Address: 22 Hospital Road, Jaffna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Negombo</a:t>
            </a:r>
          </a:p>
          <a:p>
            <a:pPr lvl="0"/>
            <a:r>
              <a:rPr b="1"/>
              <a:t>ZX Bank – Main Street ATM</a:t>
            </a:r>
          </a:p>
          <a:p>
            <a:pPr lvl="1"/>
            <a:r>
              <a:rPr/>
              <a:t>Address: 59 Main Street, Negombo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Matara</a:t>
            </a:r>
          </a:p>
          <a:p>
            <a:pPr lvl="0"/>
            <a:r>
              <a:rPr b="1"/>
              <a:t>ZX Bank – Matara City ATM</a:t>
            </a:r>
          </a:p>
          <a:p>
            <a:pPr lvl="1"/>
            <a:r>
              <a:rPr/>
              <a:t>Address: 34 Beach Road, Matara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Kurunegala</a:t>
            </a:r>
          </a:p>
          <a:p>
            <a:pPr lvl="0"/>
            <a:r>
              <a:rPr b="1"/>
              <a:t>ZX Bank – Kurunegala Branch ATM</a:t>
            </a:r>
          </a:p>
          <a:p>
            <a:pPr lvl="1"/>
            <a:r>
              <a:rPr/>
              <a:t>Address: 72 Bauddhaloka Mawatha, Kurunegala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Ratnapura</a:t>
            </a:r>
          </a:p>
          <a:p>
            <a:pPr lvl="0"/>
            <a:r>
              <a:rPr b="1"/>
              <a:t>ZX Bank – Ratnapura Town ATM</a:t>
            </a:r>
          </a:p>
          <a:p>
            <a:pPr lvl="1"/>
            <a:r>
              <a:rPr/>
              <a:t>Address: 11 Main Street, Ratnapura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Anuradhapura</a:t>
            </a:r>
          </a:p>
          <a:p>
            <a:pPr lvl="0"/>
            <a:r>
              <a:rPr b="1"/>
              <a:t>ZX Bank – New Town ATM</a:t>
            </a:r>
          </a:p>
          <a:p>
            <a:pPr lvl="1"/>
            <a:r>
              <a:rPr/>
              <a:t>Address: 25 Mihindu Mawatha, Anuradhapura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Trincomalee</a:t>
            </a:r>
          </a:p>
          <a:p>
            <a:pPr lvl="0"/>
            <a:r>
              <a:rPr b="1"/>
              <a:t>ZX Bank – Market Road ATM</a:t>
            </a:r>
          </a:p>
          <a:p>
            <a:pPr lvl="1"/>
            <a:r>
              <a:rPr/>
              <a:t>Address: 17 Market Road, Trincomalee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Many more ATMs are available in cities and rural towns across Sri Lanka. For the latest and exact location, please visit </a:t>
            </a:r>
            <a:r>
              <a:rPr sz="2000">
                <a:hlinkClick r:id="rId2"/>
              </a:rPr>
              <a:t>ZX Bank’s ATM Locator</a:t>
            </a:r>
            <a:r>
              <a:rPr sz="2000"/>
              <a:t> or use the “ATM Finder” in the ZX Bank Asia Mobile App.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ZX Bank Ltd. – Banking made easy, wherever you are in Sri Lanka!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2025-07-30T07:51:58Z</dcterms:created>
  <dcterms:modified xsi:type="dcterms:W3CDTF">2025-07-30T07:51:58Z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