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homeloans" TargetMode="External" /><Relationship Id="rId3" Type="http://schemas.openxmlformats.org/officeDocument/2006/relationships/hyperlink" Target="https://play.google.com/" TargetMode="External" /><Relationship Id="rId4" Type="http://schemas.openxmlformats.org/officeDocument/2006/relationships/hyperlink" Target="https://apps.apple.com/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House Loan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Are you planning to buy your dream home? ZX Bank offers flexible, affordable, and convenient House Loan solutions tailored for you!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Choose ZX Bank House Loan?</a:t>
            </a:r>
          </a:p>
          <a:p>
            <a:pPr lvl="0"/>
            <a:r>
              <a:rPr b="1"/>
              <a:t>Attractive Interest Rates:</a:t>
            </a:r>
            <a:r>
              <a:rPr/>
              <a:t> Competitive rates to keep your EMIs low</a:t>
            </a:r>
          </a:p>
          <a:p>
            <a:pPr lvl="0"/>
            <a:r>
              <a:rPr b="1"/>
              <a:t>Flexible Repayment Tenure:</a:t>
            </a:r>
            <a:r>
              <a:rPr/>
              <a:t> Up to 30 years for maximum comfort</a:t>
            </a:r>
          </a:p>
          <a:p>
            <a:pPr lvl="0"/>
            <a:r>
              <a:rPr b="1"/>
              <a:t>Quick Approvals:</a:t>
            </a:r>
            <a:r>
              <a:rPr/>
              <a:t> Minimal documentation and fast processing</a:t>
            </a:r>
          </a:p>
          <a:p>
            <a:pPr lvl="0"/>
            <a:r>
              <a:rPr b="1"/>
              <a:t>Loan Amount:</a:t>
            </a:r>
            <a:r>
              <a:rPr/>
              <a:t> Up to 90% of property cost (subject to conditions)</a:t>
            </a:r>
          </a:p>
          <a:p>
            <a:pPr lvl="0"/>
            <a:r>
              <a:rPr b="1"/>
              <a:t>Zero Prepayment Charges:</a:t>
            </a:r>
            <a:r>
              <a:rPr/>
              <a:t> Part-pay or foreclose anytime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Eligible Applicants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Salaried, Self-employed, NRIs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Loan Amount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 5 lakhs – ₹ 10 crores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30 years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Processing 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Starting at 0.25%* of loan amount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Interest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/ Floating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Top-up Loans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Available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 Transfer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Easy switch from other banks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&gt; *Terms &amp; conditions apply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Documents Required</a:t>
            </a:r>
          </a:p>
          <a:p>
            <a:pPr lvl="0"/>
            <a:r>
              <a:rPr b="1"/>
              <a:t>ID Proof:</a:t>
            </a:r>
            <a:r>
              <a:rPr/>
              <a:t> Aadhaar, PAN, Passport, Voter ID</a:t>
            </a:r>
          </a:p>
          <a:p>
            <a:pPr lvl="0"/>
            <a:r>
              <a:rPr b="1"/>
              <a:t>Address Proof:</a:t>
            </a:r>
            <a:r>
              <a:rPr/>
              <a:t> Utility Bill, Passport, Aadhaar</a:t>
            </a:r>
          </a:p>
          <a:p>
            <a:pPr lvl="0"/>
            <a:r>
              <a:rPr b="1"/>
              <a:t>Income Proof:</a:t>
            </a:r>
            <a:r>
              <a:rPr/>
              <a:t> Salary slips, ITR, Bank statement, Form 16</a:t>
            </a:r>
          </a:p>
          <a:p>
            <a:pPr lvl="0"/>
            <a:r>
              <a:rPr b="1"/>
              <a:t>Property Documents:</a:t>
            </a:r>
            <a:r>
              <a:rPr/>
              <a:t> Sale agreement, title deed, approved plan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Apply</a:t>
            </a:r>
          </a:p>
          <a:p>
            <a:pPr lvl="0" indent="-342900" marL="342900">
              <a:buAutoNum type="arabicPeriod"/>
            </a:pPr>
            <a:r>
              <a:rPr b="1"/>
              <a:t>Online:</a:t>
            </a:r>
            <a:br/>
            <a:r>
              <a:rPr/>
              <a:t>Visit </a:t>
            </a:r>
            <a:r>
              <a:rPr>
                <a:hlinkClick r:id="rId2"/>
              </a:rPr>
              <a:t>ZX Bank Home Loan Portal</a:t>
            </a:r>
          </a:p>
          <a:p>
            <a:pPr lvl="0" indent="-342900" marL="342900">
              <a:buAutoNum type="arabicPeriod"/>
            </a:pPr>
            <a:r>
              <a:rPr b="1"/>
              <a:t>Mobile App:</a:t>
            </a:r>
            <a:br/>
            <a:r>
              <a:rPr/>
              <a:t>Download </a:t>
            </a:r>
            <a:r>
              <a:rPr i="1"/>
              <a:t>ZX Bank Asia</a:t>
            </a:r>
            <a:r>
              <a:rPr/>
              <a:t> app on </a:t>
            </a:r>
            <a:r>
              <a:rPr>
                <a:hlinkClick r:id="rId3"/>
              </a:rPr>
              <a:t>Android</a:t>
            </a:r>
            <a:r>
              <a:rPr/>
              <a:t> or </a:t>
            </a:r>
            <a:r>
              <a:rPr>
                <a:hlinkClick r:id="rId4"/>
              </a:rPr>
              <a:t>iOS</a:t>
            </a:r>
          </a:p>
          <a:p>
            <a:pPr lvl="0" indent="-342900" marL="342900">
              <a:buAutoNum type="arabicPeriod"/>
            </a:pPr>
            <a:r>
              <a:rPr b="1"/>
              <a:t>Branch:</a:t>
            </a:r>
            <a:br/>
            <a:r>
              <a:rPr/>
              <a:t>Walk into any ZX Bank branch across India, Sri Lanka, Bangladesh, Bhutan, or Nepal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Special Benefits</a:t>
            </a:r>
          </a:p>
          <a:p>
            <a:pPr lvl="0"/>
            <a:r>
              <a:rPr b="1"/>
              <a:t>Women Empowerment:</a:t>
            </a:r>
            <a:r>
              <a:rPr/>
              <a:t> Additional rate concession for women co-applicants</a:t>
            </a:r>
          </a:p>
          <a:p>
            <a:pPr lvl="0"/>
            <a:r>
              <a:rPr b="1"/>
              <a:t>NRI Service:</a:t>
            </a:r>
            <a:r>
              <a:rPr/>
              <a:t> Dedicated relationship manager &amp; online application</a:t>
            </a:r>
          </a:p>
          <a:p>
            <a:pPr lvl="0"/>
            <a:r>
              <a:rPr b="1"/>
              <a:t>Green Homes:</a:t>
            </a:r>
            <a:r>
              <a:rPr/>
              <a:t> Lower rates for eco-friendly/energy-efficient homes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/>
            <a:r>
              <a:rPr/>
              <a:t>Chat with “Zia”, our AI Assistant, via mobile app or net banking</a:t>
            </a:r>
          </a:p>
          <a:p>
            <a:pPr lvl="0"/>
            <a:r>
              <a:rPr/>
              <a:t>Call 1800-123-4567 (Toll-free in India)</a:t>
            </a:r>
          </a:p>
          <a:p>
            <a:pPr lvl="0"/>
            <a:r>
              <a:rPr/>
              <a:t>Email: loans@zxbank.asia</a:t>
            </a:r>
          </a:p>
          <a:p>
            <a:pPr lvl="0" indent="0" marL="0">
              <a:buNone/>
            </a:pPr>
            <a:r>
              <a:rPr b="1"/>
              <a:t>Start your homeownership journey with ZX Bank!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2025-07-30T07:52:02Z</dcterms:created>
  <dcterms:modified xsi:type="dcterms:W3CDTF">2025-07-30T07:52:02Z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