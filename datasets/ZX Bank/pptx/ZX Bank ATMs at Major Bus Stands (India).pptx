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ATMs at Major Bus Stands (India)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ensures easy cash access for commuters by providing ATM services at major bus stands across the following cities: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 – Maharashtra</a:t>
            </a:r>
          </a:p>
          <a:p>
            <a:pPr lvl="0" indent="-342900" marL="342900">
              <a:buAutoNum type="arabicPeriod"/>
            </a:pPr>
            <a:r>
              <a:rPr b="1"/>
              <a:t>Mumbai Central Bus Depot ATM</a:t>
            </a:r>
          </a:p>
          <a:p>
            <a:pPr lvl="1"/>
            <a:r>
              <a:rPr/>
              <a:t>Address: Mumbai Central Bus Stand, Dr. Anandrao Nair Rd, Mumbai, 400008</a:t>
            </a:r>
          </a:p>
          <a:p>
            <a:pPr lvl="0" indent="-342900" marL="342900">
              <a:buAutoNum type="arabicPeriod"/>
            </a:pPr>
            <a:r>
              <a:rPr b="1"/>
              <a:t>Dadar TT Bus Stand ATM</a:t>
            </a:r>
          </a:p>
          <a:p>
            <a:pPr lvl="1"/>
            <a:r>
              <a:rPr/>
              <a:t>Address: Dadar TT Circle, Dadar East, Mumbai, 400014</a:t>
            </a:r>
          </a:p>
          <a:p>
            <a:pPr lvl="0" indent="-342900" marL="342900">
              <a:buAutoNum type="arabicPeriod"/>
            </a:pPr>
            <a:r>
              <a:rPr b="1"/>
              <a:t>Borivali Bus Stand ATM</a:t>
            </a:r>
          </a:p>
          <a:p>
            <a:pPr lvl="1"/>
            <a:r>
              <a:rPr/>
              <a:t>Address: Borivali (W) ST Bus Depot, S.V. Road, Borivali, Mumbai, 400092</a:t>
            </a:r>
          </a:p>
          <a:p>
            <a:pPr lvl="0" indent="-342900" marL="342900">
              <a:buAutoNum type="arabicPeriod"/>
            </a:pPr>
            <a:r>
              <a:rPr b="1"/>
              <a:t>Kurla Nehru Nagar Bus Stand ATM</a:t>
            </a:r>
          </a:p>
          <a:p>
            <a:pPr lvl="1"/>
            <a:r>
              <a:rPr/>
              <a:t>Address: Nehru Nagar, Kurla East, Mumbai, 400024</a:t>
            </a:r>
          </a:p>
          <a:p>
            <a:pPr lvl="0" indent="-342900" marL="342900">
              <a:buAutoNum type="arabicPeriod"/>
            </a:pPr>
            <a:r>
              <a:rPr b="1"/>
              <a:t>Chembur Diamond Garden Bus Depot ATM</a:t>
            </a:r>
          </a:p>
          <a:p>
            <a:pPr lvl="1"/>
            <a:r>
              <a:rPr/>
              <a:t>Address: Diamond Garden Bus Stand, Chembur East, Mumbai, 400071</a:t>
            </a:r>
          </a:p>
          <a:p>
            <a:pPr lvl="0" indent="-342900" marL="342900">
              <a:buAutoNum type="arabicPeriod"/>
            </a:pPr>
            <a:r>
              <a:rPr b="1"/>
              <a:t>Andheri East Bus Stand ATM</a:t>
            </a:r>
          </a:p>
          <a:p>
            <a:pPr lvl="1"/>
            <a:r>
              <a:rPr/>
              <a:t>Address: Andheri Kurla Road, Andheri East, Mumbai, 400069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 – National Capital Territory</a:t>
            </a:r>
          </a:p>
          <a:p>
            <a:pPr lvl="0" indent="-342900" marL="342900">
              <a:buAutoNum type="arabicPeriod"/>
            </a:pPr>
            <a:r>
              <a:rPr b="1"/>
              <a:t>ISBT Kashmere Gate Bus Stand ATM</a:t>
            </a:r>
          </a:p>
          <a:p>
            <a:pPr lvl="1"/>
            <a:r>
              <a:rPr/>
              <a:t>Address: ISBT Kashmere Gate, Maharana Pratap ISBT, Delhi, 110006</a:t>
            </a:r>
          </a:p>
          <a:p>
            <a:pPr lvl="0" indent="-342900" marL="342900">
              <a:buAutoNum type="arabicPeriod"/>
            </a:pPr>
            <a:r>
              <a:rPr b="1"/>
              <a:t>Sarai Kale Khan Bus Stand ATM</a:t>
            </a:r>
          </a:p>
          <a:p>
            <a:pPr lvl="1"/>
            <a:r>
              <a:rPr/>
              <a:t>Address: Sarai Kale Khan Bus Stand, Ring Road, Delhi, 110013</a:t>
            </a:r>
          </a:p>
          <a:p>
            <a:pPr lvl="0" indent="-342900" marL="342900">
              <a:buAutoNum type="arabicPeriod"/>
            </a:pPr>
            <a:r>
              <a:rPr b="1"/>
              <a:t>Anand Vihar ISBT Bus Stand ATM</a:t>
            </a:r>
          </a:p>
          <a:p>
            <a:pPr lvl="1"/>
            <a:r>
              <a:rPr/>
              <a:t>Address: Anand Vihar Terminal, Delhi, 110092</a:t>
            </a:r>
          </a:p>
          <a:p>
            <a:pPr lvl="0" indent="-342900" marL="342900">
              <a:buAutoNum type="arabicPeriod"/>
            </a:pPr>
            <a:r>
              <a:rPr b="1"/>
              <a:t>Dwarka Sector 21 Bus Stand ATM</a:t>
            </a:r>
          </a:p>
          <a:p>
            <a:pPr lvl="1"/>
            <a:r>
              <a:rPr/>
              <a:t>Address: Dwarka Sector 21, Metro Station Bus Stand, Delhi, 110077</a:t>
            </a:r>
          </a:p>
          <a:p>
            <a:pPr lvl="0" indent="-342900" marL="342900">
              <a:buAutoNum type="arabicPeriod"/>
            </a:pPr>
            <a:r>
              <a:rPr b="1"/>
              <a:t>Maharana Pratap ISBT ATM</a:t>
            </a:r>
          </a:p>
          <a:p>
            <a:pPr lvl="1"/>
            <a:r>
              <a:rPr/>
              <a:t>Address: Maharana Pratap ISBT, GT Road, Kashmere Gate, Delhi, 110006</a:t>
            </a:r>
          </a:p>
          <a:p>
            <a:pPr lvl="0" indent="-342900" marL="342900">
              <a:buAutoNum type="arabicPeriod"/>
            </a:pPr>
            <a:r>
              <a:rPr b="1"/>
              <a:t>Delhi Gate Bus Stand ATM</a:t>
            </a:r>
          </a:p>
          <a:p>
            <a:pPr lvl="1"/>
            <a:r>
              <a:rPr/>
              <a:t>Address: Delhi Gate, Daryaganj, Delhi, 110002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 – Karnataka</a:t>
            </a:r>
          </a:p>
          <a:p>
            <a:pPr lvl="0" indent="-342900" marL="342900">
              <a:buAutoNum type="arabicPeriod"/>
            </a:pPr>
            <a:r>
              <a:rPr b="1"/>
              <a:t>Kempegowda Majestic Bus Station ATM</a:t>
            </a:r>
          </a:p>
          <a:p>
            <a:pPr lvl="1"/>
            <a:r>
              <a:rPr/>
              <a:t>Address: Majestic, Near KSRTC Bus Stand, Bangalore, 560009</a:t>
            </a:r>
          </a:p>
          <a:p>
            <a:pPr lvl="0" indent="-342900" marL="342900">
              <a:buAutoNum type="arabicPeriod"/>
            </a:pPr>
            <a:r>
              <a:rPr b="1"/>
              <a:t>Shanthinagar Bus Stand ATM</a:t>
            </a:r>
          </a:p>
          <a:p>
            <a:pPr lvl="1"/>
            <a:r>
              <a:rPr/>
              <a:t>Address: BMTC Bus Stand, Shanthinagar, Bangalore, 560027</a:t>
            </a:r>
          </a:p>
          <a:p>
            <a:pPr lvl="0" indent="-342900" marL="342900">
              <a:buAutoNum type="arabicPeriod"/>
            </a:pPr>
            <a:r>
              <a:rPr b="1"/>
              <a:t>Mysore Road Satellite Bus Station ATM</a:t>
            </a:r>
          </a:p>
          <a:p>
            <a:pPr lvl="1"/>
            <a:r>
              <a:rPr/>
              <a:t>Address: Mysore Road Satellite Bus Stop, Bangalore, 560026</a:t>
            </a:r>
          </a:p>
          <a:p>
            <a:pPr lvl="0" indent="-342900" marL="342900">
              <a:buAutoNum type="arabicPeriod"/>
            </a:pPr>
            <a:r>
              <a:rPr b="1"/>
              <a:t>Peenya Bus Depot ATM</a:t>
            </a:r>
          </a:p>
          <a:p>
            <a:pPr lvl="1"/>
            <a:r>
              <a:rPr/>
              <a:t>Address: Peenya Industrial Area, Near KSRTC Bus Stand, Bangalore, 560058</a:t>
            </a:r>
          </a:p>
          <a:p>
            <a:pPr lvl="0" indent="-342900" marL="342900">
              <a:buAutoNum type="arabicPeriod"/>
            </a:pPr>
            <a:r>
              <a:rPr b="1"/>
              <a:t>Yeshwantpur Bus Stand ATM</a:t>
            </a:r>
          </a:p>
          <a:p>
            <a:pPr lvl="1"/>
            <a:r>
              <a:rPr/>
              <a:t>Address: Yeshwantpur Bus Stand, Tumkur Road, Bangalore, 560022</a:t>
            </a:r>
          </a:p>
          <a:p>
            <a:pPr lvl="0" indent="-342900" marL="342900">
              <a:buAutoNum type="arabicPeriod"/>
            </a:pPr>
            <a:r>
              <a:rPr b="1"/>
              <a:t>Banashankari TTMC Bus Stand ATM</a:t>
            </a:r>
          </a:p>
          <a:p>
            <a:pPr lvl="1"/>
            <a:r>
              <a:rPr/>
              <a:t>Address: Banashankari Bus Terminal, Kanakapura Road, Bangalore, 560085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 – Telangana</a:t>
            </a:r>
          </a:p>
          <a:p>
            <a:pPr lvl="0" indent="-342900" marL="342900">
              <a:buAutoNum type="arabicPeriod"/>
            </a:pPr>
            <a:r>
              <a:rPr b="1"/>
              <a:t>Mahatma Gandhi Bus Station (MGBS) ATM</a:t>
            </a:r>
          </a:p>
          <a:p>
            <a:pPr lvl="1"/>
            <a:r>
              <a:rPr/>
              <a:t>Address: MGBS, Gowliguda, Hyderabad, 500012</a:t>
            </a:r>
          </a:p>
          <a:p>
            <a:pPr lvl="0" indent="-342900" marL="342900">
              <a:buAutoNum type="arabicPeriod"/>
            </a:pPr>
            <a:r>
              <a:rPr b="1"/>
              <a:t>Jubilee Bus Stand ATM</a:t>
            </a:r>
          </a:p>
          <a:p>
            <a:pPr lvl="1"/>
            <a:r>
              <a:rPr/>
              <a:t>Address: Jubilee Bus Stand, Secunderabad, Hyderabad, 500003</a:t>
            </a:r>
          </a:p>
          <a:p>
            <a:pPr lvl="0" indent="-342900" marL="342900">
              <a:buAutoNum type="arabicPeriod"/>
            </a:pPr>
            <a:r>
              <a:rPr b="1"/>
              <a:t>Ameerpet Old Bus Stop ATM</a:t>
            </a:r>
          </a:p>
          <a:p>
            <a:pPr lvl="1"/>
            <a:r>
              <a:rPr/>
              <a:t>Address: Ameerpet Main Road, Hyderabad, 500016</a:t>
            </a:r>
          </a:p>
          <a:p>
            <a:pPr lvl="0" indent="-342900" marL="342900">
              <a:buAutoNum type="arabicPeriod"/>
            </a:pPr>
            <a:r>
              <a:rPr b="1"/>
              <a:t>Mehdipatnam Bus Stand ATM</a:t>
            </a:r>
          </a:p>
          <a:p>
            <a:pPr lvl="1"/>
            <a:r>
              <a:rPr/>
              <a:t>Address: Mehdipatnam Ring Road, Hyderabad, 500028</a:t>
            </a:r>
          </a:p>
          <a:p>
            <a:pPr lvl="0" indent="-342900" marL="342900">
              <a:buAutoNum type="arabicPeriod"/>
            </a:pPr>
            <a:r>
              <a:rPr b="1"/>
              <a:t>Dilsukhnagar Bus Stand ATM</a:t>
            </a:r>
          </a:p>
          <a:p>
            <a:pPr lvl="1"/>
            <a:r>
              <a:rPr/>
              <a:t>Address: Dilsukhnagar, Hyderabad, 500060</a:t>
            </a:r>
          </a:p>
          <a:p>
            <a:pPr lvl="0" indent="-342900" marL="342900">
              <a:buAutoNum type="arabicPeriod"/>
            </a:pPr>
            <a:r>
              <a:rPr b="1"/>
              <a:t>Kukatpally Bus Stand ATM</a:t>
            </a:r>
          </a:p>
          <a:p>
            <a:pPr lvl="1"/>
            <a:r>
              <a:rPr/>
              <a:t>Address: Kukatpally, Near JNTU College, Hyderabad, 500072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 – Tamil Nadu</a:t>
            </a:r>
          </a:p>
          <a:p>
            <a:pPr lvl="0" indent="-342900" marL="342900">
              <a:buAutoNum type="arabicPeriod"/>
            </a:pPr>
            <a:r>
              <a:rPr b="1"/>
              <a:t>Chennai Mofussil Bus Terminus (CMBT) ATM</a:t>
            </a:r>
          </a:p>
          <a:p>
            <a:pPr lvl="1"/>
            <a:r>
              <a:rPr/>
              <a:t>Address: CMBT, Koyambedu, Chennai, 600107</a:t>
            </a:r>
          </a:p>
          <a:p>
            <a:pPr lvl="0" indent="-342900" marL="342900">
              <a:buAutoNum type="arabicPeriod"/>
            </a:pPr>
            <a:r>
              <a:rPr b="1"/>
              <a:t>Tambaram Bus Stand ATM</a:t>
            </a:r>
          </a:p>
          <a:p>
            <a:pPr lvl="1"/>
            <a:r>
              <a:rPr/>
              <a:t>Address: East Tambaram, GST Road, Chennai, 600059</a:t>
            </a:r>
          </a:p>
          <a:p>
            <a:pPr lvl="0" indent="-342900" marL="342900">
              <a:buAutoNum type="arabicPeriod"/>
            </a:pPr>
            <a:r>
              <a:rPr b="1"/>
              <a:t>Broadway Bus Stand ATM</a:t>
            </a:r>
          </a:p>
          <a:p>
            <a:pPr lvl="1"/>
            <a:r>
              <a:rPr/>
              <a:t>Address: Broadway Bus Terminus, Parrys, Chennai, 600108</a:t>
            </a:r>
          </a:p>
          <a:p>
            <a:pPr lvl="0" indent="-342900" marL="342900">
              <a:buAutoNum type="arabicPeriod"/>
            </a:pPr>
            <a:r>
              <a:rPr b="1"/>
              <a:t>Adyar Bus Depot ATM</a:t>
            </a:r>
          </a:p>
          <a:p>
            <a:pPr lvl="1"/>
            <a:r>
              <a:rPr/>
              <a:t>Address: Adyar Bus Stand, Sardar Patel Road, Chennai, 600020</a:t>
            </a:r>
          </a:p>
          <a:p>
            <a:pPr lvl="0" indent="-342900" marL="342900">
              <a:buAutoNum type="arabicPeriod"/>
            </a:pPr>
            <a:r>
              <a:rPr b="1"/>
              <a:t>T Nagar Bus Stand ATM</a:t>
            </a:r>
          </a:p>
          <a:p>
            <a:pPr lvl="1"/>
            <a:r>
              <a:rPr/>
              <a:t>Address: Pondy Bazaar, T Nagar, Chennai, 600017</a:t>
            </a:r>
          </a:p>
          <a:p>
            <a:pPr lvl="0" indent="-342900" marL="342900">
              <a:buAutoNum type="arabicPeriod"/>
            </a:pPr>
            <a:r>
              <a:rPr b="1"/>
              <a:t>Anna Nagar West Bus Depot ATM</a:t>
            </a:r>
          </a:p>
          <a:p>
            <a:pPr lvl="1"/>
            <a:r>
              <a:rPr/>
              <a:t>Address: 15th Main Road, Anna Nagar West, Chennai, 600040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 – West Bengal</a:t>
            </a:r>
          </a:p>
          <a:p>
            <a:pPr lvl="0" indent="-342900" marL="342900">
              <a:buAutoNum type="arabicPeriod"/>
            </a:pPr>
            <a:r>
              <a:rPr b="1"/>
              <a:t>Esplanade Bus Stand ATM</a:t>
            </a:r>
          </a:p>
          <a:p>
            <a:pPr lvl="1"/>
            <a:r>
              <a:rPr/>
              <a:t>Address: Esplanade Bus Terminus, Kolkata, 700013</a:t>
            </a:r>
          </a:p>
          <a:p>
            <a:pPr lvl="0" indent="-342900" marL="342900">
              <a:buAutoNum type="arabicPeriod"/>
            </a:pPr>
            <a:r>
              <a:rPr b="1"/>
              <a:t>Karunamoyee Bus Stand ATM</a:t>
            </a:r>
          </a:p>
          <a:p>
            <a:pPr lvl="1"/>
            <a:r>
              <a:rPr/>
              <a:t>Address: Karunamoyee Bus Stand, Salt Lake, Kolkata, 700064</a:t>
            </a:r>
          </a:p>
          <a:p>
            <a:pPr lvl="0" indent="-342900" marL="342900">
              <a:buAutoNum type="arabicPeriod"/>
            </a:pPr>
            <a:r>
              <a:rPr b="1"/>
              <a:t>Howrah Bus Terminal ATM</a:t>
            </a:r>
          </a:p>
          <a:p>
            <a:pPr lvl="1"/>
            <a:r>
              <a:rPr/>
              <a:t>Address: Howrah Station Bus Complex, Howrah, Kolkata, 711101</a:t>
            </a:r>
          </a:p>
          <a:p>
            <a:pPr lvl="0" indent="-342900" marL="342900">
              <a:buAutoNum type="arabicPeriod"/>
            </a:pPr>
            <a:r>
              <a:rPr b="1"/>
              <a:t>Garia Bus Stand ATM</a:t>
            </a:r>
          </a:p>
          <a:p>
            <a:pPr lvl="1"/>
            <a:r>
              <a:rPr/>
              <a:t>Address: Garia Bus Stand, Garia Main Road, Kolkata, 700084</a:t>
            </a:r>
          </a:p>
          <a:p>
            <a:pPr lvl="0" indent="-342900" marL="342900">
              <a:buAutoNum type="arabicPeriod"/>
            </a:pPr>
            <a:r>
              <a:rPr b="1"/>
              <a:t>Dumdum Nagerbazar Bus Stand ATM</a:t>
            </a:r>
          </a:p>
          <a:p>
            <a:pPr lvl="1"/>
            <a:r>
              <a:rPr/>
              <a:t>Address: Nagerbazar, Dumdum, Kolkata, 700028</a:t>
            </a:r>
          </a:p>
          <a:p>
            <a:pPr lvl="0" indent="-342900" marL="342900">
              <a:buAutoNum type="arabicPeriod"/>
            </a:pPr>
            <a:r>
              <a:rPr b="1"/>
              <a:t>Sealdah Bus Stand ATM</a:t>
            </a:r>
          </a:p>
          <a:p>
            <a:pPr lvl="1"/>
            <a:r>
              <a:rPr/>
              <a:t>Address: Sealdah South, Bepin Behari Ganguly St, Kolkata, 700014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 – Maharashtra</a:t>
            </a:r>
          </a:p>
          <a:p>
            <a:pPr lvl="0" indent="-342900" marL="342900">
              <a:buAutoNum type="arabicPeriod"/>
            </a:pPr>
            <a:r>
              <a:rPr b="1"/>
              <a:t>Swargate Bus Stand ATM</a:t>
            </a:r>
          </a:p>
          <a:p>
            <a:pPr lvl="1"/>
            <a:r>
              <a:rPr/>
              <a:t>Address: Swargate ST Stand, Satara Road, Pune, 411042</a:t>
            </a:r>
          </a:p>
          <a:p>
            <a:pPr lvl="0" indent="-342900" marL="342900">
              <a:buAutoNum type="arabicPeriod"/>
            </a:pPr>
            <a:r>
              <a:rPr b="1"/>
              <a:t>Shivajinagar Bus Stand ATM</a:t>
            </a:r>
          </a:p>
          <a:p>
            <a:pPr lvl="1"/>
            <a:r>
              <a:rPr/>
              <a:t>Address: Shivajinagar, Pune, 411005</a:t>
            </a:r>
          </a:p>
          <a:p>
            <a:pPr lvl="0" indent="-342900" marL="342900">
              <a:buAutoNum type="arabicPeriod"/>
            </a:pPr>
            <a:r>
              <a:rPr b="1"/>
              <a:t>Deccan Bus Stop ATM</a:t>
            </a:r>
          </a:p>
          <a:p>
            <a:pPr lvl="1"/>
            <a:r>
              <a:rPr/>
              <a:t>Address: J.M. Road, Deccan Gymkhana, Pune, 411004</a:t>
            </a:r>
          </a:p>
          <a:p>
            <a:pPr lvl="0" indent="-342900" marL="342900">
              <a:buAutoNum type="arabicPeriod"/>
            </a:pPr>
            <a:r>
              <a:rPr b="1"/>
              <a:t>Pimpri Chinchwad Bus Stand ATM</a:t>
            </a:r>
          </a:p>
          <a:p>
            <a:pPr lvl="1"/>
            <a:r>
              <a:rPr/>
              <a:t>Address: Nigdi Bus Stand, Pimpri-Chinchwad, Pune, 411044</a:t>
            </a:r>
          </a:p>
          <a:p>
            <a:pPr lvl="0" indent="-342900" marL="342900">
              <a:buAutoNum type="arabicPeriod"/>
            </a:pPr>
            <a:r>
              <a:rPr b="1"/>
              <a:t>Kothrud Depot Bus Stand ATM</a:t>
            </a:r>
          </a:p>
          <a:p>
            <a:pPr lvl="1"/>
            <a:r>
              <a:rPr/>
              <a:t>Address: Kothrud Stand, Paud Road, Pune, 411038</a:t>
            </a:r>
          </a:p>
          <a:p>
            <a:pPr lvl="0" indent="-342900" marL="342900">
              <a:buAutoNum type="arabicPeriod"/>
            </a:pPr>
            <a:r>
              <a:rPr b="1"/>
              <a:t>Hadapsar Gadital Bus Stand ATM</a:t>
            </a:r>
          </a:p>
          <a:p>
            <a:pPr lvl="1"/>
            <a:r>
              <a:rPr/>
              <a:t>Address: Pune-Solapur Rd, Hadapsar, Pune, 411028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 – Gujarat</a:t>
            </a:r>
          </a:p>
          <a:p>
            <a:pPr lvl="0" indent="-342900" marL="342900">
              <a:buAutoNum type="arabicPeriod"/>
            </a:pPr>
            <a:r>
              <a:rPr b="1"/>
              <a:t>Gita Mandir Bus Stand ATM</a:t>
            </a:r>
          </a:p>
          <a:p>
            <a:pPr lvl="1"/>
            <a:r>
              <a:rPr/>
              <a:t>Address: Gita Mandir Bus Terminal, Ahmedabad, 380022</a:t>
            </a:r>
          </a:p>
          <a:p>
            <a:pPr lvl="0" indent="-342900" marL="342900">
              <a:buAutoNum type="arabicPeriod"/>
            </a:pPr>
            <a:r>
              <a:rPr b="1"/>
              <a:t>RTO Circle Bus Stand ATM</a:t>
            </a:r>
          </a:p>
          <a:p>
            <a:pPr lvl="1"/>
            <a:r>
              <a:rPr/>
              <a:t>Address: RTO Circle, Subhash Bridge, Ahmedabad, 380027</a:t>
            </a:r>
          </a:p>
          <a:p>
            <a:pPr lvl="0" indent="-342900" marL="342900">
              <a:buAutoNum type="arabicPeriod"/>
            </a:pPr>
            <a:r>
              <a:rPr b="1"/>
              <a:t>Maninagar Bus Stand ATM</a:t>
            </a:r>
          </a:p>
          <a:p>
            <a:pPr lvl="1"/>
            <a:r>
              <a:rPr/>
              <a:t>Address: Maninagar East, Ahmedabad, 380008</a:t>
            </a:r>
          </a:p>
          <a:p>
            <a:pPr lvl="0" indent="-342900" marL="342900">
              <a:buAutoNum type="arabicPeriod"/>
            </a:pPr>
            <a:r>
              <a:rPr b="1"/>
              <a:t>Nehrunagar Cross Road Bus Stand ATM</a:t>
            </a:r>
          </a:p>
          <a:p>
            <a:pPr lvl="1"/>
            <a:r>
              <a:rPr/>
              <a:t>Address: Nehrunagar, Satellite Road, Ahmedabad, 380015</a:t>
            </a:r>
          </a:p>
          <a:p>
            <a:pPr lvl="0" indent="-342900" marL="342900">
              <a:buAutoNum type="arabicPeriod"/>
            </a:pPr>
            <a:r>
              <a:rPr b="1"/>
              <a:t>Kalupur Bus Station ATM</a:t>
            </a:r>
          </a:p>
          <a:p>
            <a:pPr lvl="1"/>
            <a:r>
              <a:rPr/>
              <a:t>Address: Relief Road, Kalupur, Ahmedabad, 380001</a:t>
            </a:r>
          </a:p>
          <a:p>
            <a:pPr lvl="0" indent="-342900" marL="342900">
              <a:buAutoNum type="arabicPeriod"/>
            </a:pPr>
            <a:r>
              <a:rPr b="1"/>
              <a:t>Paldi Bus Stand ATM</a:t>
            </a:r>
          </a:p>
          <a:p>
            <a:pPr lvl="1"/>
            <a:r>
              <a:rPr/>
              <a:t>Address: Paldi Char Rasta, Ahmedabad, 380007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 – Gujarat</a:t>
            </a:r>
          </a:p>
          <a:p>
            <a:pPr lvl="0" indent="-342900" marL="342900">
              <a:buAutoNum type="arabicPeriod"/>
            </a:pPr>
            <a:r>
              <a:rPr b="1"/>
              <a:t>Surat Central ST Bus Stand ATM</a:t>
            </a:r>
          </a:p>
          <a:p>
            <a:pPr lvl="1"/>
            <a:r>
              <a:rPr/>
              <a:t>Address: Sardar Vallabhbhai Patel Market, Surat, 395003</a:t>
            </a:r>
          </a:p>
          <a:p>
            <a:pPr lvl="0" indent="-342900" marL="342900">
              <a:buAutoNum type="arabicPeriod"/>
            </a:pPr>
            <a:r>
              <a:rPr b="1"/>
              <a:t>Adajan Bus Stand ATM</a:t>
            </a:r>
          </a:p>
          <a:p>
            <a:pPr lvl="1"/>
            <a:r>
              <a:rPr/>
              <a:t>Address: Adajan Patia Road, Adajan, Surat, 395009</a:t>
            </a:r>
          </a:p>
          <a:p>
            <a:pPr lvl="0" indent="-342900" marL="342900">
              <a:buAutoNum type="arabicPeriod"/>
            </a:pPr>
            <a:r>
              <a:rPr b="1"/>
              <a:t>Udhna Bus Stand ATM</a:t>
            </a:r>
          </a:p>
          <a:p>
            <a:pPr lvl="1"/>
            <a:r>
              <a:rPr/>
              <a:t>Address: Udhna Main Road, Surat, 394210</a:t>
            </a:r>
          </a:p>
          <a:p>
            <a:pPr lvl="0" indent="-342900" marL="342900">
              <a:buAutoNum type="arabicPeriod"/>
            </a:pPr>
            <a:r>
              <a:rPr b="1"/>
              <a:t>Varachha Bus Stand ATM</a:t>
            </a:r>
          </a:p>
          <a:p>
            <a:pPr lvl="1"/>
            <a:r>
              <a:rPr/>
              <a:t>Address: Varachha Main Road, Surat, 395006</a:t>
            </a:r>
          </a:p>
          <a:p>
            <a:pPr lvl="0" indent="-342900" marL="342900">
              <a:buAutoNum type="arabicPeriod"/>
            </a:pPr>
            <a:r>
              <a:rPr b="1"/>
              <a:t>Ring Road Bus Stand ATM</a:t>
            </a:r>
          </a:p>
          <a:p>
            <a:pPr lvl="1"/>
            <a:r>
              <a:rPr/>
              <a:t>Address: Textile Market, Ring Road, Surat, 395002</a:t>
            </a:r>
          </a:p>
          <a:p>
            <a:pPr lvl="0" indent="-342900" marL="342900">
              <a:buAutoNum type="arabicPeriod"/>
            </a:pPr>
            <a:r>
              <a:rPr b="1"/>
              <a:t>Athwa Gate Bus Stand ATM</a:t>
            </a:r>
          </a:p>
          <a:p>
            <a:pPr lvl="1"/>
            <a:r>
              <a:rPr/>
              <a:t>Address: Athwa Gate, Surat, 395001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 – Rajasthan</a:t>
            </a:r>
          </a:p>
          <a:p>
            <a:pPr lvl="0" indent="-342900" marL="342900">
              <a:buAutoNum type="arabicPeriod"/>
            </a:pPr>
            <a:r>
              <a:rPr b="1"/>
              <a:t>Sindhi Camp Bus Stand ATM</a:t>
            </a:r>
          </a:p>
          <a:p>
            <a:pPr lvl="1"/>
            <a:r>
              <a:rPr/>
              <a:t>Address: Station Rd, Sindhi Camp, Jaipur, 302001</a:t>
            </a:r>
          </a:p>
          <a:p>
            <a:pPr lvl="0" indent="-342900" marL="342900">
              <a:buAutoNum type="arabicPeriod"/>
            </a:pPr>
            <a:r>
              <a:rPr b="1"/>
              <a:t>Narayan Singh Circle Bus Stand ATM</a:t>
            </a:r>
          </a:p>
          <a:p>
            <a:pPr lvl="1"/>
            <a:r>
              <a:rPr/>
              <a:t>Address: Narayan Singh Circle, Tonk Road, Jaipur, 302004</a:t>
            </a:r>
          </a:p>
          <a:p>
            <a:pPr lvl="0" indent="-342900" marL="342900">
              <a:buAutoNum type="arabicPeriod"/>
            </a:pPr>
            <a:r>
              <a:rPr b="1"/>
              <a:t>Bais Godam Bus Stand ATM</a:t>
            </a:r>
          </a:p>
          <a:p>
            <a:pPr lvl="1"/>
            <a:r>
              <a:rPr/>
              <a:t>Address: Bais Godam, Jaipur, 302006</a:t>
            </a:r>
          </a:p>
          <a:p>
            <a:pPr lvl="0" indent="-342900" marL="342900">
              <a:buAutoNum type="arabicPeriod"/>
            </a:pPr>
            <a:r>
              <a:rPr b="1"/>
              <a:t>Mansarovar Bus Stand ATM</a:t>
            </a:r>
          </a:p>
          <a:p>
            <a:pPr lvl="1"/>
            <a:r>
              <a:rPr/>
              <a:t>Address: Mansarovar Metro Station, Jaipur, 302020</a:t>
            </a:r>
          </a:p>
          <a:p>
            <a:pPr lvl="0" indent="-342900" marL="342900">
              <a:buAutoNum type="arabicPeriod"/>
            </a:pPr>
            <a:r>
              <a:rPr b="1"/>
              <a:t>Chomu House Bus Stand ATM</a:t>
            </a:r>
          </a:p>
          <a:p>
            <a:pPr lvl="1"/>
            <a:r>
              <a:rPr/>
              <a:t>Address: Chomu House Circle, Jaipur, 302001</a:t>
            </a:r>
          </a:p>
          <a:p>
            <a:pPr lvl="0" indent="-342900" marL="342900">
              <a:buAutoNum type="arabicPeriod"/>
            </a:pPr>
            <a:r>
              <a:rPr b="1"/>
              <a:t>Ajmeri Gate Bus Stand ATM</a:t>
            </a:r>
          </a:p>
          <a:p>
            <a:pPr lvl="1"/>
            <a:r>
              <a:rPr/>
              <a:t>Address: Ajmeri Gate, MI Road, Jaipur, 302001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 – Uttar Pradesh</a:t>
            </a:r>
          </a:p>
          <a:p>
            <a:pPr lvl="0" indent="-342900" marL="342900">
              <a:buAutoNum type="arabicPeriod"/>
            </a:pPr>
            <a:r>
              <a:rPr b="1"/>
              <a:t>Kaiserbagh Bus Stand ATM</a:t>
            </a:r>
          </a:p>
          <a:p>
            <a:pPr lvl="1"/>
            <a:r>
              <a:rPr/>
              <a:t>Address: Kaiserbagh Bus Stand, Hussainganj, Lucknow, 226018</a:t>
            </a:r>
          </a:p>
          <a:p>
            <a:pPr lvl="0" indent="-342900" marL="342900">
              <a:buAutoNum type="arabicPeriod"/>
            </a:pPr>
            <a:r>
              <a:rPr b="1"/>
              <a:t>Alambagh Bus Stand ATM</a:t>
            </a:r>
          </a:p>
          <a:p>
            <a:pPr lvl="1"/>
            <a:r>
              <a:rPr/>
              <a:t>Address: Kanpur Road, Alambagh, Lucknow, 226005</a:t>
            </a:r>
          </a:p>
          <a:p>
            <a:pPr lvl="0" indent="-342900" marL="342900">
              <a:buAutoNum type="arabicPeriod"/>
            </a:pPr>
            <a:r>
              <a:rPr b="1"/>
              <a:t>Aminabad Bus Stand ATM</a:t>
            </a:r>
          </a:p>
          <a:p>
            <a:pPr lvl="1"/>
            <a:r>
              <a:rPr/>
              <a:t>Address: Aminabad Road, Lucknow, 226018</a:t>
            </a:r>
          </a:p>
          <a:p>
            <a:pPr lvl="0" indent="-342900" marL="342900">
              <a:buAutoNum type="arabicPeriod"/>
            </a:pPr>
            <a:r>
              <a:rPr b="1"/>
              <a:t>Charbagh Bus Stand ATM</a:t>
            </a:r>
          </a:p>
          <a:p>
            <a:pPr lvl="1"/>
            <a:r>
              <a:rPr/>
              <a:t>Address: Lucknow Railway Station Area, Charbagh, Lucknow, 226004</a:t>
            </a:r>
          </a:p>
          <a:p>
            <a:pPr lvl="0" indent="-342900" marL="342900">
              <a:buAutoNum type="arabicPeriod"/>
            </a:pPr>
            <a:r>
              <a:rPr b="1"/>
              <a:t>Polytechnic Chauraha Bus Stand ATM</a:t>
            </a:r>
          </a:p>
          <a:p>
            <a:pPr lvl="1"/>
            <a:r>
              <a:rPr/>
              <a:t>Address: Polytechnic Chauraha, Faizabad Road, Lucknow, 226016</a:t>
            </a:r>
          </a:p>
          <a:p>
            <a:pPr lvl="0" indent="-342900" marL="342900">
              <a:buAutoNum type="arabicPeriod"/>
            </a:pPr>
            <a:r>
              <a:rPr b="1"/>
              <a:t>Gomti Nagar Bus Stand ATM</a:t>
            </a:r>
          </a:p>
          <a:p>
            <a:pPr lvl="1"/>
            <a:r>
              <a:rPr/>
              <a:t>Address: Patrakarpuram, Gomti Nagar, Lucknow, 226010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 – Uttar Pradesh</a:t>
            </a:r>
          </a:p>
          <a:p>
            <a:pPr lvl="0" indent="-342900" marL="342900">
              <a:buAutoNum type="arabicPeriod"/>
            </a:pPr>
            <a:r>
              <a:rPr b="1"/>
              <a:t>Jhakarkati Bus Stand ATM</a:t>
            </a:r>
          </a:p>
          <a:p>
            <a:pPr lvl="1"/>
            <a:r>
              <a:rPr/>
              <a:t>Address: GT Road, Jhakarkati, Kanpur, 208012</a:t>
            </a:r>
          </a:p>
          <a:p>
            <a:pPr lvl="0" indent="-342900" marL="342900">
              <a:buAutoNum type="arabicPeriod"/>
            </a:pPr>
            <a:r>
              <a:rPr b="1"/>
              <a:t>Fazalganj Bus Stand ATM</a:t>
            </a:r>
          </a:p>
          <a:p>
            <a:pPr lvl="1"/>
            <a:r>
              <a:rPr/>
              <a:t>Address: Fazalganj, Kanpur, 208012</a:t>
            </a:r>
          </a:p>
          <a:p>
            <a:pPr lvl="0" indent="-342900" marL="342900">
              <a:buAutoNum type="arabicPeriod"/>
            </a:pPr>
            <a:r>
              <a:rPr b="1"/>
              <a:t>Govind Nagar Bus Stop ATM</a:t>
            </a:r>
          </a:p>
          <a:p>
            <a:pPr lvl="1"/>
            <a:r>
              <a:rPr/>
              <a:t>Address: Govind Nagar, Kanpur, 208006</a:t>
            </a:r>
          </a:p>
          <a:p>
            <a:pPr lvl="0" indent="-342900" marL="342900">
              <a:buAutoNum type="arabicPeriod"/>
            </a:pPr>
            <a:r>
              <a:rPr b="1"/>
              <a:t>Barra Bus Stand ATM</a:t>
            </a:r>
          </a:p>
          <a:p>
            <a:pPr lvl="1"/>
            <a:r>
              <a:rPr/>
              <a:t>Address: Barra Main Road, Kanpur, 208027</a:t>
            </a:r>
          </a:p>
          <a:p>
            <a:pPr lvl="0" indent="-342900" marL="342900">
              <a:buAutoNum type="arabicPeriod"/>
            </a:pPr>
            <a:r>
              <a:rPr b="1"/>
              <a:t>Vikash Nagar Bus Stand ATM</a:t>
            </a:r>
          </a:p>
          <a:p>
            <a:pPr lvl="1"/>
            <a:r>
              <a:rPr/>
              <a:t>Address: Vikas Nagar, Kanpur, 208024</a:t>
            </a:r>
          </a:p>
          <a:p>
            <a:pPr lvl="0" indent="-342900" marL="342900">
              <a:buAutoNum type="arabicPeriod"/>
            </a:pPr>
            <a:r>
              <a:rPr b="1"/>
              <a:t>Rawatpur Bus Stand ATM</a:t>
            </a:r>
          </a:p>
          <a:p>
            <a:pPr lvl="1"/>
            <a:r>
              <a:rPr/>
              <a:t>Address: Rawatpur, Kanpur, 208019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 – Maharashtra</a:t>
            </a:r>
          </a:p>
          <a:p>
            <a:pPr lvl="0" indent="-342900" marL="342900">
              <a:buAutoNum type="arabicPeriod"/>
            </a:pPr>
            <a:r>
              <a:rPr b="1"/>
              <a:t>Ganeshpeth Bus Stand ATM</a:t>
            </a:r>
          </a:p>
          <a:p>
            <a:pPr lvl="1"/>
            <a:r>
              <a:rPr/>
              <a:t>Address: Ganeshpeth Central Bus Stand, Nagpur, 440018</a:t>
            </a:r>
          </a:p>
          <a:p>
            <a:pPr lvl="0" indent="-342900" marL="342900">
              <a:buAutoNum type="arabicPeriod"/>
            </a:pPr>
            <a:r>
              <a:rPr b="1"/>
              <a:t>Mor Bhavan Bus Stand ATM</a:t>
            </a:r>
          </a:p>
          <a:p>
            <a:pPr lvl="1"/>
            <a:r>
              <a:rPr/>
              <a:t>Address: Mor Bhavan ST Stand, Sitabuldi, Nagpur, 440012</a:t>
            </a:r>
          </a:p>
          <a:p>
            <a:pPr lvl="0" indent="-342900" marL="342900">
              <a:buAutoNum type="arabicPeriod"/>
            </a:pPr>
            <a:r>
              <a:rPr b="1"/>
              <a:t>Pardi Bus Stand ATM</a:t>
            </a:r>
          </a:p>
          <a:p>
            <a:pPr lvl="1"/>
            <a:r>
              <a:rPr/>
              <a:t>Address: Pardi, Bhandara Road, Nagpur, 440008</a:t>
            </a:r>
          </a:p>
          <a:p>
            <a:pPr lvl="0" indent="-342900" marL="342900">
              <a:buAutoNum type="arabicPeriod"/>
            </a:pPr>
            <a:r>
              <a:rPr b="1"/>
              <a:t>Wardhaman Nagar Bus Stand ATM</a:t>
            </a:r>
          </a:p>
          <a:p>
            <a:pPr lvl="1"/>
            <a:r>
              <a:rPr/>
              <a:t>Address: Wardhaman Nagar, Nagpur, 440008</a:t>
            </a:r>
          </a:p>
          <a:p>
            <a:pPr lvl="0" indent="-342900" marL="342900">
              <a:buAutoNum type="arabicPeriod"/>
            </a:pPr>
            <a:r>
              <a:rPr b="1"/>
              <a:t>Imambada Bus Stand ATM</a:t>
            </a:r>
          </a:p>
          <a:p>
            <a:pPr lvl="1"/>
            <a:r>
              <a:rPr/>
              <a:t>Address: Imambada, Nagpur, 440018</a:t>
            </a:r>
          </a:p>
          <a:p>
            <a:pPr lvl="0" indent="-342900" marL="342900">
              <a:buAutoNum type="arabicPeriod"/>
            </a:pPr>
            <a:r>
              <a:rPr b="1"/>
              <a:t>Jaripatka Bus Stand ATM</a:t>
            </a:r>
          </a:p>
          <a:p>
            <a:pPr lvl="1"/>
            <a:r>
              <a:rPr/>
              <a:t>Address: Kamptee Road, Jaripatka, Nagpur, 440014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 – Madhya Pradesh</a:t>
            </a:r>
          </a:p>
          <a:p>
            <a:pPr lvl="0" indent="-342900" marL="342900">
              <a:buAutoNum type="arabicPeriod"/>
            </a:pPr>
            <a:r>
              <a:rPr b="1"/>
              <a:t>Sarwate Bus Stand ATM</a:t>
            </a:r>
          </a:p>
          <a:p>
            <a:pPr lvl="1"/>
            <a:r>
              <a:rPr/>
              <a:t>Address: Sarwate Bus Stand, Chhoti Gwaltoli, Indore, 452001</a:t>
            </a:r>
          </a:p>
          <a:p>
            <a:pPr lvl="0" indent="-342900" marL="342900">
              <a:buAutoNum type="arabicPeriod"/>
            </a:pPr>
            <a:r>
              <a:rPr b="1"/>
              <a:t>Gangwal Bus Stand ATM</a:t>
            </a:r>
          </a:p>
          <a:p>
            <a:pPr lvl="1"/>
            <a:r>
              <a:rPr/>
              <a:t>Address: Gangwal Bus Stand, Jawahar Marg, Indore, 452007</a:t>
            </a:r>
          </a:p>
          <a:p>
            <a:pPr lvl="0" indent="-342900" marL="342900">
              <a:buAutoNum type="arabicPeriod"/>
            </a:pPr>
            <a:r>
              <a:rPr b="1"/>
              <a:t>Nai Sadak Bus Stand ATM</a:t>
            </a:r>
          </a:p>
          <a:p>
            <a:pPr lvl="1"/>
            <a:r>
              <a:rPr/>
              <a:t>Address: Nai Sadak, Rajwada, Indore, 452002</a:t>
            </a:r>
          </a:p>
          <a:p>
            <a:pPr lvl="0" indent="-342900" marL="342900">
              <a:buAutoNum type="arabicPeriod"/>
            </a:pPr>
            <a:r>
              <a:rPr b="1"/>
              <a:t>Vijay Nagar Bus Stand ATM</a:t>
            </a:r>
          </a:p>
          <a:p>
            <a:pPr lvl="1"/>
            <a:r>
              <a:rPr/>
              <a:t>Address: Vijay Nagar, Indore, 452010</a:t>
            </a:r>
          </a:p>
          <a:p>
            <a:pPr lvl="0" indent="-342900" marL="342900">
              <a:buAutoNum type="arabicPeriod"/>
            </a:pPr>
            <a:r>
              <a:rPr b="1"/>
              <a:t>Musakhedi Bus Stand ATM</a:t>
            </a:r>
          </a:p>
          <a:p>
            <a:pPr lvl="1"/>
            <a:r>
              <a:rPr/>
              <a:t>Address: Musakhedi, Indore, 452001</a:t>
            </a:r>
          </a:p>
          <a:p>
            <a:pPr lvl="0" indent="-342900" marL="342900">
              <a:buAutoNum type="arabicPeriod"/>
            </a:pPr>
            <a:r>
              <a:rPr b="1"/>
              <a:t>Palasiya Bus Stand ATM</a:t>
            </a:r>
          </a:p>
          <a:p>
            <a:pPr lvl="1"/>
            <a:r>
              <a:rPr/>
              <a:t>Address: Palasiya Square, Indore, 452018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 – Madhya Pradesh</a:t>
            </a:r>
          </a:p>
          <a:p>
            <a:pPr lvl="0" indent="-342900" marL="342900">
              <a:buAutoNum type="arabicPeriod"/>
            </a:pPr>
            <a:r>
              <a:rPr b="1"/>
              <a:t>ISBT Bhopal Bus Stand ATM</a:t>
            </a:r>
          </a:p>
          <a:p>
            <a:pPr lvl="1"/>
            <a:r>
              <a:rPr/>
              <a:t>Address: Kushabhau Thakre Bus Stand, ISBT, Habibganj, Bhopal, 462016</a:t>
            </a:r>
          </a:p>
          <a:p>
            <a:pPr lvl="0" indent="-342900" marL="342900">
              <a:buAutoNum type="arabicPeriod"/>
            </a:pPr>
            <a:r>
              <a:rPr b="1"/>
              <a:t>Nadra Bus Stand ATM</a:t>
            </a:r>
          </a:p>
          <a:p>
            <a:pPr lvl="1"/>
            <a:r>
              <a:rPr/>
              <a:t>Address: Nadra Bus Stand, Hamidia Road, Bhopal, 462001</a:t>
            </a:r>
          </a:p>
          <a:p>
            <a:pPr lvl="0" indent="-342900" marL="342900">
              <a:buAutoNum type="arabicPeriod"/>
            </a:pPr>
            <a:r>
              <a:rPr b="1"/>
              <a:t>Board Office Square Bus Stand ATM</a:t>
            </a:r>
          </a:p>
          <a:p>
            <a:pPr lvl="1"/>
            <a:r>
              <a:rPr/>
              <a:t>Address: Board Office Chouraha, MP Nagar, Bhopal, 462011</a:t>
            </a:r>
          </a:p>
          <a:p>
            <a:pPr lvl="0" indent="-342900" marL="342900">
              <a:buAutoNum type="arabicPeriod"/>
            </a:pPr>
            <a:r>
              <a:rPr b="1"/>
              <a:t>Halalpur Bus Stand ATM</a:t>
            </a:r>
          </a:p>
          <a:p>
            <a:pPr lvl="1"/>
            <a:r>
              <a:rPr/>
              <a:t>Address: Halalpur Bus Stand, Bhopal, 462037</a:t>
            </a:r>
          </a:p>
          <a:p>
            <a:pPr lvl="0" indent="-342900" marL="342900">
              <a:buAutoNum type="arabicPeriod"/>
            </a:pPr>
            <a:r>
              <a:rPr b="1"/>
              <a:t>Berasia Bus Stand ATM</a:t>
            </a:r>
          </a:p>
          <a:p>
            <a:pPr lvl="1"/>
            <a:r>
              <a:rPr/>
              <a:t>Address: Berasia Road, Bhopal, 463106</a:t>
            </a:r>
          </a:p>
          <a:p>
            <a:pPr lvl="0" indent="-342900" marL="342900">
              <a:buAutoNum type="arabicPeriod"/>
            </a:pPr>
            <a:r>
              <a:rPr b="1"/>
              <a:t>Misrod Bus Stand ATM</a:t>
            </a:r>
          </a:p>
          <a:p>
            <a:pPr lvl="1"/>
            <a:r>
              <a:rPr/>
              <a:t>Address: Misrod, Hoshangabad Road, Bhopal, 462026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 – Andhra Pradesh</a:t>
            </a:r>
          </a:p>
          <a:p>
            <a:pPr lvl="0" indent="-342900" marL="342900">
              <a:buAutoNum type="arabicPeriod"/>
            </a:pPr>
            <a:r>
              <a:rPr b="1"/>
              <a:t>RTC Complex Bus Stand ATM</a:t>
            </a:r>
          </a:p>
          <a:p>
            <a:pPr lvl="1"/>
            <a:r>
              <a:rPr/>
              <a:t>Address: RTC Complex, Dwaraka Nagar, Visakhapatnam, 530016</a:t>
            </a:r>
          </a:p>
          <a:p>
            <a:pPr lvl="0" indent="-342900" marL="342900">
              <a:buAutoNum type="arabicPeriod"/>
            </a:pPr>
            <a:r>
              <a:rPr b="1"/>
              <a:t>Maddilapalem Bus Stand ATM</a:t>
            </a:r>
          </a:p>
          <a:p>
            <a:pPr lvl="1"/>
            <a:r>
              <a:rPr/>
              <a:t>Address: Maddilapalem Bus Stand, Visakhapatnam, 530013</a:t>
            </a:r>
          </a:p>
          <a:p>
            <a:pPr lvl="0" indent="-342900" marL="342900">
              <a:buAutoNum type="arabicPeriod"/>
            </a:pPr>
            <a:r>
              <a:rPr b="1"/>
              <a:t>Gajuwaka Bus Stand ATM</a:t>
            </a:r>
          </a:p>
          <a:p>
            <a:pPr lvl="1"/>
            <a:r>
              <a:rPr/>
              <a:t>Address: Gajuwaka Junction, Visakhapatnam, 530026</a:t>
            </a:r>
          </a:p>
          <a:p>
            <a:pPr lvl="0" indent="-342900" marL="342900">
              <a:buAutoNum type="arabicPeriod"/>
            </a:pPr>
            <a:r>
              <a:rPr b="1"/>
              <a:t>NAD Kotha Road Bus Stand ATM</a:t>
            </a:r>
          </a:p>
          <a:p>
            <a:pPr lvl="1"/>
            <a:r>
              <a:rPr/>
              <a:t>Address: NAD Junction, Visakhapatnam, 530009</a:t>
            </a:r>
          </a:p>
          <a:p>
            <a:pPr lvl="0" indent="-342900" marL="342900">
              <a:buAutoNum type="arabicPeriod"/>
            </a:pPr>
            <a:r>
              <a:rPr b="1"/>
              <a:t>Kurmannapalem Bus Stand ATM</a:t>
            </a:r>
          </a:p>
          <a:p>
            <a:pPr lvl="1"/>
            <a:r>
              <a:rPr/>
              <a:t>Address: Kurmannapalem, Visakhapatnam, 530046</a:t>
            </a:r>
          </a:p>
          <a:p>
            <a:pPr lvl="0" indent="-342900" marL="342900">
              <a:buAutoNum type="arabicPeriod"/>
            </a:pPr>
            <a:r>
              <a:rPr b="1"/>
              <a:t>Simhachalam Bus Stand ATM</a:t>
            </a:r>
          </a:p>
          <a:p>
            <a:pPr lvl="1"/>
            <a:r>
              <a:rPr/>
              <a:t>Address: Simhachalam Road, Visakhapatnam, 530028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 – Bihar</a:t>
            </a:r>
          </a:p>
          <a:p>
            <a:pPr lvl="0" indent="-342900" marL="342900">
              <a:buAutoNum type="arabicPeriod"/>
            </a:pPr>
            <a:r>
              <a:rPr b="1"/>
              <a:t>Gandhi Maidan Bus Stand ATM</a:t>
            </a:r>
          </a:p>
          <a:p>
            <a:pPr lvl="1"/>
            <a:r>
              <a:rPr/>
              <a:t>Address: Gandhi Maidan, Ashok Rajpath, Patna, 800001</a:t>
            </a:r>
          </a:p>
          <a:p>
            <a:pPr lvl="0" indent="-342900" marL="342900">
              <a:buAutoNum type="arabicPeriod"/>
            </a:pPr>
            <a:r>
              <a:rPr b="1"/>
              <a:t>Phulwari Sharif Bus Stand ATM</a:t>
            </a:r>
          </a:p>
          <a:p>
            <a:pPr lvl="1"/>
            <a:r>
              <a:rPr/>
              <a:t>Address: Phulwari Sharif, Patna, 801505</a:t>
            </a:r>
          </a:p>
          <a:p>
            <a:pPr lvl="0" indent="-342900" marL="342900">
              <a:buAutoNum type="arabicPeriod"/>
            </a:pPr>
            <a:r>
              <a:rPr b="1"/>
              <a:t>Meetha Neem Bus Stand ATM</a:t>
            </a:r>
          </a:p>
          <a:p>
            <a:pPr lvl="1"/>
            <a:r>
              <a:rPr/>
              <a:t>Address: Meetha Neem, Exhibition Road, Patna, 800001</a:t>
            </a:r>
          </a:p>
          <a:p>
            <a:pPr lvl="0" indent="-342900" marL="342900">
              <a:buAutoNum type="arabicPeriod"/>
            </a:pPr>
            <a:r>
              <a:rPr b="1"/>
              <a:t>Danapur Bus Stand ATM</a:t>
            </a:r>
          </a:p>
          <a:p>
            <a:pPr lvl="1"/>
            <a:r>
              <a:rPr/>
              <a:t>Address: Danapur Cantt, Patna, 801503</a:t>
            </a:r>
          </a:p>
          <a:p>
            <a:pPr lvl="0" indent="-342900" marL="342900">
              <a:buAutoNum type="arabicPeriod"/>
            </a:pPr>
            <a:r>
              <a:rPr b="1"/>
              <a:t>Bailey Road Bus Stand ATM</a:t>
            </a:r>
          </a:p>
          <a:p>
            <a:pPr lvl="1"/>
            <a:r>
              <a:rPr/>
              <a:t>Address: Bailey Road, Rajabazar, Patna, 800014</a:t>
            </a:r>
          </a:p>
          <a:p>
            <a:pPr lvl="0" indent="-342900" marL="342900">
              <a:buAutoNum type="arabicPeriod"/>
            </a:pPr>
            <a:r>
              <a:rPr b="1"/>
              <a:t>Kankarbagh Bus Stand ATM</a:t>
            </a:r>
          </a:p>
          <a:p>
            <a:pPr lvl="1"/>
            <a:r>
              <a:rPr/>
              <a:t>Address: Kankarbagh, Patna, 800020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 – Gujarat</a:t>
            </a:r>
          </a:p>
          <a:p>
            <a:pPr lvl="0" indent="-342900" marL="342900">
              <a:buAutoNum type="arabicPeriod"/>
            </a:pPr>
            <a:r>
              <a:rPr b="1"/>
              <a:t>Central Bus Station ATM</a:t>
            </a:r>
          </a:p>
          <a:p>
            <a:pPr lvl="1"/>
            <a:r>
              <a:rPr/>
              <a:t>Address: Sayajiganj, Central Bus Stand, Vadodara, 390002</a:t>
            </a:r>
          </a:p>
          <a:p>
            <a:pPr lvl="0" indent="-342900" marL="342900">
              <a:buAutoNum type="arabicPeriod"/>
            </a:pPr>
            <a:r>
              <a:rPr b="1"/>
              <a:t>Makarpura Bus Stand ATM</a:t>
            </a:r>
          </a:p>
          <a:p>
            <a:pPr lvl="1"/>
            <a:r>
              <a:rPr/>
              <a:t>Address: Makarpura Road, Vadodara, 390013</a:t>
            </a:r>
          </a:p>
          <a:p>
            <a:pPr lvl="0" indent="-342900" marL="342900">
              <a:buAutoNum type="arabicPeriod"/>
            </a:pPr>
            <a:r>
              <a:rPr b="1"/>
              <a:t>Manjalpur Bus Stand ATM</a:t>
            </a:r>
          </a:p>
          <a:p>
            <a:pPr lvl="1"/>
            <a:r>
              <a:rPr/>
              <a:t>Address: Manjalpur Road, Vadodara, 390011</a:t>
            </a:r>
          </a:p>
          <a:p>
            <a:pPr lvl="0" indent="-342900" marL="342900">
              <a:buAutoNum type="arabicPeriod"/>
            </a:pPr>
            <a:r>
              <a:rPr b="1"/>
              <a:t>Akota Bus Stand ATM</a:t>
            </a:r>
          </a:p>
          <a:p>
            <a:pPr lvl="1"/>
            <a:r>
              <a:rPr/>
              <a:t>Address: Akota Road, Vadodara, 390020</a:t>
            </a:r>
          </a:p>
          <a:p>
            <a:pPr lvl="0" indent="-342900" marL="342900">
              <a:buAutoNum type="arabicPeriod"/>
            </a:pPr>
            <a:r>
              <a:rPr b="1"/>
              <a:t>Nizampura Bus Stand ATM</a:t>
            </a:r>
          </a:p>
          <a:p>
            <a:pPr lvl="1"/>
            <a:r>
              <a:rPr/>
              <a:t>Address: Nizampura Main Road, Vadodara, 390024</a:t>
            </a:r>
          </a:p>
          <a:p>
            <a:pPr lvl="0" indent="-342900" marL="342900">
              <a:buAutoNum type="arabicPeriod"/>
            </a:pPr>
            <a:r>
              <a:rPr b="1"/>
              <a:t>Waghodia Road Bus Stand ATM</a:t>
            </a:r>
          </a:p>
          <a:p>
            <a:pPr lvl="1"/>
            <a:r>
              <a:rPr/>
              <a:t>Address: Waghodia Road, Vadodara, 390019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 – Punjab</a:t>
            </a:r>
          </a:p>
          <a:p>
            <a:pPr lvl="0" indent="-342900" marL="342900">
              <a:buAutoNum type="arabicPeriod"/>
            </a:pPr>
            <a:r>
              <a:rPr b="1"/>
              <a:t>ISBT Ludhiana Bus Stand ATM</a:t>
            </a:r>
          </a:p>
          <a:p>
            <a:pPr lvl="1"/>
            <a:r>
              <a:rPr/>
              <a:t>Address: ISBT Ludhiana, G.T. Road, Ludhiana, 141008</a:t>
            </a:r>
          </a:p>
          <a:p>
            <a:pPr lvl="0" indent="-342900" marL="342900">
              <a:buAutoNum type="arabicPeriod"/>
            </a:pPr>
            <a:r>
              <a:rPr b="1"/>
              <a:t>Jagraon Bridge Bus Stand ATM</a:t>
            </a:r>
          </a:p>
          <a:p>
            <a:pPr lvl="1"/>
            <a:r>
              <a:rPr/>
              <a:t>Address: Jagraon Bridge Chowk, Ludhiana, 141001</a:t>
            </a:r>
          </a:p>
          <a:p>
            <a:pPr lvl="0" indent="-342900" marL="342900">
              <a:buAutoNum type="arabicPeriod"/>
            </a:pPr>
            <a:r>
              <a:rPr b="1"/>
              <a:t>Gill Road Bus Stand ATM</a:t>
            </a:r>
          </a:p>
          <a:p>
            <a:pPr lvl="1"/>
            <a:r>
              <a:rPr/>
              <a:t>Address: Gill Road, Ludhiana, 141003</a:t>
            </a:r>
          </a:p>
          <a:p>
            <a:pPr lvl="0" indent="-342900" marL="342900">
              <a:buAutoNum type="arabicPeriod"/>
            </a:pPr>
            <a:r>
              <a:rPr b="1"/>
              <a:t>Moti Nagar Bus Stand ATM</a:t>
            </a:r>
          </a:p>
          <a:p>
            <a:pPr lvl="1"/>
            <a:r>
              <a:rPr/>
              <a:t>Address: Moti Nagar, Ludhiana, 141010</a:t>
            </a:r>
          </a:p>
          <a:p>
            <a:pPr lvl="0" indent="-342900" marL="342900">
              <a:buAutoNum type="arabicPeriod"/>
            </a:pPr>
            <a:r>
              <a:rPr b="1"/>
              <a:t>Dugri Road Bus Stand ATM</a:t>
            </a:r>
          </a:p>
          <a:p>
            <a:pPr lvl="1"/>
            <a:r>
              <a:rPr/>
              <a:t>Address: Dugri Road, Ludhiana, 141013</a:t>
            </a:r>
          </a:p>
          <a:p>
            <a:pPr lvl="0" indent="-342900" marL="342900">
              <a:buAutoNum type="arabicPeriod"/>
            </a:pPr>
            <a:r>
              <a:rPr b="1"/>
              <a:t>Clock Tower Bus Stand ATM</a:t>
            </a:r>
          </a:p>
          <a:p>
            <a:pPr lvl="1"/>
            <a:r>
              <a:rPr/>
              <a:t>Address: Near Clock Tower, Old Bus Stand, Ludhiana, 141008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 – Tamil Nadu</a:t>
            </a:r>
          </a:p>
          <a:p>
            <a:pPr lvl="0" indent="-342900" marL="342900">
              <a:buAutoNum type="arabicPeriod"/>
            </a:pPr>
            <a:r>
              <a:rPr b="1"/>
              <a:t>Gandhipuram Bus Stand ATM</a:t>
            </a:r>
          </a:p>
          <a:p>
            <a:pPr lvl="1"/>
            <a:r>
              <a:rPr/>
              <a:t>Address: Gandhipuram Central Bus Stand, Coimbatore, 641012</a:t>
            </a:r>
          </a:p>
          <a:p>
            <a:pPr lvl="0" indent="-342900" marL="342900">
              <a:buAutoNum type="arabicPeriod"/>
            </a:pPr>
            <a:r>
              <a:rPr b="1"/>
              <a:t>Ukkadam Bus Stand ATM</a:t>
            </a:r>
          </a:p>
          <a:p>
            <a:pPr lvl="1"/>
            <a:r>
              <a:rPr/>
              <a:t>Address: Ukkadam Bus Stand, Coimbatore, 641001</a:t>
            </a:r>
          </a:p>
          <a:p>
            <a:pPr lvl="0" indent="-342900" marL="342900">
              <a:buAutoNum type="arabicPeriod"/>
            </a:pPr>
            <a:r>
              <a:rPr b="1"/>
              <a:t>Singanallur Bus Stand ATM</a:t>
            </a:r>
          </a:p>
          <a:p>
            <a:pPr lvl="1"/>
            <a:r>
              <a:rPr/>
              <a:t>Address: Trichy Road, Singanallur, Coimbatore, 641005</a:t>
            </a:r>
          </a:p>
          <a:p>
            <a:pPr lvl="0" indent="-342900" marL="342900">
              <a:buAutoNum type="arabicPeriod"/>
            </a:pPr>
            <a:r>
              <a:rPr b="1"/>
              <a:t>Saibaba Colony Bus Depot ATM</a:t>
            </a:r>
          </a:p>
          <a:p>
            <a:pPr lvl="1"/>
            <a:r>
              <a:rPr/>
              <a:t>Address: Saibaba Colony, Coimbatore, 641011</a:t>
            </a:r>
          </a:p>
          <a:p>
            <a:pPr lvl="0" indent="-342900" marL="342900">
              <a:buAutoNum type="arabicPeriod"/>
            </a:pPr>
            <a:r>
              <a:rPr b="1"/>
              <a:t>Sitra Bus Stand ATM</a:t>
            </a:r>
          </a:p>
          <a:p>
            <a:pPr lvl="1"/>
            <a:r>
              <a:rPr/>
              <a:t>Address: Avinashi Road, Airport Area, Coimbatore, 641014</a:t>
            </a:r>
          </a:p>
          <a:p>
            <a:pPr lvl="0" indent="-342900" marL="342900">
              <a:buAutoNum type="arabicPeriod"/>
            </a:pPr>
            <a:r>
              <a:rPr b="1"/>
              <a:t>Ondipudur Bus Stand ATM</a:t>
            </a:r>
          </a:p>
          <a:p>
            <a:pPr lvl="1"/>
            <a:r>
              <a:rPr/>
              <a:t>Address: Ondipudur, Coimbatore, 641016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2025-07-30T07:49:55Z</dcterms:created>
  <dcterms:modified xsi:type="dcterms:W3CDTF">2025-07-30T07:49:55Z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