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Zia – Your 24/7 Banking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</a:t>
            </a:r>
            <a:r>
              <a:rPr b="1"/>
              <a:t>ASK Zia</a:t>
            </a:r>
            <a:r>
              <a:rPr/>
              <a:t>, ZX Bank’s intelligent AI-powered chatbot, designed to make your banking experience seamless, simple, and secure. Now available on both our website and WhatsApp!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ASK Zia on Website</a:t>
            </a:r>
          </a:p>
          <a:p>
            <a:pPr lvl="0"/>
            <a:r>
              <a:rPr b="1"/>
              <a:t>Instant Answers</a:t>
            </a:r>
            <a:r>
              <a:rPr/>
              <a:t>: Get real-time responses to your banking queries.</a:t>
            </a:r>
          </a:p>
          <a:p>
            <a:pPr lvl="0"/>
            <a:r>
              <a:rPr b="1"/>
              <a:t>Smart Assistance</a:t>
            </a:r>
            <a:r>
              <a:rPr/>
              <a:t>: From locating branches and ATMs to product information (accounts, loans, credit cards, etc.).</a:t>
            </a:r>
          </a:p>
          <a:p>
            <a:pPr lvl="0"/>
            <a:r>
              <a:rPr b="1"/>
              <a:t>Secure Service Requests</a:t>
            </a:r>
            <a:r>
              <a:rPr/>
              <a:t>: Request statements, check balances, or block lost cards—directly from your browser.</a:t>
            </a:r>
          </a:p>
          <a:p>
            <a:pPr lvl="0"/>
            <a:r>
              <a:rPr b="1"/>
              <a:t>Product Comparisons</a:t>
            </a:r>
            <a:r>
              <a:rPr/>
              <a:t>: Let Zia guide you to the right savings account, loan, or card.</a:t>
            </a:r>
          </a:p>
          <a:p>
            <a:pPr lvl="0"/>
            <a:r>
              <a:rPr b="1"/>
              <a:t>24/7 Availability</a:t>
            </a:r>
            <a:r>
              <a:rPr/>
              <a:t>: Zia is always online, ready to help whenever you visit www.zxbank.asia.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ASK Zia on WhatsApp</a:t>
            </a:r>
          </a:p>
          <a:p>
            <a:pPr lvl="0"/>
            <a:r>
              <a:rPr b="1"/>
              <a:t>Easy Onboarding</a:t>
            </a:r>
            <a:r>
              <a:rPr/>
              <a:t>: Start a chat by saving our official number and saying “Hello Zia!”</a:t>
            </a:r>
          </a:p>
          <a:p>
            <a:pPr lvl="0"/>
            <a:r>
              <a:rPr b="1"/>
              <a:t>Quick Banking Tasks</a:t>
            </a:r>
            <a:r>
              <a:rPr/>
              <a:t>: Balance checks, mini statements, fund transfers, bill payments—all from your WhatsApp chat.</a:t>
            </a:r>
          </a:p>
          <a:p>
            <a:pPr lvl="0"/>
            <a:r>
              <a:rPr b="1"/>
              <a:t>Bill Reminders &amp; Alerts</a:t>
            </a:r>
            <a:r>
              <a:rPr/>
              <a:t>: Receive timely reminders and transaction notifications.</a:t>
            </a:r>
          </a:p>
          <a:p>
            <a:pPr lvl="0"/>
            <a:r>
              <a:rPr b="1"/>
              <a:t>Personal Financial Insights</a:t>
            </a:r>
            <a:r>
              <a:rPr/>
              <a:t>: Zia summarizes spending and gives savings tips.</a:t>
            </a:r>
          </a:p>
          <a:p>
            <a:pPr lvl="0"/>
            <a:r>
              <a:rPr b="1"/>
              <a:t>Language Support</a:t>
            </a:r>
            <a:r>
              <a:rPr/>
              <a:t>: Interact in English, Hindi, Sinhala, Bengali, and Nepali.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Safe &amp; Private</a:t>
            </a:r>
          </a:p>
          <a:p>
            <a:pPr lvl="0" indent="0" marL="0">
              <a:buNone/>
            </a:pPr>
            <a:r>
              <a:rPr/>
              <a:t>ASK Zia uses </a:t>
            </a:r>
            <a:r>
              <a:rPr b="1"/>
              <a:t>end-to-end encryption</a:t>
            </a:r>
            <a:r>
              <a:rPr/>
              <a:t>, secure authentication, and never asks for sensitive data like your PIN or passwords.</a:t>
            </a:r>
          </a:p>
          <a:p>
            <a:pPr lvl="0" indent="0" marL="0">
              <a:buNone/>
            </a:pPr>
            <a:r>
              <a:rPr i="1"/>
              <a:t>All actions performed via Zia comply with ZX Bank’s privacy and security policies.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 Website</a:t>
            </a:r>
          </a:p>
          <a:p>
            <a:pPr lvl="0" indent="-342900" marL="342900">
              <a:buAutoNum type="arabicPeriod"/>
            </a:pPr>
            <a:r>
              <a:rPr/>
              <a:t>Look for the Zia chat icon on www.zxbank.asia.</a:t>
            </a:r>
          </a:p>
          <a:p>
            <a:pPr lvl="0" indent="-342900" marL="342900">
              <a:buAutoNum type="arabicPeriod"/>
            </a:pPr>
            <a:r>
              <a:rPr/>
              <a:t>Start typing your question – Zia responds instantly!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 WhatsApp</a:t>
            </a:r>
          </a:p>
          <a:p>
            <a:pPr lvl="0" indent="-342900" marL="342900">
              <a:buAutoNum type="arabicPeriod"/>
            </a:pPr>
            <a:r>
              <a:rPr/>
              <a:t>Save our official WhatsApp number: </a:t>
            </a:r>
            <a:r>
              <a:rPr b="1"/>
              <a:t>+91-XXX-XXX-XXXX</a:t>
            </a:r>
          </a:p>
          <a:p>
            <a:pPr lvl="0" indent="-342900" marL="342900">
              <a:buAutoNum type="arabicPeriod"/>
            </a:pPr>
            <a:r>
              <a:rPr/>
              <a:t>Send a message: </a:t>
            </a:r>
            <a:r>
              <a:rPr>
                <a:latin typeface="Courier"/>
              </a:rPr>
              <a:t>Hello Zia</a:t>
            </a:r>
          </a:p>
          <a:p>
            <a:pPr lvl="0" indent="-342900" marL="342900">
              <a:buAutoNum type="arabicPeriod"/>
            </a:pPr>
            <a:r>
              <a:rPr/>
              <a:t>Follow prompts to access banking features.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Ask Zia?</a:t>
            </a:r>
          </a:p>
          <a:p>
            <a:pPr lvl="0"/>
            <a:r>
              <a:rPr/>
              <a:t>No queues, no waiting.</a:t>
            </a:r>
          </a:p>
          <a:p>
            <a:pPr lvl="0"/>
            <a:r>
              <a:rPr/>
              <a:t>Simple answers for complex questions.</a:t>
            </a:r>
          </a:p>
          <a:p>
            <a:pPr lvl="0"/>
            <a:r>
              <a:rPr/>
              <a:t>Personalized, friendly, and multilingual support.</a:t>
            </a:r>
          </a:p>
          <a:p>
            <a:pPr lvl="0"/>
            <a:r>
              <a:rPr/>
              <a:t>Works anytime, anywhere in South Asia.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Have a question? Just ASK Zia!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2025-07-30T07:50:42Z</dcterms:created>
  <dcterms:modified xsi:type="dcterms:W3CDTF">2025-07-30T07:50:42Z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