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/business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– Business Loans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supports entrepreneurs, small businesses, and corporates across South Asia with a comprehensive suite of </a:t>
            </a:r>
            <a:r>
              <a:rPr b="1"/>
              <a:t>Business Loans</a:t>
            </a:r>
            <a:r>
              <a:rPr/>
              <a:t> designed for growth, innovation, and resilience.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Choose ZX Bank for Business Loans?</a:t>
            </a:r>
          </a:p>
          <a:p>
            <a:pPr lvl="0"/>
            <a:r>
              <a:rPr b="1"/>
              <a:t>Pan-South Asia Presence</a:t>
            </a:r>
            <a:r>
              <a:rPr/>
              <a:t>: Access loan solutions in India, Sri Lanka, Bangladesh, Bhutan, and Nepal.</a:t>
            </a:r>
          </a:p>
          <a:p>
            <a:pPr lvl="0"/>
            <a:r>
              <a:rPr b="1"/>
              <a:t>Fast Approvals</a:t>
            </a:r>
            <a:r>
              <a:rPr/>
              <a:t>: Streamlined e-KYC and digital application process.</a:t>
            </a:r>
          </a:p>
          <a:p>
            <a:pPr lvl="0"/>
            <a:r>
              <a:rPr b="1"/>
              <a:t>Customized Solutions</a:t>
            </a:r>
            <a:r>
              <a:rPr/>
              <a:t>: Products tailored for SMEs, corporates, exporters, and women-led businesses.</a:t>
            </a:r>
          </a:p>
          <a:p>
            <a:pPr lvl="0"/>
            <a:r>
              <a:rPr b="1"/>
              <a:t>Flexible Repayment</a:t>
            </a:r>
            <a:r>
              <a:rPr/>
              <a:t>: Options designed to match your cash flow cycles.</a:t>
            </a:r>
          </a:p>
          <a:p>
            <a:pPr lvl="0"/>
            <a:r>
              <a:rPr b="1"/>
              <a:t>Digital Banking</a:t>
            </a:r>
            <a:r>
              <a:rPr/>
              <a:t>: Manage your loan through the ZX Bank Asia app or NetBanking.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Types of Business Loans Offered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Working Capital Loans</a:t>
            </a:r>
          </a:p>
          <a:p>
            <a:pPr lvl="0" indent="0" marL="1270000">
              <a:buNone/>
            </a:pPr>
            <a:r>
              <a:rPr sz="2000"/>
              <a:t>Manage day-to-day expenses, purchase inventory, cover receivables, or fund operations.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Term Loans</a:t>
            </a:r>
          </a:p>
          <a:p>
            <a:pPr lvl="0" indent="0" marL="1270000">
              <a:buNone/>
            </a:pPr>
            <a:r>
              <a:rPr sz="2000"/>
              <a:t>For business expansion, asset purchase, or infrastructure development. Available both as short-term and long-term tenures.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SME Loans</a:t>
            </a:r>
          </a:p>
          <a:p>
            <a:pPr lvl="0" indent="0" marL="1270000">
              <a:buNone/>
            </a:pPr>
            <a:r>
              <a:rPr sz="2000"/>
              <a:t>Special category for micro, small, and medium enterprises with minimal paperwork and attractive rates.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Trade Finance Solutions</a:t>
            </a:r>
          </a:p>
          <a:p>
            <a:pPr lvl="0" indent="0" marL="1270000">
              <a:buNone/>
            </a:pPr>
            <a:r>
              <a:rPr sz="2000"/>
              <a:t>Letters of Credit, Bank Guarantees, Bill Discounting, and other export/import funding.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5. Women Empowerment Loans</a:t>
            </a:r>
          </a:p>
          <a:p>
            <a:pPr lvl="0" indent="0" marL="1270000">
              <a:buNone/>
            </a:pPr>
            <a:r>
              <a:rPr sz="2000"/>
              <a:t>Tailored loans for women entrepreneurs and women-led businesses across South Asia.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 Green &amp; Sustainability Loans</a:t>
            </a:r>
          </a:p>
          <a:p>
            <a:pPr lvl="0" indent="0" marL="1270000">
              <a:buNone/>
            </a:pPr>
            <a:r>
              <a:rPr sz="2000"/>
              <a:t>Financing for renewable energy, eco-friendly infrastructure, and climate-smart business initiatives.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to Apply?</a:t>
            </a:r>
          </a:p>
          <a:p>
            <a:pPr lvl="0" indent="-342900" marL="342900">
              <a:buAutoNum type="arabicPeriod"/>
            </a:pPr>
            <a:r>
              <a:rPr b="1"/>
              <a:t>Visit:</a:t>
            </a:r>
            <a:r>
              <a:rPr/>
              <a:t> Any ZX Bank branch in your country, or apply online via </a:t>
            </a:r>
            <a:r>
              <a:rPr>
                <a:hlinkClick r:id="rId2"/>
              </a:rPr>
              <a:t>ZX Bank Asia App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 b="1"/>
              <a:t>Eligibility:</a:t>
            </a:r>
            <a:r>
              <a:rPr/>
              <a:t> The following may apply—</a:t>
            </a:r>
          </a:p>
          <a:p>
            <a:pPr lvl="1"/>
            <a:r>
              <a:rPr/>
              <a:t>Proprietorships, Partnerships, Private/Public Limited Companies, Start-ups, Women Entrepreneurs</a:t>
            </a:r>
          </a:p>
          <a:p>
            <a:pPr lvl="1"/>
            <a:r>
              <a:rPr/>
              <a:t>Meets bank’s KYC and credit criteria</a:t>
            </a:r>
          </a:p>
          <a:p>
            <a:pPr lvl="0" indent="-342900" marL="342900">
              <a:buAutoNum type="arabicPeriod"/>
            </a:pPr>
            <a:r>
              <a:rPr b="1"/>
              <a:t>Documents:</a:t>
            </a:r>
            <a:r>
              <a:rPr/>
              <a:t> Easy digital submission:</a:t>
            </a:r>
          </a:p>
          <a:p>
            <a:pPr lvl="1"/>
            <a:r>
              <a:rPr/>
              <a:t>Business proof, Financial statements, KYC documents, Project report (if applicable)</a:t>
            </a:r>
          </a:p>
          <a:p>
            <a:pPr lvl="0" indent="-342900" marL="342900">
              <a:buAutoNum type="arabicPeriod"/>
            </a:pPr>
            <a:r>
              <a:rPr b="1"/>
              <a:t>Approval &amp; Disbursal:</a:t>
            </a:r>
            <a:r>
              <a:rPr/>
              <a:t> Fast-track approval with door-step service for eligible applicants.</a:t>
            </a:r>
          </a:p>
          <a:p>
            <a:pPr lvl="0" indent="-342900" marL="342900">
              <a:buAutoNum type="arabicPeriod"/>
            </a:pPr>
            <a:r>
              <a:rPr b="1"/>
              <a:t>Manage:</a:t>
            </a:r>
            <a:r>
              <a:rPr/>
              <a:t> Track disbursal, EMI, and statements with the ZX Bank Asia app.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Need Guidance?</a:t>
            </a:r>
          </a:p>
          <a:p>
            <a:pPr lvl="0"/>
            <a:r>
              <a:rPr b="1"/>
              <a:t>AI Finance Assistant “Zia”</a:t>
            </a:r>
            <a:r>
              <a:rPr/>
              <a:t>: Instantly check eligibility, required documents, and estimated EMIs via the ZX Bank Asia app.</a:t>
            </a:r>
          </a:p>
          <a:p>
            <a:pPr lvl="0"/>
            <a:r>
              <a:rPr b="1"/>
              <a:t>Dedicated Relationship Managers</a:t>
            </a:r>
            <a:r>
              <a:rPr/>
              <a:t>: Available for personalized solutions and on-ground support.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Empower Your Business With ZX Bank</a:t>
            </a:r>
          </a:p>
          <a:p>
            <a:pPr lvl="0" indent="0" marL="0">
              <a:buNone/>
            </a:pPr>
            <a:r>
              <a:rPr/>
              <a:t>From startups to established corporates, ZX Bank is your partner for responsible, rapid, and robust business financing across India, Sri Lanka, Bangladesh, Bhutan, and Nepal.</a:t>
            </a:r>
          </a:p>
          <a:p>
            <a:pPr lvl="0" indent="0" marL="1270000">
              <a:buNone/>
            </a:pPr>
            <a:r>
              <a:rPr sz="2000" b="1"/>
              <a:t>Ready to grow? </a:t>
            </a:r>
            <a:r>
              <a:rPr sz="2000" b="1">
                <a:hlinkClick r:id="rId2"/>
              </a:rPr>
              <a:t>Apply Now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2025-07-30T07:48:24Z</dcterms:created>
  <dcterms:modified xsi:type="dcterms:W3CDTF">2025-07-30T07:48:24Z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