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ZX Bank Lucknow Branch Network</a:t>
            </a:r>
          </a:p>
        </p:txBody>
      </p:sp>
      <p:sp>
        <p:nvSpPr>
          <p:cNvPr id="3" name="Content Placeholder 2"/>
          <p:cNvSpPr>
            <a:spLocks noGrp="1"/>
          </p:cNvSpPr>
          <p:nvPr>
            <p:ph idx="1"/>
          </p:nvPr>
        </p:nvSpPr>
        <p:spPr/>
        <p:txBody>
          <a:bodyPr/>
          <a:lstStyle/>
          <a:p>
            <a:pPr lvl="0" indent="0" marL="0">
              <a:buNone/>
            </a:pPr>
            <a:r>
              <a:rPr/>
              <a:t>ZX Bank has established a comprehensive banking network across Lucknow, ensuring residents of every major region—North, South, East, West, and Central Lucknow—can access modern banking services with ease. With 22 strategically located branches, customers benefit from seamless banking, personalized advisory, and digital services across the city. The following tables provide details of ZX Bank’s branch locations, IFSC codes, and contact numbers, organized by region for convenience.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North Lucknow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Aliganj Main Road, Sector C, Aliganj</a:t>
                      </a:r>
                    </a:p>
                  </a:txBody>
                </a:tc>
                <a:tc>
                  <a:txBody>
                    <a:bodyPr/>
                    <a:lstStyle/>
                    <a:p>
                      <a:pPr lvl="0" indent="0" marL="0">
                        <a:buNone/>
                      </a:pPr>
                      <a:r>
                        <a:rPr/>
                        <a:t>ZXIN0001012</a:t>
                      </a:r>
                    </a:p>
                  </a:txBody>
                </a:tc>
                <a:tc>
                  <a:txBody>
                    <a:bodyPr/>
                    <a:lstStyle/>
                    <a:p>
                      <a:pPr lvl="0" indent="0" marL="0">
                        <a:buNone/>
                      </a:pPr>
                      <a:r>
                        <a:rPr/>
                        <a:t>0522-2220101</a:t>
                      </a:r>
                    </a:p>
                  </a:txBody>
                </a:tc>
              </a:tr>
              <a:tr h="0">
                <a:tc>
                  <a:txBody>
                    <a:bodyPr/>
                    <a:lstStyle/>
                    <a:p>
                      <a:pPr lvl="0" indent="0" marL="0">
                        <a:buNone/>
                      </a:pPr>
                      <a:r>
                        <a:rPr/>
                        <a:t>2. Sitapur Road, Kalyanpur</a:t>
                      </a:r>
                    </a:p>
                  </a:txBody>
                </a:tc>
                <a:tc>
                  <a:txBody>
                    <a:bodyPr/>
                    <a:lstStyle/>
                    <a:p>
                      <a:pPr lvl="0" indent="0" marL="0">
                        <a:buNone/>
                      </a:pPr>
                      <a:r>
                        <a:rPr/>
                        <a:t>ZXIN0001013</a:t>
                      </a:r>
                    </a:p>
                  </a:txBody>
                </a:tc>
                <a:tc>
                  <a:txBody>
                    <a:bodyPr/>
                    <a:lstStyle/>
                    <a:p>
                      <a:pPr lvl="0" indent="0" marL="0">
                        <a:buNone/>
                      </a:pPr>
                      <a:r>
                        <a:rPr/>
                        <a:t>0522-2230145</a:t>
                      </a:r>
                    </a:p>
                  </a:txBody>
                </a:tc>
              </a:tr>
              <a:tr h="0">
                <a:tc>
                  <a:txBody>
                    <a:bodyPr/>
                    <a:lstStyle/>
                    <a:p>
                      <a:pPr lvl="0" indent="0" marL="0">
                        <a:buNone/>
                      </a:pPr>
                      <a:r>
                        <a:rPr/>
                        <a:t>3. Jankipuram Extension, Near Engineering College</a:t>
                      </a:r>
                    </a:p>
                  </a:txBody>
                </a:tc>
                <a:tc>
                  <a:txBody>
                    <a:bodyPr/>
                    <a:lstStyle/>
                    <a:p>
                      <a:pPr lvl="0" indent="0" marL="0">
                        <a:buNone/>
                      </a:pPr>
                      <a:r>
                        <a:rPr/>
                        <a:t>ZXIN0001014</a:t>
                      </a:r>
                    </a:p>
                  </a:txBody>
                </a:tc>
                <a:tc>
                  <a:txBody>
                    <a:bodyPr/>
                    <a:lstStyle/>
                    <a:p>
                      <a:pPr lvl="0" indent="0" marL="0">
                        <a:buNone/>
                      </a:pPr>
                      <a:r>
                        <a:rPr/>
                        <a:t>0522-2240501</a:t>
                      </a:r>
                    </a:p>
                  </a:txBody>
                </a:tc>
              </a:tr>
              <a:tr h="0">
                <a:tc>
                  <a:txBody>
                    <a:bodyPr/>
                    <a:lstStyle/>
                    <a:p>
                      <a:pPr lvl="0" indent="0" marL="0">
                        <a:buNone/>
                      </a:pPr>
                      <a:r>
                        <a:rPr/>
                        <a:t>4. Vikas Nagar, Sector 9</a:t>
                      </a:r>
                    </a:p>
                  </a:txBody>
                </a:tc>
                <a:tc>
                  <a:txBody>
                    <a:bodyPr/>
                    <a:lstStyle/>
                    <a:p>
                      <a:pPr lvl="0" indent="0" marL="0">
                        <a:buNone/>
                      </a:pPr>
                      <a:r>
                        <a:rPr/>
                        <a:t>ZXIN0001015</a:t>
                      </a:r>
                    </a:p>
                  </a:txBody>
                </a:tc>
                <a:tc>
                  <a:txBody>
                    <a:bodyPr/>
                    <a:lstStyle/>
                    <a:p>
                      <a:pPr lvl="0" indent="0" marL="0">
                        <a:buNone/>
                      </a:pPr>
                      <a:r>
                        <a:rPr/>
                        <a:t>0522-2250603</a:t>
                      </a:r>
                    </a:p>
                  </a:txBody>
                </a:tc>
              </a:tr>
              <a:tr h="0">
                <a:tc>
                  <a:txBody>
                    <a:bodyPr/>
                    <a:lstStyle/>
                    <a:p>
                      <a:pPr lvl="0" indent="0" marL="0">
                        <a:buNone/>
                      </a:pPr>
                      <a:r>
                        <a:rPr/>
                        <a:t>5. Mahanagar, Near Ram Ram Bank Circle</a:t>
                      </a:r>
                    </a:p>
                  </a:txBody>
                </a:tc>
                <a:tc>
                  <a:txBody>
                    <a:bodyPr/>
                    <a:lstStyle/>
                    <a:p>
                      <a:pPr lvl="0" indent="0" marL="0">
                        <a:buNone/>
                      </a:pPr>
                      <a:r>
                        <a:rPr/>
                        <a:t>ZXIN0001016</a:t>
                      </a:r>
                    </a:p>
                  </a:txBody>
                </a:tc>
                <a:tc>
                  <a:txBody>
                    <a:bodyPr/>
                    <a:lstStyle/>
                    <a:p>
                      <a:pPr lvl="0" indent="0" marL="0">
                        <a:buNone/>
                      </a:pPr>
                      <a:r>
                        <a:rPr/>
                        <a:t>0522-2260312</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South Lucknow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Raebareli Road, South City Gate</a:t>
                      </a:r>
                    </a:p>
                  </a:txBody>
                </a:tc>
                <a:tc>
                  <a:txBody>
                    <a:bodyPr/>
                    <a:lstStyle/>
                    <a:p>
                      <a:pPr lvl="0" indent="0" marL="0">
                        <a:buNone/>
                      </a:pPr>
                      <a:r>
                        <a:rPr/>
                        <a:t>ZXIN0001021</a:t>
                      </a:r>
                    </a:p>
                  </a:txBody>
                </a:tc>
                <a:tc>
                  <a:txBody>
                    <a:bodyPr/>
                    <a:lstStyle/>
                    <a:p>
                      <a:pPr lvl="0" indent="0" marL="0">
                        <a:buNone/>
                      </a:pPr>
                      <a:r>
                        <a:rPr/>
                        <a:t>0522-2370407</a:t>
                      </a:r>
                    </a:p>
                  </a:txBody>
                </a:tc>
              </a:tr>
              <a:tr h="0">
                <a:tc>
                  <a:txBody>
                    <a:bodyPr/>
                    <a:lstStyle/>
                    <a:p>
                      <a:pPr lvl="0" indent="0" marL="0">
                        <a:buNone/>
                      </a:pPr>
                      <a:r>
                        <a:rPr/>
                        <a:t>2. Telibagh Market, Near Sector 5</a:t>
                      </a:r>
                    </a:p>
                  </a:txBody>
                </a:tc>
                <a:tc>
                  <a:txBody>
                    <a:bodyPr/>
                    <a:lstStyle/>
                    <a:p>
                      <a:pPr lvl="0" indent="0" marL="0">
                        <a:buNone/>
                      </a:pPr>
                      <a:r>
                        <a:rPr/>
                        <a:t>ZXIN0001022</a:t>
                      </a:r>
                    </a:p>
                  </a:txBody>
                </a:tc>
                <a:tc>
                  <a:txBody>
                    <a:bodyPr/>
                    <a:lstStyle/>
                    <a:p>
                      <a:pPr lvl="0" indent="0" marL="0">
                        <a:buNone/>
                      </a:pPr>
                      <a:r>
                        <a:rPr/>
                        <a:t>0522-2380784</a:t>
                      </a:r>
                    </a:p>
                  </a:txBody>
                </a:tc>
              </a:tr>
              <a:tr h="0">
                <a:tc>
                  <a:txBody>
                    <a:bodyPr/>
                    <a:lstStyle/>
                    <a:p>
                      <a:pPr lvl="0" indent="0" marL="0">
                        <a:buNone/>
                      </a:pPr>
                      <a:r>
                        <a:rPr/>
                        <a:t>3. PGI Road, Opposite SGPGI Hospital</a:t>
                      </a:r>
                    </a:p>
                  </a:txBody>
                </a:tc>
                <a:tc>
                  <a:txBody>
                    <a:bodyPr/>
                    <a:lstStyle/>
                    <a:p>
                      <a:pPr lvl="0" indent="0" marL="0">
                        <a:buNone/>
                      </a:pPr>
                      <a:r>
                        <a:rPr/>
                        <a:t>ZXIN0001023</a:t>
                      </a:r>
                    </a:p>
                  </a:txBody>
                </a:tc>
                <a:tc>
                  <a:txBody>
                    <a:bodyPr/>
                    <a:lstStyle/>
                    <a:p>
                      <a:pPr lvl="0" indent="0" marL="0">
                        <a:buNone/>
                      </a:pPr>
                      <a:r>
                        <a:rPr/>
                        <a:t>0522-2390842</a:t>
                      </a:r>
                    </a:p>
                  </a:txBody>
                </a:tc>
              </a:tr>
              <a:tr h="0">
                <a:tc>
                  <a:txBody>
                    <a:bodyPr/>
                    <a:lstStyle/>
                    <a:p>
                      <a:pPr lvl="0" indent="0" marL="0">
                        <a:buNone/>
                      </a:pPr>
                      <a:r>
                        <a:rPr/>
                        <a:t>4. Krishna Nagar Chowk, Near Metro Station</a:t>
                      </a:r>
                    </a:p>
                  </a:txBody>
                </a:tc>
                <a:tc>
                  <a:txBody>
                    <a:bodyPr/>
                    <a:lstStyle/>
                    <a:p>
                      <a:pPr lvl="0" indent="0" marL="0">
                        <a:buNone/>
                      </a:pPr>
                      <a:r>
                        <a:rPr/>
                        <a:t>ZXIN0001024</a:t>
                      </a:r>
                    </a:p>
                  </a:txBody>
                </a:tc>
                <a:tc>
                  <a:txBody>
                    <a:bodyPr/>
                    <a:lstStyle/>
                    <a:p>
                      <a:pPr lvl="0" indent="0" marL="0">
                        <a:buNone/>
                      </a:pPr>
                      <a:r>
                        <a:rPr/>
                        <a:t>0522-2400123</a:t>
                      </a:r>
                    </a:p>
                  </a:txBody>
                </a:tc>
              </a:tr>
              <a:tr h="0">
                <a:tc>
                  <a:txBody>
                    <a:bodyPr/>
                    <a:lstStyle/>
                    <a:p>
                      <a:pPr lvl="0" indent="0" marL="0">
                        <a:buNone/>
                      </a:pPr>
                      <a:r>
                        <a:rPr/>
                        <a:t>5. Cantonment Road, Amausi Airport Branch</a:t>
                      </a:r>
                    </a:p>
                  </a:txBody>
                </a:tc>
                <a:tc>
                  <a:txBody>
                    <a:bodyPr/>
                    <a:lstStyle/>
                    <a:p>
                      <a:pPr lvl="0" indent="0" marL="0">
                        <a:buNone/>
                      </a:pPr>
                      <a:r>
                        <a:rPr/>
                        <a:t>ZXIN0001025</a:t>
                      </a:r>
                    </a:p>
                  </a:txBody>
                </a:tc>
                <a:tc>
                  <a:txBody>
                    <a:bodyPr/>
                    <a:lstStyle/>
                    <a:p>
                      <a:pPr lvl="0" indent="0" marL="0">
                        <a:buNone/>
                      </a:pPr>
                      <a:r>
                        <a:rPr/>
                        <a:t>0522-2410678</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East Lucknow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Gomti Nagar, Viraj Khand</a:t>
                      </a:r>
                    </a:p>
                  </a:txBody>
                </a:tc>
                <a:tc>
                  <a:txBody>
                    <a:bodyPr/>
                    <a:lstStyle/>
                    <a:p>
                      <a:pPr lvl="0" indent="0" marL="0">
                        <a:buNone/>
                      </a:pPr>
                      <a:r>
                        <a:rPr/>
                        <a:t>ZXIN0001031</a:t>
                      </a:r>
                    </a:p>
                  </a:txBody>
                </a:tc>
                <a:tc>
                  <a:txBody>
                    <a:bodyPr/>
                    <a:lstStyle/>
                    <a:p>
                      <a:pPr lvl="0" indent="0" marL="0">
                        <a:buNone/>
                      </a:pPr>
                      <a:r>
                        <a:rPr/>
                        <a:t>0522-2550452</a:t>
                      </a:r>
                    </a:p>
                  </a:txBody>
                </a:tc>
              </a:tr>
              <a:tr h="0">
                <a:tc>
                  <a:txBody>
                    <a:bodyPr/>
                    <a:lstStyle/>
                    <a:p>
                      <a:pPr lvl="0" indent="0" marL="0">
                        <a:buNone/>
                      </a:pPr>
                      <a:r>
                        <a:rPr/>
                        <a:t>2. Indira Nagar, Sector 12</a:t>
                      </a:r>
                    </a:p>
                  </a:txBody>
                </a:tc>
                <a:tc>
                  <a:txBody>
                    <a:bodyPr/>
                    <a:lstStyle/>
                    <a:p>
                      <a:pPr lvl="0" indent="0" marL="0">
                        <a:buNone/>
                      </a:pPr>
                      <a:r>
                        <a:rPr/>
                        <a:t>ZXIN0001032</a:t>
                      </a:r>
                    </a:p>
                  </a:txBody>
                </a:tc>
                <a:tc>
                  <a:txBody>
                    <a:bodyPr/>
                    <a:lstStyle/>
                    <a:p>
                      <a:pPr lvl="0" indent="0" marL="0">
                        <a:buNone/>
                      </a:pPr>
                      <a:r>
                        <a:rPr/>
                        <a:t>0522-2560741</a:t>
                      </a:r>
                    </a:p>
                  </a:txBody>
                </a:tc>
              </a:tr>
              <a:tr h="0">
                <a:tc>
                  <a:txBody>
                    <a:bodyPr/>
                    <a:lstStyle/>
                    <a:p>
                      <a:pPr lvl="0" indent="0" marL="0">
                        <a:buNone/>
                      </a:pPr>
                      <a:r>
                        <a:rPr/>
                        <a:t>3. Chinhat Market, Faizabad Road</a:t>
                      </a:r>
                    </a:p>
                  </a:txBody>
                </a:tc>
                <a:tc>
                  <a:txBody>
                    <a:bodyPr/>
                    <a:lstStyle/>
                    <a:p>
                      <a:pPr lvl="0" indent="0" marL="0">
                        <a:buNone/>
                      </a:pPr>
                      <a:r>
                        <a:rPr/>
                        <a:t>ZXIN0001033</a:t>
                      </a:r>
                    </a:p>
                  </a:txBody>
                </a:tc>
                <a:tc>
                  <a:txBody>
                    <a:bodyPr/>
                    <a:lstStyle/>
                    <a:p>
                      <a:pPr lvl="0" indent="0" marL="0">
                        <a:buNone/>
                      </a:pPr>
                      <a:r>
                        <a:rPr/>
                        <a:t>0522-2570547</a:t>
                      </a:r>
                    </a:p>
                  </a:txBody>
                </a:tc>
              </a:tr>
              <a:tr h="0">
                <a:tc>
                  <a:txBody>
                    <a:bodyPr/>
                    <a:lstStyle/>
                    <a:p>
                      <a:pPr lvl="0" indent="0" marL="0">
                        <a:buNone/>
                      </a:pPr>
                      <a:r>
                        <a:rPr/>
                        <a:t>4. Polytechnic Crossing, Near Lekhraj Metro</a:t>
                      </a:r>
                    </a:p>
                  </a:txBody>
                </a:tc>
                <a:tc>
                  <a:txBody>
                    <a:bodyPr/>
                    <a:lstStyle/>
                    <a:p>
                      <a:pPr lvl="0" indent="0" marL="0">
                        <a:buNone/>
                      </a:pPr>
                      <a:r>
                        <a:rPr/>
                        <a:t>ZXIN0001034</a:t>
                      </a:r>
                    </a:p>
                  </a:txBody>
                </a:tc>
                <a:tc>
                  <a:txBody>
                    <a:bodyPr/>
                    <a:lstStyle/>
                    <a:p>
                      <a:pPr lvl="0" indent="0" marL="0">
                        <a:buNone/>
                      </a:pPr>
                      <a:r>
                        <a:rPr/>
                        <a:t>0522-2580649</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West Lucknow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Rajajipuram, Sector H</a:t>
                      </a:r>
                    </a:p>
                  </a:txBody>
                </a:tc>
                <a:tc>
                  <a:txBody>
                    <a:bodyPr/>
                    <a:lstStyle/>
                    <a:p>
                      <a:pPr lvl="0" indent="0" marL="0">
                        <a:buNone/>
                      </a:pPr>
                      <a:r>
                        <a:rPr/>
                        <a:t>ZXIN0001041</a:t>
                      </a:r>
                    </a:p>
                  </a:txBody>
                </a:tc>
                <a:tc>
                  <a:txBody>
                    <a:bodyPr/>
                    <a:lstStyle/>
                    <a:p>
                      <a:pPr lvl="0" indent="0" marL="0">
                        <a:buNone/>
                      </a:pPr>
                      <a:r>
                        <a:rPr/>
                        <a:t>0522-2610844</a:t>
                      </a:r>
                    </a:p>
                  </a:txBody>
                </a:tc>
              </a:tr>
              <a:tr h="0">
                <a:tc>
                  <a:txBody>
                    <a:bodyPr/>
                    <a:lstStyle/>
                    <a:p>
                      <a:pPr lvl="0" indent="0" marL="0">
                        <a:buNone/>
                      </a:pPr>
                      <a:r>
                        <a:rPr/>
                        <a:t>2. Aishbagh Road, Near Mill Area</a:t>
                      </a:r>
                    </a:p>
                  </a:txBody>
                </a:tc>
                <a:tc>
                  <a:txBody>
                    <a:bodyPr/>
                    <a:lstStyle/>
                    <a:p>
                      <a:pPr lvl="0" indent="0" marL="0">
                        <a:buNone/>
                      </a:pPr>
                      <a:r>
                        <a:rPr/>
                        <a:t>ZXIN0001042</a:t>
                      </a:r>
                    </a:p>
                  </a:txBody>
                </a:tc>
                <a:tc>
                  <a:txBody>
                    <a:bodyPr/>
                    <a:lstStyle/>
                    <a:p>
                      <a:pPr lvl="0" indent="0" marL="0">
                        <a:buNone/>
                      </a:pPr>
                      <a:r>
                        <a:rPr/>
                        <a:t>0522-2620625</a:t>
                      </a:r>
                    </a:p>
                  </a:txBody>
                </a:tc>
              </a:tr>
              <a:tr h="0">
                <a:tc>
                  <a:txBody>
                    <a:bodyPr/>
                    <a:lstStyle/>
                    <a:p>
                      <a:pPr lvl="0" indent="0" marL="0">
                        <a:buNone/>
                      </a:pPr>
                      <a:r>
                        <a:rPr/>
                        <a:t>3. Alambagh Main Market</a:t>
                      </a:r>
                    </a:p>
                  </a:txBody>
                </a:tc>
                <a:tc>
                  <a:txBody>
                    <a:bodyPr/>
                    <a:lstStyle/>
                    <a:p>
                      <a:pPr lvl="0" indent="0" marL="0">
                        <a:buNone/>
                      </a:pPr>
                      <a:r>
                        <a:rPr/>
                        <a:t>ZXIN0001043</a:t>
                      </a:r>
                    </a:p>
                  </a:txBody>
                </a:tc>
                <a:tc>
                  <a:txBody>
                    <a:bodyPr/>
                    <a:lstStyle/>
                    <a:p>
                      <a:pPr lvl="0" indent="0" marL="0">
                        <a:buNone/>
                      </a:pPr>
                      <a:r>
                        <a:rPr/>
                        <a:t>0522-2630233</a:t>
                      </a:r>
                    </a:p>
                  </a:txBody>
                </a:tc>
              </a:tr>
              <a:tr h="0">
                <a:tc>
                  <a:txBody>
                    <a:bodyPr/>
                    <a:lstStyle/>
                    <a:p>
                      <a:pPr lvl="0" indent="0" marL="0">
                        <a:buNone/>
                      </a:pPr>
                      <a:r>
                        <a:rPr/>
                        <a:t>4. Charbagh, Near Railway Station</a:t>
                      </a:r>
                    </a:p>
                  </a:txBody>
                </a:tc>
                <a:tc>
                  <a:txBody>
                    <a:bodyPr/>
                    <a:lstStyle/>
                    <a:p>
                      <a:pPr lvl="0" indent="0" marL="0">
                        <a:buNone/>
                      </a:pPr>
                      <a:r>
                        <a:rPr/>
                        <a:t>ZXIN0001044</a:t>
                      </a:r>
                    </a:p>
                  </a:txBody>
                </a:tc>
                <a:tc>
                  <a:txBody>
                    <a:bodyPr/>
                    <a:lstStyle/>
                    <a:p>
                      <a:pPr lvl="0" indent="0" marL="0">
                        <a:buNone/>
                      </a:pPr>
                      <a:r>
                        <a:rPr/>
                        <a:t>0522-2640518</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Central Lucknow Branches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Branch Address</a:t>
                      </a:r>
                    </a:p>
                  </a:txBody>
                  <a:tcPr/>
                </a:tc>
                <a:tc>
                  <a:txBody>
                    <a:bodyPr/>
                    <a:lstStyle/>
                    <a:p>
                      <a:pPr lvl="0" indent="0" marL="0">
                        <a:buNone/>
                      </a:pPr>
                      <a:r>
                        <a:rPr/>
                        <a:t>IFSC Code</a:t>
                      </a:r>
                    </a:p>
                  </a:txBody>
                  <a:tcPr/>
                </a:tc>
                <a:tc>
                  <a:txBody>
                    <a:bodyPr/>
                    <a:lstStyle/>
                    <a:p>
                      <a:pPr lvl="0" indent="0" marL="0">
                        <a:buNone/>
                      </a:pPr>
                      <a:r>
                        <a:rPr/>
                        <a:t>Contact Number</a:t>
                      </a:r>
                    </a:p>
                  </a:txBody>
                  <a:tcPr/>
                </a:tc>
              </a:tr>
              <a:tr h="0">
                <a:tc>
                  <a:txBody>
                    <a:bodyPr/>
                    <a:lstStyle/>
                    <a:p>
                      <a:pPr lvl="0" indent="0" marL="0">
                        <a:buNone/>
                      </a:pPr>
                      <a:r>
                        <a:rPr/>
                        <a:t>1. Hazratganj, Vidhan Sabha Marg</a:t>
                      </a:r>
                    </a:p>
                  </a:txBody>
                </a:tc>
                <a:tc>
                  <a:txBody>
                    <a:bodyPr/>
                    <a:lstStyle/>
                    <a:p>
                      <a:pPr lvl="0" indent="0" marL="0">
                        <a:buNone/>
                      </a:pPr>
                      <a:r>
                        <a:rPr/>
                        <a:t>ZXIN0001051</a:t>
                      </a:r>
                    </a:p>
                  </a:txBody>
                </a:tc>
                <a:tc>
                  <a:txBody>
                    <a:bodyPr/>
                    <a:lstStyle/>
                    <a:p>
                      <a:pPr lvl="0" indent="0" marL="0">
                        <a:buNone/>
                      </a:pPr>
                      <a:r>
                        <a:rPr/>
                        <a:t>0522-2310745</a:t>
                      </a:r>
                    </a:p>
                  </a:txBody>
                </a:tc>
              </a:tr>
              <a:tr h="0">
                <a:tc>
                  <a:txBody>
                    <a:bodyPr/>
                    <a:lstStyle/>
                    <a:p>
                      <a:pPr lvl="0" indent="0" marL="0">
                        <a:buNone/>
                      </a:pPr>
                      <a:r>
                        <a:rPr/>
                        <a:t>2. Kaiserbagh, Near Court</a:t>
                      </a:r>
                    </a:p>
                  </a:txBody>
                </a:tc>
                <a:tc>
                  <a:txBody>
                    <a:bodyPr/>
                    <a:lstStyle/>
                    <a:p>
                      <a:pPr lvl="0" indent="0" marL="0">
                        <a:buNone/>
                      </a:pPr>
                      <a:r>
                        <a:rPr/>
                        <a:t>ZXIN0001052</a:t>
                      </a:r>
                    </a:p>
                  </a:txBody>
                </a:tc>
                <a:tc>
                  <a:txBody>
                    <a:bodyPr/>
                    <a:lstStyle/>
                    <a:p>
                      <a:pPr lvl="0" indent="0" marL="0">
                        <a:buNone/>
                      </a:pPr>
                      <a:r>
                        <a:rPr/>
                        <a:t>0522-2320312</a:t>
                      </a:r>
                    </a:p>
                  </a:txBody>
                </a:tc>
              </a:tr>
              <a:tr h="0">
                <a:tc>
                  <a:txBody>
                    <a:bodyPr/>
                    <a:lstStyle/>
                    <a:p>
                      <a:pPr lvl="0" indent="0" marL="0">
                        <a:buNone/>
                      </a:pPr>
                      <a:r>
                        <a:rPr/>
                        <a:t>3. Aminabad, Latouche Road</a:t>
                      </a:r>
                    </a:p>
                  </a:txBody>
                </a:tc>
                <a:tc>
                  <a:txBody>
                    <a:bodyPr/>
                    <a:lstStyle/>
                    <a:p>
                      <a:pPr lvl="0" indent="0" marL="0">
                        <a:buNone/>
                      </a:pPr>
                      <a:r>
                        <a:rPr/>
                        <a:t>ZXIN0001053</a:t>
                      </a:r>
                    </a:p>
                  </a:txBody>
                </a:tc>
                <a:tc>
                  <a:txBody>
                    <a:bodyPr/>
                    <a:lstStyle/>
                    <a:p>
                      <a:pPr lvl="0" indent="0" marL="0">
                        <a:buNone/>
                      </a:pPr>
                      <a:r>
                        <a:rPr/>
                        <a:t>0522-2330839</a:t>
                      </a:r>
                    </a:p>
                  </a:txBody>
                </a:tc>
              </a:tr>
              <a:tr h="0">
                <a:tc>
                  <a:txBody>
                    <a:bodyPr/>
                    <a:lstStyle/>
                    <a:p>
                      <a:pPr lvl="0" indent="0" marL="0">
                        <a:buNone/>
                      </a:pPr>
                      <a:r>
                        <a:rPr/>
                        <a:t>4. Lalbagh, M.G. Road</a:t>
                      </a:r>
                    </a:p>
                  </a:txBody>
                </a:tc>
                <a:tc>
                  <a:txBody>
                    <a:bodyPr/>
                    <a:lstStyle/>
                    <a:p>
                      <a:pPr lvl="0" indent="0" marL="0">
                        <a:buNone/>
                      </a:pPr>
                      <a:r>
                        <a:rPr/>
                        <a:t>ZXIN0001054</a:t>
                      </a:r>
                    </a:p>
                  </a:txBody>
                </a:tc>
                <a:tc>
                  <a:txBody>
                    <a:bodyPr/>
                    <a:lstStyle/>
                    <a:p>
                      <a:pPr lvl="0" indent="0" marL="0">
                        <a:buNone/>
                      </a:pPr>
                      <a:r>
                        <a:rPr/>
                        <a:t>0522-2340934</a:t>
                      </a:r>
                    </a:p>
                  </a:txBody>
                </a:tc>
              </a:tr>
              <a:tr h="0">
                <a:tc>
                  <a:txBody>
                    <a:bodyPr/>
                    <a:lstStyle/>
                    <a:p>
                      <a:pPr lvl="0" indent="0" marL="0">
                        <a:buNone/>
                      </a:pPr>
                      <a:r>
                        <a:rPr/>
                        <a:t>5. Chowk, Near Jawahar Bhawan</a:t>
                      </a:r>
                    </a:p>
                  </a:txBody>
                </a:tc>
                <a:tc>
                  <a:txBody>
                    <a:bodyPr/>
                    <a:lstStyle/>
                    <a:p>
                      <a:pPr lvl="0" indent="0" marL="0">
                        <a:buNone/>
                      </a:pPr>
                      <a:r>
                        <a:rPr/>
                        <a:t>ZXIN0001055</a:t>
                      </a:r>
                    </a:p>
                  </a:txBody>
                </a:tc>
                <a:tc>
                  <a:txBody>
                    <a:bodyPr/>
                    <a:lstStyle/>
                    <a:p>
                      <a:pPr lvl="0" indent="0" marL="0">
                        <a:buNone/>
                      </a:pPr>
                      <a:r>
                        <a:rPr/>
                        <a:t>0522-2350647</a:t>
                      </a:r>
                    </a:p>
                  </a:txBody>
                </a:tc>
              </a:tr>
            </a:tbl>
          </a:graphicData>
        </a:graphic>
      </p:graphicFrame>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2025-07-30T07:52:43Z</dcterms:created>
  <dcterms:modified xsi:type="dcterms:W3CDTF">2025-07-30T07:52:43Z</dcterms:modified>
</cp:coreProperties>
</file>

<file path=docProps/custom.xml><?xml version="1.0" encoding="utf-8"?>
<Properties xmlns="http://schemas.openxmlformats.org/officeDocument/2006/custom-properties" xmlns:vt="http://schemas.openxmlformats.org/officeDocument/2006/docPropsVTypes"/>
</file>