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Ltd. – Sri Lanka Branch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Ltd. has established a robust presence in Sri Lanka with a strategically distributed network of 32 branches spanning all major provinces. This extensive coverage ensures that customers across Sri Lanka have convenient access to a wide range of banking services, from retail and SME banking to remittances and digital solutions. Each branch is equipped to support both individuals and businesses, furthering financial inclusion nation-wide.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Western Province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123 Galle Road, Colombo 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011-2345123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49 Negombo Road, Wattala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011-2987645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No. 15 Main Street, Nugegoda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011-4823597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 Hospital Road, Dehiwala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011-2721087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181 High Level Road, Maharagama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011-5702158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212 Kandy Road, Kelaniya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011-4975236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77 Beach Road, Moratuwa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011-4389552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 Old Road, Ratmalana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011-2653815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Central Province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Peradeniya Road, Kandy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081-2357812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No. 10 Station Road, Matale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066-2221156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134 Kotugodella Street, Nuwara Eliya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052-2221604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 Temple Road, Gampola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081-2358745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99 Main Bazaar, Hatton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051-2224017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 Summer Hill, Talawakele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052-2264888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 Kurunduwatta Road, Dambulla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066-2285502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Southern Province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112 Main Street, Galle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091-2236072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Dharmapala Mawatha, Matara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041-2221715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No. 6 Tangalle Road, Hambantota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047-2222810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103 Wakwella Road, Baddegama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091-2283299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63 New Town, Ambalangoda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091-2250547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 Uyanwatta, Weligama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041-2254522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Northern Province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85 Stanley Road, Jaffna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021-2222458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 Hospital Road, Kilinochchi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021-3202104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Puliyankulam Road, Vavuniya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024-2221164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37 Main Street, Mannar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023-2222231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82 A9 Road, Chavakachcheri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021-2278462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Pandarikulam, Mullaitivu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024-3228321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Eastern Province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 Trincomalee Road, Batticaloa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065-2221919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88 Main Bazaar, Ampara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063-2223460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 Lake Road, Trincomalee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026-2222672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70 Court Road, Kalmunai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067-2221188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 Main Street, Eravur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ZXINLK0032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065-2241153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2025-07-30T07:48:43Z</dcterms:created>
  <dcterms:modified xsi:type="dcterms:W3CDTF">2025-07-30T07:48:43Z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