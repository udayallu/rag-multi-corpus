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ZX Bank – ATM Locations at Major Movie Theaters (2024)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Mumbai – Maharashtra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PVR ICON, Phoenix Mills</a:t>
            </a:r>
            <a:br/>
            <a:r>
              <a:rPr/>
              <a:t>Address: High Street Phoenix, Lower Parel, Mumbai 400013</a:t>
            </a:r>
          </a:p>
          <a:p>
            <a:pPr lvl="0" indent="-342900" marL="342900">
              <a:buAutoNum type="arabicPeriod"/>
            </a:pPr>
            <a:r>
              <a:rPr b="1"/>
              <a:t>INOX, CR2 Mall</a:t>
            </a:r>
            <a:br/>
            <a:r>
              <a:rPr/>
              <a:t>Address: Nariman Point, Backbay Reclamation, Mumbai 400021</a:t>
            </a:r>
          </a:p>
          <a:p>
            <a:pPr lvl="0" indent="-342900" marL="342900">
              <a:buAutoNum type="arabicPeriod"/>
            </a:pPr>
            <a:r>
              <a:rPr b="1"/>
              <a:t>Carnival Cinemas, Wadala</a:t>
            </a:r>
            <a:br/>
            <a:r>
              <a:rPr/>
              <a:t>Address: IMAX Dome, Bhakti Park, Wadala East, Mumbai 400037</a:t>
            </a:r>
          </a:p>
          <a:p>
            <a:pPr lvl="0" indent="-342900" marL="342900">
              <a:buAutoNum type="arabicPeriod"/>
            </a:pPr>
            <a:r>
              <a:rPr b="1"/>
              <a:t>Cinepolis, Viviana Mall</a:t>
            </a:r>
            <a:br/>
            <a:r>
              <a:rPr/>
              <a:t>Address: Eastern Express Hwy, Thane West, Thane 400610</a:t>
            </a:r>
          </a:p>
          <a:p>
            <a:pPr lvl="0" indent="-342900" marL="342900">
              <a:buAutoNum type="arabicPeriod"/>
            </a:pPr>
            <a:r>
              <a:rPr b="1"/>
              <a:t>Regal Cinemas</a:t>
            </a:r>
            <a:br/>
            <a:r>
              <a:rPr/>
              <a:t>Address: Colaba Causeway, Colaba, Mumbai 400001</a:t>
            </a:r>
          </a:p>
          <a:p>
            <a:pPr lvl="0" indent="-342900" marL="342900">
              <a:buAutoNum type="arabicPeriod"/>
            </a:pPr>
            <a:r>
              <a:rPr b="1"/>
              <a:t>Movietime, Malad</a:t>
            </a:r>
            <a:br/>
            <a:r>
              <a:rPr/>
              <a:t>Address: Infiniti Mall, Malad West, Mumbai 400064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Delhi – National Capital Territory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PVR Plaza, Connaught Place</a:t>
            </a:r>
            <a:br/>
            <a:r>
              <a:rPr/>
              <a:t>Address: H Block, Connaught Place, New Delhi 110001</a:t>
            </a:r>
          </a:p>
          <a:p>
            <a:pPr lvl="0" indent="-342900" marL="342900">
              <a:buAutoNum type="arabicPeriod"/>
            </a:pPr>
            <a:r>
              <a:rPr b="1"/>
              <a:t>INOX, Nehru Place</a:t>
            </a:r>
            <a:br/>
            <a:r>
              <a:rPr/>
              <a:t>Address: Eros International, Nehru Place, New Delhi 110019</a:t>
            </a:r>
          </a:p>
          <a:p>
            <a:pPr lvl="0" indent="-342900" marL="342900">
              <a:buAutoNum type="arabicPeriod"/>
            </a:pPr>
            <a:r>
              <a:rPr b="1"/>
              <a:t>Cinepolis, DLF Place Saket</a:t>
            </a:r>
            <a:br/>
            <a:r>
              <a:rPr/>
              <a:t>Address: DLF Place Mall, Saket, New Delhi 110017</a:t>
            </a:r>
          </a:p>
          <a:p>
            <a:pPr lvl="0" indent="-342900" marL="342900">
              <a:buAutoNum type="arabicPeriod"/>
            </a:pPr>
            <a:r>
              <a:rPr b="1"/>
              <a:t>Carnival Cinemas, NSP</a:t>
            </a:r>
            <a:br/>
            <a:r>
              <a:rPr/>
              <a:t>Address: Netaji Subhash Place, Pitampura, New Delhi 110034</a:t>
            </a:r>
          </a:p>
          <a:p>
            <a:pPr lvl="0" indent="-342900" marL="342900">
              <a:buAutoNum type="arabicPeriod"/>
            </a:pPr>
            <a:r>
              <a:rPr b="1"/>
              <a:t>PVR Priya, Vasant Vihar</a:t>
            </a:r>
            <a:br/>
            <a:r>
              <a:rPr/>
              <a:t>Address: Community Centre, Basant Lok, Vasant Vihar, New Delhi 110057</a:t>
            </a:r>
          </a:p>
          <a:p>
            <a:pPr lvl="0" indent="-342900" marL="342900">
              <a:buAutoNum type="arabicPeriod"/>
            </a:pPr>
            <a:r>
              <a:rPr b="1"/>
              <a:t>Wave Cinemas, Kaushambi</a:t>
            </a:r>
            <a:br/>
            <a:r>
              <a:rPr/>
              <a:t>Address: EDM Mall, Kaushambi, Ghaziabad, Delhi NCR 201012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Bangalore (Bengaluru) – Karnataka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PVR, Orion Mall</a:t>
            </a:r>
            <a:br/>
            <a:r>
              <a:rPr/>
              <a:t>Address: No. 26/1, Dr Rajkumar Rd, Malleshwaram West, Bangalore 560055</a:t>
            </a:r>
          </a:p>
          <a:p>
            <a:pPr lvl="0" indent="-342900" marL="342900">
              <a:buAutoNum type="arabicPeriod"/>
            </a:pPr>
            <a:r>
              <a:rPr b="1"/>
              <a:t>INOX, Garuda Mall</a:t>
            </a:r>
            <a:br/>
            <a:r>
              <a:rPr/>
              <a:t>Address: Magrath Road, Ashok Nagar, Bangalore 560025</a:t>
            </a:r>
          </a:p>
          <a:p>
            <a:pPr lvl="0" indent="-342900" marL="342900">
              <a:buAutoNum type="arabicPeriod"/>
            </a:pPr>
            <a:r>
              <a:rPr b="1"/>
              <a:t>Cinepolis, Forum Mall</a:t>
            </a:r>
            <a:br/>
            <a:r>
              <a:rPr/>
              <a:t>Address: Hosur Road, Koramangala, Bangalore 560095</a:t>
            </a:r>
          </a:p>
          <a:p>
            <a:pPr lvl="0" indent="-342900" marL="342900">
              <a:buAutoNum type="arabicPeriod"/>
            </a:pPr>
            <a:r>
              <a:rPr b="1"/>
              <a:t>Gopalan Cinemas, Old Madras Road</a:t>
            </a:r>
            <a:br/>
            <a:r>
              <a:rPr/>
              <a:t>Address: Gopalan Grand Mall, CV Raman Nagar, Bangalore 560093</a:t>
            </a:r>
          </a:p>
          <a:p>
            <a:pPr lvl="0" indent="-342900" marL="342900">
              <a:buAutoNum type="arabicPeriod"/>
            </a:pPr>
            <a:r>
              <a:rPr b="1"/>
              <a:t>INOX, Mantri Square Mall</a:t>
            </a:r>
            <a:br/>
            <a:r>
              <a:rPr/>
              <a:t>Address: Sampige Road, Malleswaram, Bangalore 560003</a:t>
            </a:r>
          </a:p>
          <a:p>
            <a:pPr lvl="0" indent="-342900" marL="342900">
              <a:buAutoNum type="arabicPeriod"/>
            </a:pPr>
            <a:r>
              <a:rPr b="1"/>
              <a:t>Carnival Cinemas, Rockline Mall</a:t>
            </a:r>
            <a:br/>
            <a:r>
              <a:rPr/>
              <a:t>Address: Jalahalli, Bangalore 560013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Hyderabad – Telangana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PVR Cinemas, Forum Sujana Mall</a:t>
            </a:r>
            <a:br/>
            <a:r>
              <a:rPr/>
              <a:t>Address: KPHB Phase 9, Kukatpally, Hyderabad 500072</a:t>
            </a:r>
          </a:p>
          <a:p>
            <a:pPr lvl="0" indent="-342900" marL="342900">
              <a:buAutoNum type="arabicPeriod"/>
            </a:pPr>
            <a:r>
              <a:rPr b="1"/>
              <a:t>INOX, GVK One Mall</a:t>
            </a:r>
            <a:br/>
            <a:r>
              <a:rPr/>
              <a:t>Address: Rd Number 1, Banjara Hills, Hyderabad 500034</a:t>
            </a:r>
          </a:p>
          <a:p>
            <a:pPr lvl="0" indent="-342900" marL="342900">
              <a:buAutoNum type="arabicPeriod"/>
            </a:pPr>
            <a:r>
              <a:rPr b="1"/>
              <a:t>Asian Radhika Multiplex</a:t>
            </a:r>
            <a:br/>
            <a:r>
              <a:rPr/>
              <a:t>Address: ECIL ‘X’ Roads, Secunderabad, Hyderabad 500062</a:t>
            </a:r>
          </a:p>
          <a:p>
            <a:pPr lvl="0" indent="-342900" marL="342900">
              <a:buAutoNum type="arabicPeriod"/>
            </a:pPr>
            <a:r>
              <a:rPr b="1"/>
              <a:t>Cinepolis, Manjeera Mall</a:t>
            </a:r>
            <a:br/>
            <a:r>
              <a:rPr/>
              <a:t>Address: JNTU Road, Kukatpally Housing Board Colony, Hyderabad 500072</a:t>
            </a:r>
          </a:p>
          <a:p>
            <a:pPr lvl="0" indent="-342900" marL="342900">
              <a:buAutoNum type="arabicPeriod"/>
            </a:pPr>
            <a:r>
              <a:rPr b="1"/>
              <a:t>Prasads Multiplex</a:t>
            </a:r>
            <a:br/>
            <a:r>
              <a:rPr/>
              <a:t>Address: Necklace Road, Hyderabad 500063</a:t>
            </a:r>
          </a:p>
          <a:p>
            <a:pPr lvl="0" indent="-342900" marL="342900">
              <a:buAutoNum type="arabicPeriod"/>
            </a:pPr>
            <a:r>
              <a:rPr b="1"/>
              <a:t>Carnival Cinemas, Erragadda</a:t>
            </a:r>
            <a:br/>
            <a:r>
              <a:rPr/>
              <a:t>Address: MRC Centre Mall, Erragadda, Hyderabad 500018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Chennai – Tamil Nadu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SPI Cinemas, Sathyam</a:t>
            </a:r>
            <a:br/>
            <a:r>
              <a:rPr/>
              <a:t>Address: 8, Thirumalai Pillai Road, Royapettah, Chennai 600014</a:t>
            </a:r>
          </a:p>
          <a:p>
            <a:pPr lvl="0" indent="-342900" marL="342900">
              <a:buAutoNum type="arabicPeriod"/>
            </a:pPr>
            <a:r>
              <a:rPr b="1"/>
              <a:t>INOX, Citi Centre</a:t>
            </a:r>
            <a:br/>
            <a:r>
              <a:rPr/>
              <a:t>Address: Dr. Radhakrishnan Salai, Mylapore, Chennai 600004</a:t>
            </a:r>
          </a:p>
          <a:p>
            <a:pPr lvl="0" indent="-342900" marL="342900">
              <a:buAutoNum type="arabicPeriod"/>
            </a:pPr>
            <a:r>
              <a:rPr b="1"/>
              <a:t>PVR, Ampa Skywalk Mall</a:t>
            </a:r>
            <a:br/>
            <a:r>
              <a:rPr/>
              <a:t>Address: 1, Nelson Manickam Rd, Aminjikarai, Chennai 600029</a:t>
            </a:r>
          </a:p>
          <a:p>
            <a:pPr lvl="0" indent="-342900" marL="342900">
              <a:buAutoNum type="arabicPeriod"/>
            </a:pPr>
            <a:r>
              <a:rPr b="1"/>
              <a:t>AGS Cinemas, T Nagar</a:t>
            </a:r>
            <a:br/>
            <a:r>
              <a:rPr/>
              <a:t>Address: 52, G N Chetty Road, T Nagar, Chennai 600017</a:t>
            </a:r>
          </a:p>
          <a:p>
            <a:pPr lvl="0" indent="-342900" marL="342900">
              <a:buAutoNum type="arabicPeriod"/>
            </a:pPr>
            <a:r>
              <a:rPr b="1"/>
              <a:t>Cinepolis, The Forum Vijaya Mall</a:t>
            </a:r>
            <a:br/>
            <a:r>
              <a:rPr/>
              <a:t>Address: 183, NSK Salai, Vadapalani, Chennai 600026</a:t>
            </a:r>
          </a:p>
          <a:p>
            <a:pPr lvl="0" indent="-342900" marL="342900">
              <a:buAutoNum type="arabicPeriod"/>
            </a:pPr>
            <a:r>
              <a:rPr b="1"/>
              <a:t>Escape, Express Avenue Mall</a:t>
            </a:r>
            <a:br/>
            <a:r>
              <a:rPr/>
              <a:t>Address: Royapettah High Road, Express Estate, Chennai 600014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Kolkata – West Bengal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INOX, South City Mall</a:t>
            </a:r>
            <a:br/>
            <a:r>
              <a:rPr/>
              <a:t>Address: Prince Anwar Shah Road, Jadavpur, Kolkata 700068</a:t>
            </a:r>
          </a:p>
          <a:p>
            <a:pPr lvl="0" indent="-342900" marL="342900">
              <a:buAutoNum type="arabicPeriod"/>
            </a:pPr>
            <a:r>
              <a:rPr b="1"/>
              <a:t>PVR, Mani Square Mall</a:t>
            </a:r>
            <a:br/>
            <a:r>
              <a:rPr/>
              <a:t>Address: 164/1, Maniktala Main Road, Kolkata 700054</a:t>
            </a:r>
          </a:p>
          <a:p>
            <a:pPr lvl="0" indent="-342900" marL="342900">
              <a:buAutoNum type="arabicPeriod"/>
            </a:pPr>
            <a:r>
              <a:rPr b="1"/>
              <a:t>Cinepolis, Acropolis Mall</a:t>
            </a:r>
            <a:br/>
            <a:r>
              <a:rPr/>
              <a:t>Address: 1858, Rajdanga Main Road, Kasba, Kolkata 700107</a:t>
            </a:r>
          </a:p>
          <a:p>
            <a:pPr lvl="0" indent="-342900" marL="342900">
              <a:buAutoNum type="arabicPeriod"/>
            </a:pPr>
            <a:r>
              <a:rPr b="1"/>
              <a:t>Nandan Cinema</a:t>
            </a:r>
            <a:br/>
            <a:r>
              <a:rPr/>
              <a:t>Address: AJC Bose Road, Sreepally, Bhowanipore, Kolkata 700020</a:t>
            </a:r>
          </a:p>
          <a:p>
            <a:pPr lvl="0" indent="-342900" marL="342900">
              <a:buAutoNum type="arabicPeriod"/>
            </a:pPr>
            <a:r>
              <a:rPr b="1"/>
              <a:t>Carnival Cinemas, Howrah</a:t>
            </a:r>
            <a:br/>
            <a:r>
              <a:rPr/>
              <a:t>Address: Avani Riverside Mall, 32, Jagat Banerjee Ghat Road, Howrah 711102</a:t>
            </a:r>
          </a:p>
          <a:p>
            <a:pPr lvl="0" indent="-342900" marL="342900">
              <a:buAutoNum type="arabicPeriod"/>
            </a:pPr>
            <a:r>
              <a:rPr b="1"/>
              <a:t>INOX, Quest Mall</a:t>
            </a:r>
            <a:br/>
            <a:r>
              <a:rPr/>
              <a:t>Address: 33, Syed Amir Ali Avenue, Ballygunge, Kolkata 700017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Pune – Maharashtra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PVR, Phoenix Market City</a:t>
            </a:r>
            <a:br/>
            <a:r>
              <a:rPr/>
              <a:t>Address: Viman Nagar, Pune 411014</a:t>
            </a:r>
          </a:p>
          <a:p>
            <a:pPr lvl="0" indent="-342900" marL="342900">
              <a:buAutoNum type="arabicPeriod"/>
            </a:pPr>
            <a:r>
              <a:rPr b="1"/>
              <a:t>INOX, Camp</a:t>
            </a:r>
            <a:br/>
            <a:r>
              <a:rPr/>
              <a:t>Address: SGS Mall, Moledina Road, Pune 411001</a:t>
            </a:r>
          </a:p>
          <a:p>
            <a:pPr lvl="0" indent="-342900" marL="342900">
              <a:buAutoNum type="arabicPeriod"/>
            </a:pPr>
            <a:r>
              <a:rPr b="1"/>
              <a:t>Cinepolis, Seasons Mall</a:t>
            </a:r>
            <a:br/>
            <a:r>
              <a:rPr/>
              <a:t>Address: Magarpatta, Hadapsar, Pune 411028</a:t>
            </a:r>
          </a:p>
          <a:p>
            <a:pPr lvl="0" indent="-342900" marL="342900">
              <a:buAutoNum type="arabicPeriod"/>
            </a:pPr>
            <a:r>
              <a:rPr b="1"/>
              <a:t>E-Square Cinemas</a:t>
            </a:r>
            <a:br/>
            <a:r>
              <a:rPr/>
              <a:t>Address: Ganeshkhind Road, Shivaji Nagar, Pune 411007</a:t>
            </a:r>
          </a:p>
          <a:p>
            <a:pPr lvl="0" indent="-342900" marL="342900">
              <a:buAutoNum type="arabicPeriod"/>
            </a:pPr>
            <a:r>
              <a:rPr b="1"/>
              <a:t>Carnival Cinemas, Chinchwad</a:t>
            </a:r>
            <a:br/>
            <a:r>
              <a:rPr/>
              <a:t>Address: City One Mall, Chinchwad, Pune 411019</a:t>
            </a:r>
          </a:p>
          <a:p>
            <a:pPr lvl="0" indent="-342900" marL="342900">
              <a:buAutoNum type="arabicPeriod"/>
            </a:pPr>
            <a:r>
              <a:rPr b="1"/>
              <a:t>INOX, Westend Mall</a:t>
            </a:r>
            <a:br/>
            <a:r>
              <a:rPr/>
              <a:t>Address: Aundh, Pune 411007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Ahmedabad – Gujarat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PVR, Acropolis Mall</a:t>
            </a:r>
            <a:br/>
            <a:r>
              <a:rPr/>
              <a:t>Address: Thaltej, Ahmedabad 380054</a:t>
            </a:r>
          </a:p>
          <a:p>
            <a:pPr lvl="0" indent="-342900" marL="342900">
              <a:buAutoNum type="arabicPeriod"/>
            </a:pPr>
            <a:r>
              <a:rPr b="1"/>
              <a:t>INOX, Himalaya Mall</a:t>
            </a:r>
            <a:br/>
            <a:r>
              <a:rPr/>
              <a:t>Address: Drive-In Road, Memnagar, Ahmedabad 380052</a:t>
            </a:r>
          </a:p>
          <a:p>
            <a:pPr lvl="0" indent="-342900" marL="342900">
              <a:buAutoNum type="arabicPeriod"/>
            </a:pPr>
            <a:r>
              <a:rPr b="1"/>
              <a:t>Wide Angle Multiplex</a:t>
            </a:r>
            <a:br/>
            <a:r>
              <a:rPr/>
              <a:t>Address: S.G. Highway, Satellite, Ahmedabad 380054</a:t>
            </a:r>
          </a:p>
          <a:p>
            <a:pPr lvl="0" indent="-342900" marL="342900">
              <a:buAutoNum type="arabicPeriod"/>
            </a:pPr>
            <a:r>
              <a:rPr b="1"/>
              <a:t>Cinepolis, Ahmedabad One Mall (AlphaOne)</a:t>
            </a:r>
            <a:br/>
            <a:r>
              <a:rPr/>
              <a:t>Address: Vastrapur, Ahmedabad 380006</a:t>
            </a:r>
          </a:p>
          <a:p>
            <a:pPr lvl="0" indent="-342900" marL="342900">
              <a:buAutoNum type="arabicPeriod"/>
            </a:pPr>
            <a:r>
              <a:rPr b="1"/>
              <a:t>Cinemax, Karnavati Club</a:t>
            </a:r>
            <a:br/>
            <a:r>
              <a:rPr/>
              <a:t>Address: Sarkhej-Gandhinagar Hwy, Makarba, Ahmedabad 380051</a:t>
            </a:r>
          </a:p>
          <a:p>
            <a:pPr lvl="0" indent="-342900" marL="342900">
              <a:buAutoNum type="arabicPeriod"/>
            </a:pPr>
            <a:r>
              <a:rPr b="1"/>
              <a:t>Mukta A2 Cinemas, Maninagar</a:t>
            </a:r>
            <a:br/>
            <a:r>
              <a:rPr/>
              <a:t>Address: Kankaria, Maninagar, Ahmedabad 380008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Surat – Gujarat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INOX, VR Surat Mall</a:t>
            </a:r>
            <a:br/>
            <a:r>
              <a:rPr/>
              <a:t>Address: Dumas Road, Magdalla, Surat 395007</a:t>
            </a:r>
          </a:p>
          <a:p>
            <a:pPr lvl="0" indent="-342900" marL="342900">
              <a:buAutoNum type="arabicPeriod"/>
            </a:pPr>
            <a:r>
              <a:rPr b="1"/>
              <a:t>PVR, RahulRaj Mall</a:t>
            </a:r>
            <a:br/>
            <a:r>
              <a:rPr/>
              <a:t>Address: Dumas Road, Surat 395007</a:t>
            </a:r>
          </a:p>
          <a:p>
            <a:pPr lvl="0" indent="-342900" marL="342900">
              <a:buAutoNum type="arabicPeriod"/>
            </a:pPr>
            <a:r>
              <a:rPr b="1"/>
              <a:t>Cinepolis, Iscon Mall</a:t>
            </a:r>
            <a:br/>
            <a:r>
              <a:rPr/>
              <a:t>Address: Piplod, Surat 395007</a:t>
            </a:r>
          </a:p>
          <a:p>
            <a:pPr lvl="0" indent="-342900" marL="342900">
              <a:buAutoNum type="arabicPeriod"/>
            </a:pPr>
            <a:r>
              <a:rPr b="1"/>
              <a:t>Valentine Multiplex</a:t>
            </a:r>
            <a:br/>
            <a:r>
              <a:rPr/>
              <a:t>Address: Dumas Road, Valentive Mall, Surat 395007</a:t>
            </a:r>
          </a:p>
          <a:p>
            <a:pPr lvl="0" indent="-342900" marL="342900">
              <a:buAutoNum type="arabicPeriod"/>
            </a:pPr>
            <a:r>
              <a:rPr b="1"/>
              <a:t>INOX, Reliance Mega Mall</a:t>
            </a:r>
            <a:br/>
            <a:r>
              <a:rPr/>
              <a:t>Address: Varachha Road, Surat 395006</a:t>
            </a:r>
          </a:p>
          <a:p>
            <a:pPr lvl="0" indent="-342900" marL="342900">
              <a:buAutoNum type="arabicPeriod"/>
            </a:pPr>
            <a:r>
              <a:rPr b="1"/>
              <a:t>City Plus Multiplex</a:t>
            </a:r>
            <a:br/>
            <a:r>
              <a:rPr/>
              <a:t>Address: Ghod Dod Road, Surat 395007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Jaipur – Rajasthan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INOX, Crystal Palm Mall</a:t>
            </a:r>
            <a:br/>
            <a:r>
              <a:rPr/>
              <a:t>Address: Bais Godam Circle, Jaipur 302001</a:t>
            </a:r>
          </a:p>
          <a:p>
            <a:pPr lvl="0" indent="-342900" marL="342900">
              <a:buAutoNum type="arabicPeriod"/>
            </a:pPr>
            <a:r>
              <a:rPr b="1"/>
              <a:t>Raj Mandir Cinema</a:t>
            </a:r>
            <a:br/>
            <a:r>
              <a:rPr/>
              <a:t>Address: Bhagwan Das Road, Ashok Nagar, Jaipur 302001</a:t>
            </a:r>
          </a:p>
          <a:p>
            <a:pPr lvl="0" indent="-342900" marL="342900">
              <a:buAutoNum type="arabicPeriod"/>
            </a:pPr>
            <a:r>
              <a:rPr b="1"/>
              <a:t>PVR, GT Central Mall</a:t>
            </a:r>
            <a:br/>
            <a:r>
              <a:rPr/>
              <a:t>Address: Malviya Nagar, Jaipur 302017</a:t>
            </a:r>
          </a:p>
          <a:p>
            <a:pPr lvl="0" indent="-342900" marL="342900">
              <a:buAutoNum type="arabicPeriod"/>
            </a:pPr>
            <a:r>
              <a:rPr b="1"/>
              <a:t>Cinepolis, World Trade Park</a:t>
            </a:r>
            <a:br/>
            <a:r>
              <a:rPr/>
              <a:t>Address: JLN Marg, Malviya Nagar, Jaipur 302018</a:t>
            </a:r>
          </a:p>
          <a:p>
            <a:pPr lvl="0" indent="-342900" marL="342900">
              <a:buAutoNum type="arabicPeriod"/>
            </a:pPr>
            <a:r>
              <a:rPr b="1"/>
              <a:t>Maharaja Cinema</a:t>
            </a:r>
            <a:br/>
            <a:r>
              <a:rPr/>
              <a:t>Address: Station Road, Sindhi Camp, Jaipur 302016</a:t>
            </a:r>
          </a:p>
          <a:p>
            <a:pPr lvl="0" indent="-342900" marL="342900">
              <a:buAutoNum type="arabicPeriod"/>
            </a:pPr>
            <a:r>
              <a:rPr b="1"/>
              <a:t>Inox, Pink Square Mall</a:t>
            </a:r>
            <a:br/>
            <a:r>
              <a:rPr/>
              <a:t>Address: Raja Park, Jaipur 302004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Lucknow – Uttar Pradesh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INOX, One Awadh Center</a:t>
            </a:r>
            <a:br/>
            <a:r>
              <a:rPr/>
              <a:t>Address: Gomtinagar Extension, Shaheed Path, Lucknow 226010</a:t>
            </a:r>
          </a:p>
          <a:p>
            <a:pPr lvl="0" indent="-342900" marL="342900">
              <a:buAutoNum type="arabicPeriod"/>
            </a:pPr>
            <a:r>
              <a:rPr b="1"/>
              <a:t>PVR, Phoenix United Mall</a:t>
            </a:r>
            <a:br/>
            <a:r>
              <a:rPr/>
              <a:t>Address: Alambagh, Kanpur Road, Lucknow 226012</a:t>
            </a:r>
          </a:p>
          <a:p>
            <a:pPr lvl="0" indent="-342900" marL="342900">
              <a:buAutoNum type="arabicPeriod"/>
            </a:pPr>
            <a:r>
              <a:rPr b="1"/>
              <a:t>SRS Cinemas, City Mall</a:t>
            </a:r>
            <a:br/>
            <a:r>
              <a:rPr/>
              <a:t>Address: Gomti Nagar, Lucknow 226010</a:t>
            </a:r>
          </a:p>
          <a:p>
            <a:pPr lvl="0" indent="-342900" marL="342900">
              <a:buAutoNum type="arabicPeriod"/>
            </a:pPr>
            <a:r>
              <a:rPr b="1"/>
              <a:t>Wave Cinemas, Sahara Ganj Mall</a:t>
            </a:r>
            <a:br/>
            <a:r>
              <a:rPr/>
              <a:t>Address: Hazratganj, Lucknow 226001</a:t>
            </a:r>
          </a:p>
          <a:p>
            <a:pPr lvl="0" indent="-342900" marL="342900">
              <a:buAutoNum type="arabicPeriod"/>
            </a:pPr>
            <a:r>
              <a:rPr b="1"/>
              <a:t>Carnival Cinemas, Singar Nagar</a:t>
            </a:r>
            <a:br/>
            <a:r>
              <a:rPr/>
              <a:t>Address: Alambagh, Lucknow 226005</a:t>
            </a:r>
          </a:p>
          <a:p>
            <a:pPr lvl="0" indent="-342900" marL="342900">
              <a:buAutoNum type="arabicPeriod"/>
            </a:pPr>
            <a:r>
              <a:rPr b="1"/>
              <a:t>INOX, Riverside Mall</a:t>
            </a:r>
            <a:br/>
            <a:r>
              <a:rPr/>
              <a:t>Address: Gomti Nagar, Lucknow 226010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Kanpur – Uttar Pradesh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INOX, Z Square Mall</a:t>
            </a:r>
            <a:br/>
            <a:r>
              <a:rPr/>
              <a:t>Address: Mall Road, Kanpur 208001</a:t>
            </a:r>
          </a:p>
          <a:p>
            <a:pPr lvl="0" indent="-342900" marL="342900">
              <a:buAutoNum type="arabicPeriod"/>
            </a:pPr>
            <a:r>
              <a:rPr b="1"/>
              <a:t>PVR, Rave Moti Mall</a:t>
            </a:r>
            <a:br/>
            <a:r>
              <a:rPr/>
              <a:t>Address: Rawatpur, Kanpur 208019</a:t>
            </a:r>
          </a:p>
          <a:p>
            <a:pPr lvl="0" indent="-342900" marL="342900">
              <a:buAutoNum type="arabicPeriod"/>
            </a:pPr>
            <a:r>
              <a:rPr b="1"/>
              <a:t>Wave Cinemas, South X Mall</a:t>
            </a:r>
            <a:br/>
            <a:r>
              <a:rPr/>
              <a:t>Address: Kidwai Nagar, Kanpur 208011</a:t>
            </a:r>
          </a:p>
          <a:p>
            <a:pPr lvl="0" indent="-342900" marL="342900">
              <a:buAutoNum type="arabicPeriod"/>
            </a:pPr>
            <a:r>
              <a:rPr b="1"/>
              <a:t>PVR, Rave 3 Mall</a:t>
            </a:r>
            <a:br/>
            <a:r>
              <a:rPr/>
              <a:t>Address: Parvati Bagla Road, Kanpur 208001</a:t>
            </a:r>
          </a:p>
          <a:p>
            <a:pPr lvl="0" indent="-342900" marL="342900">
              <a:buAutoNum type="arabicPeriod"/>
            </a:pPr>
            <a:r>
              <a:rPr b="1"/>
              <a:t>Celebration Multiplex</a:t>
            </a:r>
            <a:br/>
            <a:r>
              <a:rPr/>
              <a:t>Address: The Mall, Swaroop Nagar, Kanpur 208002</a:t>
            </a:r>
          </a:p>
          <a:p>
            <a:pPr lvl="0" indent="-342900" marL="342900">
              <a:buAutoNum type="arabicPeriod"/>
            </a:pPr>
            <a:r>
              <a:rPr b="1"/>
              <a:t>Big Cinemas, Jalwa</a:t>
            </a:r>
            <a:br/>
            <a:r>
              <a:rPr/>
              <a:t>Address: Shastri Nagar, Kanpur 208005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Nagpur – Maharashtra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PVR, Empress City Mall</a:t>
            </a:r>
            <a:br/>
            <a:r>
              <a:rPr/>
              <a:t>Address: Empress Mall, Gandhibagh, Nagpur 440018</a:t>
            </a:r>
          </a:p>
          <a:p>
            <a:pPr lvl="0" indent="-342900" marL="342900">
              <a:buAutoNum type="arabicPeriod"/>
            </a:pPr>
            <a:r>
              <a:rPr b="1"/>
              <a:t>Cinepolis, Eternity Mall</a:t>
            </a:r>
            <a:br/>
            <a:r>
              <a:rPr/>
              <a:t>Address: Variety Square, Sitabuldi, Nagpur 440012</a:t>
            </a:r>
          </a:p>
          <a:p>
            <a:pPr lvl="0" indent="-342900" marL="342900">
              <a:buAutoNum type="arabicPeriod"/>
            </a:pPr>
            <a:r>
              <a:rPr b="1"/>
              <a:t>INOX, Jaswant Tuli Mall</a:t>
            </a:r>
            <a:br/>
            <a:r>
              <a:rPr/>
              <a:t>Address: Kamptee Road, Nagpur 440026</a:t>
            </a:r>
          </a:p>
          <a:p>
            <a:pPr lvl="0" indent="-342900" marL="342900">
              <a:buAutoNum type="arabicPeriod"/>
            </a:pPr>
            <a:r>
              <a:rPr b="1"/>
              <a:t>Cineplex, Sadar</a:t>
            </a:r>
            <a:br/>
            <a:r>
              <a:rPr/>
              <a:t>Address: Sadar Bazar, Nagpur 440001</a:t>
            </a:r>
          </a:p>
          <a:p>
            <a:pPr lvl="0" indent="-342900" marL="342900">
              <a:buAutoNum type="arabicPeriod"/>
            </a:pPr>
            <a:r>
              <a:rPr b="1"/>
              <a:t>PVR, Trillium Mall</a:t>
            </a:r>
            <a:br/>
            <a:r>
              <a:rPr/>
              <a:t>Address: Medical Square, Nagpur 440003</a:t>
            </a:r>
          </a:p>
          <a:p>
            <a:pPr lvl="0" indent="-342900" marL="342900">
              <a:buAutoNum type="arabicPeriod"/>
            </a:pPr>
            <a:r>
              <a:rPr b="1"/>
              <a:t>Big Cinemas, Poonam</a:t>
            </a:r>
            <a:br/>
            <a:r>
              <a:rPr/>
              <a:t>Address: Central Avenue, Nagpur 440008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Indore – Madhya Pradesh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INOX, Central Mall</a:t>
            </a:r>
            <a:br/>
            <a:r>
              <a:rPr/>
              <a:t>Address: RNT Marg, Indore 452001</a:t>
            </a:r>
          </a:p>
          <a:p>
            <a:pPr lvl="0" indent="-342900" marL="342900">
              <a:buAutoNum type="arabicPeriod"/>
            </a:pPr>
            <a:r>
              <a:rPr b="1"/>
              <a:t>PVR, Treasure Island Mall</a:t>
            </a:r>
            <a:br/>
            <a:r>
              <a:rPr/>
              <a:t>Address: MG Road, South Tukoganj, Indore 452001</a:t>
            </a:r>
          </a:p>
          <a:p>
            <a:pPr lvl="0" indent="-342900" marL="342900">
              <a:buAutoNum type="arabicPeriod"/>
            </a:pPr>
            <a:r>
              <a:rPr b="1"/>
              <a:t>Carnival Cinemas, C21 Mall</a:t>
            </a:r>
            <a:br/>
            <a:r>
              <a:rPr/>
              <a:t>Address: AB Road, Vijay Nagar, Indore 452010</a:t>
            </a:r>
          </a:p>
          <a:p>
            <a:pPr lvl="0" indent="-342900" marL="342900">
              <a:buAutoNum type="arabicPeriod"/>
            </a:pPr>
            <a:r>
              <a:rPr b="1"/>
              <a:t>Cinepolis, Mangal City Mall</a:t>
            </a:r>
            <a:br/>
            <a:r>
              <a:rPr/>
              <a:t>Address: Vijay Nagar, Indore 452010</a:t>
            </a:r>
          </a:p>
          <a:p>
            <a:pPr lvl="0" indent="-342900" marL="342900">
              <a:buAutoNum type="arabicPeriod"/>
            </a:pPr>
            <a:r>
              <a:rPr b="1"/>
              <a:t>INOX, Sapna Sangeeta</a:t>
            </a:r>
            <a:br/>
            <a:r>
              <a:rPr/>
              <a:t>Address: Sapna Sangeeta Road, Indore 452001</a:t>
            </a:r>
          </a:p>
          <a:p>
            <a:pPr lvl="0" indent="-342900" marL="342900">
              <a:buAutoNum type="arabicPeriod"/>
            </a:pPr>
            <a:r>
              <a:rPr b="1"/>
              <a:t>Velocity 3, Transport Nagar</a:t>
            </a:r>
            <a:br/>
            <a:r>
              <a:rPr/>
              <a:t>Address: Dewas Naka, Indore 452010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Bhopal – Madhya Pradesh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INOX, DB City Mall</a:t>
            </a:r>
            <a:br/>
            <a:r>
              <a:rPr/>
              <a:t>Address: Maharana Pratap Nagar, Bhopal 462011</a:t>
            </a:r>
          </a:p>
          <a:p>
            <a:pPr lvl="0" indent="-342900" marL="342900">
              <a:buAutoNum type="arabicPeriod"/>
            </a:pPr>
            <a:r>
              <a:rPr b="1"/>
              <a:t>PVR, Aura Mall</a:t>
            </a:r>
            <a:br/>
            <a:r>
              <a:rPr/>
              <a:t>Address: E-8 Trilanga, Bhopal 462039</a:t>
            </a:r>
          </a:p>
          <a:p>
            <a:pPr lvl="0" indent="-342900" marL="342900">
              <a:buAutoNum type="arabicPeriod"/>
            </a:pPr>
            <a:r>
              <a:rPr b="1"/>
              <a:t>People’s Mall Multiplex</a:t>
            </a:r>
            <a:br/>
            <a:r>
              <a:rPr/>
              <a:t>Address: Raisen Road, Bhopal 462022</a:t>
            </a:r>
          </a:p>
          <a:p>
            <a:pPr lvl="0" indent="-342900" marL="342900">
              <a:buAutoNum type="arabicPeriod"/>
            </a:pPr>
            <a:r>
              <a:rPr b="1"/>
              <a:t>Satyam Cineplex</a:t>
            </a:r>
            <a:br/>
            <a:r>
              <a:rPr/>
              <a:t>Address: Hamidia Road, Peer Gate Area, Bhopal 462001</a:t>
            </a:r>
          </a:p>
          <a:p>
            <a:pPr lvl="0" indent="-342900" marL="342900">
              <a:buAutoNum type="arabicPeriod"/>
            </a:pPr>
            <a:r>
              <a:rPr b="1"/>
              <a:t>Multiplex, Ashima Mall</a:t>
            </a:r>
            <a:br/>
            <a:r>
              <a:rPr/>
              <a:t>Address: Hoshangabad Road, Bhopal 462026</a:t>
            </a:r>
          </a:p>
          <a:p>
            <a:pPr lvl="0" indent="-342900" marL="342900">
              <a:buAutoNum type="arabicPeriod"/>
            </a:pPr>
            <a:r>
              <a:rPr b="1"/>
              <a:t>Carnival Cinemas, MP Nagar</a:t>
            </a:r>
            <a:br/>
            <a:r>
              <a:rPr/>
              <a:t>Address: Zone-II, Maharana Pratap Nagar, Bhopal 462011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Visakhapatnam – Andhra Pradesh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INOX, Chitralaya Mall</a:t>
            </a:r>
            <a:br/>
            <a:r>
              <a:rPr/>
              <a:t>Address: Daba Gardens, Visakhapatnam 530020</a:t>
            </a:r>
          </a:p>
          <a:p>
            <a:pPr lvl="0" indent="-342900" marL="342900">
              <a:buAutoNum type="arabicPeriod"/>
            </a:pPr>
            <a:r>
              <a:rPr b="1"/>
              <a:t>Cinepolis, CMR Central</a:t>
            </a:r>
            <a:br/>
            <a:r>
              <a:rPr/>
              <a:t>Address: Maddilapalem, Visakhapatnam 530013</a:t>
            </a:r>
          </a:p>
          <a:p>
            <a:pPr lvl="0" indent="-342900" marL="342900">
              <a:buAutoNum type="arabicPeriod"/>
            </a:pPr>
            <a:r>
              <a:rPr b="1"/>
              <a:t>PVR, Vizag Central Mall</a:t>
            </a:r>
            <a:br/>
            <a:r>
              <a:rPr/>
              <a:t>Address: Suryabagh, Visakhapatnam 530020</a:t>
            </a:r>
          </a:p>
          <a:p>
            <a:pPr lvl="0" indent="-342900" marL="342900">
              <a:buAutoNum type="arabicPeriod"/>
            </a:pPr>
            <a:r>
              <a:rPr b="1"/>
              <a:t>MVR Multiplex</a:t>
            </a:r>
            <a:br/>
            <a:r>
              <a:rPr/>
              <a:t>Address: Siripuram, Visakhapatnam 530003</a:t>
            </a:r>
          </a:p>
          <a:p>
            <a:pPr lvl="0" indent="-342900" marL="342900">
              <a:buAutoNum type="arabicPeriod"/>
            </a:pPr>
            <a:r>
              <a:rPr b="1"/>
              <a:t>INOX, Varun Beach</a:t>
            </a:r>
            <a:br/>
            <a:r>
              <a:rPr/>
              <a:t>Address: Beach Road, Visakhapatnam 530002</a:t>
            </a:r>
          </a:p>
          <a:p>
            <a:pPr lvl="0" indent="-342900" marL="342900">
              <a:buAutoNum type="arabicPeriod"/>
            </a:pPr>
            <a:r>
              <a:rPr b="1"/>
              <a:t>Jagadamba Theatre</a:t>
            </a:r>
            <a:br/>
            <a:r>
              <a:rPr/>
              <a:t>Address: Suryabagh, Visakhapatnam 530002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Patna – Bihar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Cinepolis, P&amp;M Mall</a:t>
            </a:r>
            <a:br/>
            <a:r>
              <a:rPr/>
              <a:t>Address: Kurji, Patna 800001</a:t>
            </a:r>
          </a:p>
          <a:p>
            <a:pPr lvl="0" indent="-342900" marL="342900">
              <a:buAutoNum type="arabicPeriod"/>
            </a:pPr>
            <a:r>
              <a:rPr b="1"/>
              <a:t>Regent Fun Cinemas</a:t>
            </a:r>
            <a:br/>
            <a:r>
              <a:rPr/>
              <a:t>Address: Gandhi Maidan, Patna 800001</a:t>
            </a:r>
          </a:p>
          <a:p>
            <a:pPr lvl="0" indent="-342900" marL="342900">
              <a:buAutoNum type="arabicPeriod"/>
            </a:pPr>
            <a:r>
              <a:rPr b="1"/>
              <a:t>INOX, Patna Central Mall</a:t>
            </a:r>
            <a:br/>
            <a:r>
              <a:rPr/>
              <a:t>Address: Frazer Road, Patna 800001</a:t>
            </a:r>
          </a:p>
          <a:p>
            <a:pPr lvl="0" indent="-342900" marL="342900">
              <a:buAutoNum type="arabicPeriod"/>
            </a:pPr>
            <a:r>
              <a:rPr b="1"/>
              <a:t>Urbana Complex Cinemas</a:t>
            </a:r>
            <a:br/>
            <a:r>
              <a:rPr/>
              <a:t>Address: RPS More, Bailey Road, Patna 801503</a:t>
            </a:r>
          </a:p>
          <a:p>
            <a:pPr lvl="0" indent="-342900" marL="342900">
              <a:buAutoNum type="arabicPeriod"/>
            </a:pPr>
            <a:r>
              <a:rPr b="1"/>
              <a:t>Rex Cinema</a:t>
            </a:r>
            <a:br/>
            <a:r>
              <a:rPr/>
              <a:t>Address: Exhibition Road, Patna 800001</a:t>
            </a:r>
          </a:p>
          <a:p>
            <a:pPr lvl="0" indent="-342900" marL="342900">
              <a:buAutoNum type="arabicPeriod"/>
            </a:pPr>
            <a:r>
              <a:rPr b="1"/>
              <a:t>Elphinstone Cinema</a:t>
            </a:r>
            <a:br/>
            <a:r>
              <a:rPr/>
              <a:t>Address: Kadam Kuan, Patna 800004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Vadodara (Baroda) – Gujarat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INOX, Reliance Mall</a:t>
            </a:r>
            <a:br/>
            <a:r>
              <a:rPr/>
              <a:t>Address: Old Padra Road, Alkapuri, Vadodara 390007</a:t>
            </a:r>
          </a:p>
          <a:p>
            <a:pPr lvl="0" indent="-342900" marL="342900">
              <a:buAutoNum type="arabicPeriod"/>
            </a:pPr>
            <a:r>
              <a:rPr b="1"/>
              <a:t>PVR, Eva Mall</a:t>
            </a:r>
            <a:br/>
            <a:r>
              <a:rPr/>
              <a:t>Address: Manjalpur, Vadodara 390011</a:t>
            </a:r>
          </a:p>
          <a:p>
            <a:pPr lvl="0" indent="-342900" marL="342900">
              <a:buAutoNum type="arabicPeriod"/>
            </a:pPr>
            <a:r>
              <a:rPr b="1"/>
              <a:t>Cinepolis, Cinemall</a:t>
            </a:r>
            <a:br/>
            <a:r>
              <a:rPr/>
              <a:t>Address: Race Course Road, Vadodara 390007</a:t>
            </a:r>
          </a:p>
          <a:p>
            <a:pPr lvl="0" indent="-342900" marL="342900">
              <a:buAutoNum type="arabicPeriod"/>
            </a:pPr>
            <a:r>
              <a:rPr b="1"/>
              <a:t>INOX, Centre Square Mall</a:t>
            </a:r>
            <a:br/>
            <a:r>
              <a:rPr/>
              <a:t>Address: Sarabhai Road, Vadodara 390023</a:t>
            </a:r>
          </a:p>
          <a:p>
            <a:pPr lvl="0" indent="-342900" marL="342900">
              <a:buAutoNum type="arabicPeriod"/>
            </a:pPr>
            <a:r>
              <a:rPr b="1"/>
              <a:t>INOX, Seven Seas Mall</a:t>
            </a:r>
            <a:br/>
            <a:r>
              <a:rPr/>
              <a:t>Address: Fatehgunj, Vadodara 390002</a:t>
            </a:r>
          </a:p>
          <a:p>
            <a:pPr lvl="0" indent="-342900" marL="342900">
              <a:buAutoNum type="arabicPeriod"/>
            </a:pPr>
            <a:r>
              <a:rPr b="1"/>
              <a:t>Mukta A2 Cinemas, Ellora Park</a:t>
            </a:r>
            <a:br/>
            <a:r>
              <a:rPr/>
              <a:t>Address: Ellora Park, Vadodara 390023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Ludhiana – Punjab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INOX, Silver Arc Mall</a:t>
            </a:r>
            <a:br/>
            <a:r>
              <a:rPr/>
              <a:t>Address: Ferozepur Road, Ludhiana 141001</a:t>
            </a:r>
          </a:p>
          <a:p>
            <a:pPr lvl="0" indent="-342900" marL="342900">
              <a:buAutoNum type="arabicPeriod"/>
            </a:pPr>
            <a:r>
              <a:rPr b="1"/>
              <a:t>Wave Cinemas, Westend Mall</a:t>
            </a:r>
            <a:br/>
            <a:r>
              <a:rPr/>
              <a:t>Address: Ferozepur Road, Ludhiana 141012</a:t>
            </a:r>
          </a:p>
          <a:p>
            <a:pPr lvl="0" indent="-342900" marL="342900">
              <a:buAutoNum type="arabicPeriod"/>
            </a:pPr>
            <a:r>
              <a:rPr b="1"/>
              <a:t>PVR, Pavilion Mall</a:t>
            </a:r>
            <a:br/>
            <a:r>
              <a:rPr/>
              <a:t>Address: Bhai Bala Chowk, Ludhiana 141001</a:t>
            </a:r>
          </a:p>
          <a:p>
            <a:pPr lvl="0" indent="-342900" marL="342900">
              <a:buAutoNum type="arabicPeriod"/>
            </a:pPr>
            <a:r>
              <a:rPr b="1"/>
              <a:t>Carnival Cinemas, MBD Neopolis Mall</a:t>
            </a:r>
            <a:br/>
            <a:r>
              <a:rPr/>
              <a:t>Address: Ferozepur Road, Ludhiana 141001</a:t>
            </a:r>
          </a:p>
          <a:p>
            <a:pPr lvl="0" indent="-342900" marL="342900">
              <a:buAutoNum type="arabicPeriod"/>
            </a:pPr>
            <a:r>
              <a:rPr b="1"/>
              <a:t>SRS Cinemas, Omaxe Plaza Mall</a:t>
            </a:r>
            <a:br/>
            <a:r>
              <a:rPr/>
              <a:t>Address: Pakhowal Road, Ludhiana 141002</a:t>
            </a:r>
          </a:p>
          <a:p>
            <a:pPr lvl="0" indent="-342900" marL="342900">
              <a:buAutoNum type="arabicPeriod"/>
            </a:pPr>
            <a:r>
              <a:rPr b="1"/>
              <a:t>Big Cinemas, Flames Mall</a:t>
            </a:r>
            <a:br/>
            <a:r>
              <a:rPr/>
              <a:t>Address: GT Road, Ludhiana 141003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Coimbatore – Tamil Nadu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INOX, Prozone Mall</a:t>
            </a:r>
            <a:br/>
            <a:r>
              <a:rPr/>
              <a:t>Address: Sathy Road, Saravanampatti, Coimbatore 641035</a:t>
            </a:r>
          </a:p>
          <a:p>
            <a:pPr lvl="0" indent="-342900" marL="342900">
              <a:buAutoNum type="arabicPeriod"/>
            </a:pPr>
            <a:r>
              <a:rPr b="1"/>
              <a:t>Cinepolis, Fun Republic Mall</a:t>
            </a:r>
            <a:br/>
            <a:r>
              <a:rPr/>
              <a:t>Address: Avinashi Road, Peelamedu, Coimbatore 641014</a:t>
            </a:r>
          </a:p>
          <a:p>
            <a:pPr lvl="0" indent="-342900" marL="342900">
              <a:buAutoNum type="arabicPeriod"/>
            </a:pPr>
            <a:r>
              <a:rPr b="1"/>
              <a:t>Brookefields Mall Cinemas</a:t>
            </a:r>
            <a:br/>
            <a:r>
              <a:rPr/>
              <a:t>Address: Brookebond Road, RS Puram, Coimbatore 641001</a:t>
            </a:r>
          </a:p>
          <a:p>
            <a:pPr lvl="0" indent="-342900" marL="342900">
              <a:buAutoNum type="arabicPeriod"/>
            </a:pPr>
            <a:r>
              <a:rPr b="1"/>
              <a:t>KG Cinemas</a:t>
            </a:r>
            <a:br/>
            <a:r>
              <a:rPr/>
              <a:t>Address: Cross Cut Road, Gandhipuram, Coimbatore 641012</a:t>
            </a:r>
          </a:p>
          <a:p>
            <a:pPr lvl="0" indent="-342900" marL="342900">
              <a:buAutoNum type="arabicPeriod"/>
            </a:pPr>
            <a:r>
              <a:rPr b="1"/>
              <a:t>The Cinema, Prozone Mall</a:t>
            </a:r>
            <a:br/>
            <a:r>
              <a:rPr/>
              <a:t>Address: Sathy Road, Saravanampatti, Coimbatore 641035</a:t>
            </a:r>
          </a:p>
          <a:p>
            <a:pPr lvl="0" indent="-342900" marL="342900">
              <a:buAutoNum type="arabicPeriod"/>
            </a:pPr>
            <a:r>
              <a:rPr b="1"/>
              <a:t>Sathyam Cinemas, R.S. Puram</a:t>
            </a:r>
            <a:br/>
            <a:r>
              <a:rPr/>
              <a:t>Address: D.B. Road, R.S. Puram, Coimbatore 641002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2025-07-30T07:50:35Z</dcterms:created>
  <dcterms:modified xsi:type="dcterms:W3CDTF">2025-07-30T07:50:35Z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