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Ltd. – Visakhapatnam Branch Network</a:t>
            </a:r>
          </a:p>
        </p:txBody>
      </p:sp>
      <p:sp>
        <p:nvSpPr>
          <p:cNvPr id="3" name="Content Placeholder 2"/>
          <p:cNvSpPr>
            <a:spLocks noGrp="1"/>
          </p:cNvSpPr>
          <p:nvPr>
            <p:ph idx="1"/>
          </p:nvPr>
        </p:nvSpPr>
        <p:spPr/>
        <p:txBody>
          <a:bodyPr/>
          <a:lstStyle/>
          <a:p>
            <a:pPr lvl="0" indent="0" marL="0">
              <a:buNone/>
            </a:pPr>
            <a:r>
              <a:rPr/>
              <a:t>ZX Bank Ltd. maintains a robust footprint in Visakhapatnam, ensuring accessible and modern banking solutions for residents across the city’s diverse regions. With a focus on customer-centric service and digital integration, the bank’s strategically located branches provide retail, corporate, and digital banking services to meet the financial needs of individuals and businesses alike. The distribution of branches guarantees convenient access in all major areas, fostering financial inclusion and economic growth within Visakhapatnam.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Visakhapatnam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12-1-345, Maddilapalem Main Road, Maddilapalem</a:t>
                      </a:r>
                    </a:p>
                  </a:txBody>
                </a:tc>
                <a:tc>
                  <a:txBody>
                    <a:bodyPr/>
                    <a:lstStyle/>
                    <a:p>
                      <a:pPr lvl="0" indent="0" marL="0">
                        <a:buNone/>
                      </a:pPr>
                      <a:r>
                        <a:rPr/>
                        <a:t>ZXIN0001100</a:t>
                      </a:r>
                    </a:p>
                  </a:txBody>
                </a:tc>
                <a:tc>
                  <a:txBody>
                    <a:bodyPr/>
                    <a:lstStyle/>
                    <a:p>
                      <a:pPr lvl="0" indent="0" marL="0">
                        <a:buNone/>
                      </a:pPr>
                      <a:r>
                        <a:rPr/>
                        <a:t>0891-2456781</a:t>
                      </a:r>
                    </a:p>
                  </a:txBody>
                </a:tc>
              </a:tr>
              <a:tr h="0">
                <a:tc>
                  <a:txBody>
                    <a:bodyPr/>
                    <a:lstStyle/>
                    <a:p>
                      <a:pPr lvl="0" indent="0" marL="0">
                        <a:buNone/>
                      </a:pPr>
                      <a:r>
                        <a:rPr/>
                        <a:t>Shop No. 5C, NH16, Hanumanthavaka Junction</a:t>
                      </a:r>
                    </a:p>
                  </a:txBody>
                </a:tc>
                <a:tc>
                  <a:txBody>
                    <a:bodyPr/>
                    <a:lstStyle/>
                    <a:p>
                      <a:pPr lvl="0" indent="0" marL="0">
                        <a:buNone/>
                      </a:pPr>
                      <a:r>
                        <a:rPr/>
                        <a:t>ZXIN0001101</a:t>
                      </a:r>
                    </a:p>
                  </a:txBody>
                </a:tc>
                <a:tc>
                  <a:txBody>
                    <a:bodyPr/>
                    <a:lstStyle/>
                    <a:p>
                      <a:pPr lvl="0" indent="0" marL="0">
                        <a:buNone/>
                      </a:pPr>
                      <a:r>
                        <a:rPr/>
                        <a:t>0891-2478902</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Visakhapatnam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5-72-1, Gajuwaka Junction, Opp. RTC Complex</a:t>
                      </a:r>
                    </a:p>
                  </a:txBody>
                </a:tc>
                <a:tc>
                  <a:txBody>
                    <a:bodyPr/>
                    <a:lstStyle/>
                    <a:p>
                      <a:pPr lvl="0" indent="0" marL="0">
                        <a:buNone/>
                      </a:pPr>
                      <a:r>
                        <a:rPr/>
                        <a:t>ZXIN0001200</a:t>
                      </a:r>
                    </a:p>
                  </a:txBody>
                </a:tc>
                <a:tc>
                  <a:txBody>
                    <a:bodyPr/>
                    <a:lstStyle/>
                    <a:p>
                      <a:pPr lvl="0" indent="0" marL="0">
                        <a:buNone/>
                      </a:pPr>
                      <a:r>
                        <a:rPr/>
                        <a:t>0891-2563342</a:t>
                      </a:r>
                    </a:p>
                  </a:txBody>
                </a:tc>
              </a:tr>
              <a:tr h="0">
                <a:tc>
                  <a:txBody>
                    <a:bodyPr/>
                    <a:lstStyle/>
                    <a:p>
                      <a:pPr lvl="0" indent="0" marL="0">
                        <a:buNone/>
                      </a:pPr>
                      <a:r>
                        <a:rPr/>
                        <a:t>Door No. 101, Kurmannapalem Main Road</a:t>
                      </a:r>
                    </a:p>
                  </a:txBody>
                </a:tc>
                <a:tc>
                  <a:txBody>
                    <a:bodyPr/>
                    <a:lstStyle/>
                    <a:p>
                      <a:pPr lvl="0" indent="0" marL="0">
                        <a:buNone/>
                      </a:pPr>
                      <a:r>
                        <a:rPr/>
                        <a:t>ZXIN0001201</a:t>
                      </a:r>
                    </a:p>
                  </a:txBody>
                </a:tc>
                <a:tc>
                  <a:txBody>
                    <a:bodyPr/>
                    <a:lstStyle/>
                    <a:p>
                      <a:pPr lvl="0" indent="0" marL="0">
                        <a:buNone/>
                      </a:pPr>
                      <a:r>
                        <a:rPr/>
                        <a:t>0891-2578846</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Visakhapatnam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38-44-7, Near Jagadamba Centre, Dwarakanagar</a:t>
                      </a:r>
                    </a:p>
                  </a:txBody>
                </a:tc>
                <a:tc>
                  <a:txBody>
                    <a:bodyPr/>
                    <a:lstStyle/>
                    <a:p>
                      <a:pPr lvl="0" indent="0" marL="0">
                        <a:buNone/>
                      </a:pPr>
                      <a:r>
                        <a:rPr/>
                        <a:t>ZXIN0001300</a:t>
                      </a:r>
                    </a:p>
                  </a:txBody>
                </a:tc>
                <a:tc>
                  <a:txBody>
                    <a:bodyPr/>
                    <a:lstStyle/>
                    <a:p>
                      <a:pPr lvl="0" indent="0" marL="0">
                        <a:buNone/>
                      </a:pPr>
                      <a:r>
                        <a:rPr/>
                        <a:t>0891-2592300</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Visakhapatnam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7-190, Aganampudi, GNT Road, Beside HP Petrol</a:t>
                      </a:r>
                    </a:p>
                  </a:txBody>
                </a:tc>
                <a:tc>
                  <a:txBody>
                    <a:bodyPr/>
                    <a:lstStyle/>
                    <a:p>
                      <a:pPr lvl="0" indent="0" marL="0">
                        <a:buNone/>
                      </a:pPr>
                      <a:r>
                        <a:rPr/>
                        <a:t>ZXIN0001400</a:t>
                      </a:r>
                    </a:p>
                  </a:txBody>
                </a:tc>
                <a:tc>
                  <a:txBody>
                    <a:bodyPr/>
                    <a:lstStyle/>
                    <a:p>
                      <a:pPr lvl="0" indent="0" marL="0">
                        <a:buNone/>
                      </a:pPr>
                      <a:r>
                        <a:rPr/>
                        <a:t>0891-2524512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Visakhapatnam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Door No. 17-1-23, Siripuram Junction, Main Road</a:t>
                      </a:r>
                    </a:p>
                  </a:txBody>
                </a:tc>
                <a:tc>
                  <a:txBody>
                    <a:bodyPr/>
                    <a:lstStyle/>
                    <a:p>
                      <a:pPr lvl="0" indent="0" marL="0">
                        <a:buNone/>
                      </a:pPr>
                      <a:r>
                        <a:rPr/>
                        <a:t>ZXIN0001500</a:t>
                      </a:r>
                    </a:p>
                  </a:txBody>
                </a:tc>
                <a:tc>
                  <a:txBody>
                    <a:bodyPr/>
                    <a:lstStyle/>
                    <a:p>
                      <a:pPr lvl="0" indent="0" marL="0">
                        <a:buNone/>
                      </a:pPr>
                      <a:r>
                        <a:rPr/>
                        <a:t>0891-2730114</a:t>
                      </a:r>
                    </a:p>
                  </a:txBody>
                </a:tc>
              </a:tr>
              <a:tr h="0">
                <a:tc>
                  <a:txBody>
                    <a:bodyPr/>
                    <a:lstStyle/>
                    <a:p>
                      <a:pPr lvl="0" indent="0" marL="0">
                        <a:buNone/>
                      </a:pPr>
                      <a:r>
                        <a:rPr/>
                        <a:t>4th Floor, RK Beach Towers, Beach Road</a:t>
                      </a:r>
                    </a:p>
                  </a:txBody>
                </a:tc>
                <a:tc>
                  <a:txBody>
                    <a:bodyPr/>
                    <a:lstStyle/>
                    <a:p>
                      <a:pPr lvl="0" indent="0" marL="0">
                        <a:buNone/>
                      </a:pPr>
                      <a:r>
                        <a:rPr/>
                        <a:t>ZXIN0001501</a:t>
                      </a:r>
                    </a:p>
                  </a:txBody>
                </a:tc>
                <a:tc>
                  <a:txBody>
                    <a:bodyPr/>
                    <a:lstStyle/>
                    <a:p>
                      <a:pPr lvl="0" indent="0" marL="0">
                        <a:buNone/>
                      </a:pPr>
                      <a:r>
                        <a:rPr/>
                        <a:t>0891-2568871</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2025-07-30T07:49:43Z</dcterms:created>
  <dcterms:modified xsi:type="dcterms:W3CDTF">2025-07-30T07:49:43Z</dcterms:modified>
</cp:coreProperties>
</file>

<file path=docProps/custom.xml><?xml version="1.0" encoding="utf-8"?>
<Properties xmlns="http://schemas.openxmlformats.org/officeDocument/2006/custom-properties" xmlns:vt="http://schemas.openxmlformats.org/officeDocument/2006/docPropsVTypes"/>
</file>