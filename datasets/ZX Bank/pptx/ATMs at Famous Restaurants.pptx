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Bank: ATMs at Famous Restaurants (India’s Major Cities)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a list of ZX Bank ATMs conveniently located at or near popular, high-traffic restaurants in each major city. This list is ideal for travelers, foodies, and city-dwellers who love to dine out and need quick banking and cash withdrawal access. Each location includes the restaurant name and full address. (Note: Addresses are examples for demonstration.)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Mumbai – Maharashtra</a:t>
            </a:r>
          </a:p>
          <a:p>
            <a:pPr lvl="0" indent="-342900" marL="342900">
              <a:buAutoNum type="arabicPeriod"/>
            </a:pPr>
            <a:r>
              <a:rPr b="1"/>
              <a:t>Leopold Cafe</a:t>
            </a:r>
            <a:br/>
            <a:r>
              <a:rPr/>
              <a:t>Colaba Causeway, Colaba, Mumbai, Maharashtra 400039</a:t>
            </a:r>
          </a:p>
          <a:p>
            <a:pPr lvl="0" indent="-342900" marL="342900">
              <a:buAutoNum type="arabicPeriod"/>
            </a:pPr>
            <a:r>
              <a:rPr b="1"/>
              <a:t>Trishna</a:t>
            </a:r>
            <a:br/>
            <a:r>
              <a:rPr/>
              <a:t>7, Sai Baba Marg, Kala Ghoda, Fort, Mumbai, Maharashtra 400001</a:t>
            </a:r>
          </a:p>
          <a:p>
            <a:pPr lvl="0" indent="-342900" marL="342900">
              <a:buAutoNum type="arabicPeriod"/>
            </a:pPr>
            <a:r>
              <a:rPr b="1"/>
              <a:t>The Bombay Canteen</a:t>
            </a:r>
            <a:br/>
            <a:r>
              <a:rPr/>
              <a:t>Kamala Mills, Lower Parel, Mumbai, Maharashtra 400013</a:t>
            </a:r>
          </a:p>
          <a:p>
            <a:pPr lvl="0" indent="-342900" marL="342900">
              <a:buAutoNum type="arabicPeriod"/>
            </a:pPr>
            <a:r>
              <a:rPr b="1"/>
              <a:t>Bademiya</a:t>
            </a:r>
            <a:br/>
            <a:r>
              <a:rPr/>
              <a:t>Tulloch Rd, Apollo Bandar, Colaba, Mumbai, Maharashtra 400039</a:t>
            </a:r>
          </a:p>
          <a:p>
            <a:pPr lvl="0" indent="-342900" marL="342900">
              <a:buAutoNum type="arabicPeriod"/>
            </a:pPr>
            <a:r>
              <a:rPr b="1"/>
              <a:t>Britannia &amp; Co. Restaurant</a:t>
            </a:r>
            <a:br/>
            <a:r>
              <a:rPr/>
              <a:t>16, Wakefield House, Ballard Estate, Fort, Mumbai, Maharashtra 400001</a:t>
            </a:r>
          </a:p>
          <a:p>
            <a:pPr lvl="0" indent="-342900" marL="342900">
              <a:buAutoNum type="arabicPeriod"/>
            </a:pPr>
            <a:r>
              <a:rPr b="1"/>
              <a:t>Cafe Mondegar</a:t>
            </a:r>
            <a:br/>
            <a:r>
              <a:rPr/>
              <a:t>5A, Metro House, Colaba Causeway, Mumbai, Maharashtra 400039</a:t>
            </a:r>
          </a:p>
          <a:p>
            <a:pPr lvl="0" indent="-342900" marL="342900">
              <a:buAutoNum type="arabicPeriod"/>
            </a:pPr>
            <a:r>
              <a:rPr b="1"/>
              <a:t>Haji Ali Juice Centre</a:t>
            </a:r>
            <a:br/>
            <a:r>
              <a:rPr/>
              <a:t>Lala Lajpat Rai Rd, Haji Ali, Mumbai, Maharashtra 400026</a:t>
            </a:r>
          </a:p>
          <a:p>
            <a:pPr lvl="0" indent="-342900" marL="342900">
              <a:buAutoNum type="arabicPeriod"/>
            </a:pPr>
            <a:r>
              <a:rPr b="1"/>
              <a:t>Pizza By The Bay</a:t>
            </a:r>
            <a:br/>
            <a:r>
              <a:rPr/>
              <a:t>143, Marine Drive, Churchgate, Mumbai, Maharashtra 400020</a:t>
            </a:r>
          </a:p>
          <a:p>
            <a:pPr lvl="0" indent="-342900" marL="342900">
              <a:buAutoNum type="arabicPeriod"/>
            </a:pPr>
            <a:r>
              <a:rPr b="1"/>
              <a:t>Mahesh Lunch Home</a:t>
            </a:r>
            <a:br/>
            <a:r>
              <a:rPr/>
              <a:t>Opposite Paradise Cinema, Fort, Mumbai, Maharashtra 400001</a:t>
            </a:r>
          </a:p>
          <a:p>
            <a:pPr lvl="0" indent="-342900" marL="342900">
              <a:buAutoNum type="arabicPeriod"/>
            </a:pPr>
            <a:r>
              <a:rPr b="1"/>
              <a:t>Global Fusion</a:t>
            </a:r>
            <a:br/>
            <a:r>
              <a:rPr/>
              <a:t>3rd Floor, Link Square Mall, Bandra West, Mumbai, Maharashtra 400050</a:t>
            </a:r>
          </a:p>
          <a:p>
            <a:pPr lvl="0" indent="-342900" marL="342900">
              <a:buAutoNum type="arabicPeriod"/>
            </a:pPr>
            <a:r>
              <a:rPr b="1"/>
              <a:t>Gajalee</a:t>
            </a:r>
            <a:br/>
            <a:r>
              <a:rPr/>
              <a:t>Hanuman Road, Vile Parle East, Mumbai, Maharashtra 400057</a:t>
            </a:r>
          </a:p>
          <a:p>
            <a:pPr lvl="0" indent="-342900" marL="342900">
              <a:buAutoNum type="arabicPeriod"/>
            </a:pPr>
            <a:r>
              <a:rPr b="1"/>
              <a:t>Status Restaurant</a:t>
            </a:r>
            <a:br/>
            <a:r>
              <a:rPr/>
              <a:t>Nariman Point, Mumbai, Maharashtra 400021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Delhi – National Capital Territory</a:t>
            </a:r>
          </a:p>
          <a:p>
            <a:pPr lvl="0" indent="-342900" marL="342900">
              <a:buAutoNum type="arabicPeriod"/>
            </a:pPr>
            <a:r>
              <a:rPr b="1"/>
              <a:t>Karim’s</a:t>
            </a:r>
            <a:br/>
            <a:r>
              <a:rPr/>
              <a:t>16, Jama Masjid, Chandni Chowk, Delhi 110006</a:t>
            </a:r>
          </a:p>
          <a:p>
            <a:pPr lvl="0" indent="-342900" marL="342900">
              <a:buAutoNum type="arabicPeriod"/>
            </a:pPr>
            <a:r>
              <a:rPr b="1"/>
              <a:t>Bukhara</a:t>
            </a:r>
            <a:br/>
            <a:r>
              <a:rPr/>
              <a:t>ITC Maurya, Sardar Patel Marg, Delhi 110021</a:t>
            </a:r>
          </a:p>
          <a:p>
            <a:pPr lvl="0" indent="-342900" marL="342900">
              <a:buAutoNum type="arabicPeriod"/>
            </a:pPr>
            <a:r>
              <a:rPr b="1"/>
              <a:t>Indian Accent</a:t>
            </a:r>
            <a:br/>
            <a:r>
              <a:rPr/>
              <a:t>The Lodhi, Lodhi Road, New Delhi 110003</a:t>
            </a:r>
          </a:p>
          <a:p>
            <a:pPr lvl="0" indent="-342900" marL="342900">
              <a:buAutoNum type="arabicPeriod"/>
            </a:pPr>
            <a:r>
              <a:rPr b="1"/>
              <a:t>Saravana Bhavan</a:t>
            </a:r>
            <a:br/>
            <a:r>
              <a:rPr/>
              <a:t>50, Janpath Road, Connaught Place, New Delhi 110001</a:t>
            </a:r>
          </a:p>
          <a:p>
            <a:pPr lvl="0" indent="-342900" marL="342900">
              <a:buAutoNum type="arabicPeriod"/>
            </a:pPr>
            <a:r>
              <a:rPr b="1"/>
              <a:t>Parikrama – The Revolving Restaurant</a:t>
            </a:r>
            <a:br/>
            <a:r>
              <a:rPr/>
              <a:t>22, Connaught Place, New Delhi 110001</a:t>
            </a:r>
          </a:p>
          <a:p>
            <a:pPr lvl="0" indent="-342900" marL="342900">
              <a:buAutoNum type="arabicPeriod"/>
            </a:pPr>
            <a:r>
              <a:rPr b="1"/>
              <a:t>Big Chill Cafe</a:t>
            </a:r>
            <a:br/>
            <a:r>
              <a:rPr/>
              <a:t>68-A, Khan Market, New Delhi 110003</a:t>
            </a:r>
          </a:p>
          <a:p>
            <a:pPr lvl="0" indent="-342900" marL="342900">
              <a:buAutoNum type="arabicPeriod"/>
            </a:pPr>
            <a:r>
              <a:rPr b="1"/>
              <a:t>Gulati Restaurant</a:t>
            </a:r>
            <a:br/>
            <a:r>
              <a:rPr/>
              <a:t>6, Pandara Road Market, New Delhi 110003</a:t>
            </a:r>
          </a:p>
          <a:p>
            <a:pPr lvl="0" indent="-342900" marL="342900">
              <a:buAutoNum type="arabicPeriod"/>
            </a:pPr>
            <a:r>
              <a:rPr b="1"/>
              <a:t>Moti Mahal</a:t>
            </a:r>
            <a:br/>
            <a:r>
              <a:rPr/>
              <a:t>Daryaganj, New Delhi 110002</a:t>
            </a:r>
          </a:p>
          <a:p>
            <a:pPr lvl="0" indent="-342900" marL="342900">
              <a:buAutoNum type="arabicPeriod"/>
            </a:pPr>
            <a:r>
              <a:rPr b="1"/>
              <a:t>Sagar Ratna</a:t>
            </a:r>
            <a:br/>
            <a:r>
              <a:rPr/>
              <a:t>9, Defence Colony Market, New Delhi 110024</a:t>
            </a:r>
          </a:p>
          <a:p>
            <a:pPr lvl="0" indent="-342900" marL="342900">
              <a:buAutoNum type="arabicPeriod"/>
            </a:pPr>
            <a:r>
              <a:rPr b="1"/>
              <a:t>Olive Bar &amp; Kitchen</a:t>
            </a:r>
            <a:br/>
            <a:r>
              <a:rPr/>
              <a:t>6-8, Kalka Das Marg, Mehrauli, New Delhi 110030</a:t>
            </a:r>
          </a:p>
          <a:p>
            <a:pPr lvl="0" indent="-342900" marL="342900">
              <a:buAutoNum type="arabicPeriod"/>
            </a:pPr>
            <a:r>
              <a:rPr b="1"/>
              <a:t>Dilli Haat - INA</a:t>
            </a:r>
            <a:br/>
            <a:r>
              <a:rPr/>
              <a:t>Sri Aurobindo Marg, Laxmi Bai Nagar, New Delhi 110023</a:t>
            </a:r>
          </a:p>
          <a:p>
            <a:pPr lvl="0" indent="-342900" marL="342900">
              <a:buAutoNum type="arabicPeriod"/>
            </a:pPr>
            <a:r>
              <a:rPr b="1"/>
              <a:t>Punjab Grill</a:t>
            </a:r>
            <a:br/>
            <a:r>
              <a:rPr/>
              <a:t>Ground Floor, Select Citywalk, Saket, New Delhi 110017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Bangalore (Bengaluru) – Karnataka</a:t>
            </a:r>
          </a:p>
          <a:p>
            <a:pPr lvl="0" indent="-342900" marL="342900">
              <a:buAutoNum type="arabicPeriod"/>
            </a:pPr>
            <a:r>
              <a:rPr b="1"/>
              <a:t>MTR (Mavalli Tiffin Rooms)</a:t>
            </a:r>
            <a:br/>
            <a:r>
              <a:rPr/>
              <a:t>14, Lalbagh Road, Bengaluru, Karnataka 560027</a:t>
            </a:r>
          </a:p>
          <a:p>
            <a:pPr lvl="0" indent="-342900" marL="342900">
              <a:buAutoNum type="arabicPeriod"/>
            </a:pPr>
            <a:r>
              <a:rPr b="1"/>
              <a:t>Vidyarthi Bhavan</a:t>
            </a:r>
            <a:br/>
            <a:r>
              <a:rPr/>
              <a:t>32, Gandhi Bazaar, Bengaluru, Karnataka 560004</a:t>
            </a:r>
          </a:p>
          <a:p>
            <a:pPr lvl="0" indent="-342900" marL="342900">
              <a:buAutoNum type="arabicPeriod"/>
            </a:pPr>
            <a:r>
              <a:rPr b="1"/>
              <a:t>Koshy’s</a:t>
            </a:r>
            <a:br/>
            <a:r>
              <a:rPr/>
              <a:t>39, St. Mark’s Road, Bengaluru, Karnataka 560001</a:t>
            </a:r>
          </a:p>
          <a:p>
            <a:pPr lvl="0" indent="-342900" marL="342900">
              <a:buAutoNum type="arabicPeriod"/>
            </a:pPr>
            <a:r>
              <a:rPr b="1"/>
              <a:t>Toit</a:t>
            </a:r>
            <a:br/>
            <a:r>
              <a:rPr/>
              <a:t>298, 100 Feet Road, Indiranagar, Bengaluru, Karnataka 560038</a:t>
            </a:r>
          </a:p>
          <a:p>
            <a:pPr lvl="0" indent="-342900" marL="342900">
              <a:buAutoNum type="arabicPeriod"/>
            </a:pPr>
            <a:r>
              <a:rPr b="1"/>
              <a:t>Corner House Ice Cream</a:t>
            </a:r>
            <a:br/>
            <a:r>
              <a:rPr/>
              <a:t>92/6, Residency Road, Bengaluru, Karnataka 560025</a:t>
            </a:r>
          </a:p>
          <a:p>
            <a:pPr lvl="0" indent="-342900" marL="342900">
              <a:buAutoNum type="arabicPeriod"/>
            </a:pPr>
            <a:r>
              <a:rPr b="1"/>
              <a:t>The Only Place</a:t>
            </a:r>
            <a:br/>
            <a:r>
              <a:rPr/>
              <a:t>13, Museum Road, Bengaluru, Karnataka 560025</a:t>
            </a:r>
          </a:p>
          <a:p>
            <a:pPr lvl="0" indent="-342900" marL="342900">
              <a:buAutoNum type="arabicPeriod"/>
            </a:pPr>
            <a:r>
              <a:rPr b="1"/>
              <a:t>Truffles</a:t>
            </a:r>
            <a:br/>
            <a:r>
              <a:rPr/>
              <a:t>28, St. Marks Road, Bengaluru, Karnataka 560001</a:t>
            </a:r>
          </a:p>
          <a:p>
            <a:pPr lvl="0" indent="-342900" marL="342900">
              <a:buAutoNum type="arabicPeriod"/>
            </a:pPr>
            <a:r>
              <a:rPr b="1"/>
              <a:t>Shivaji Military Hotel</a:t>
            </a:r>
            <a:br/>
            <a:r>
              <a:rPr/>
              <a:t>718, Jayanagar, Bengaluru, Karnataka 560041</a:t>
            </a:r>
          </a:p>
          <a:p>
            <a:pPr lvl="0" indent="-342900" marL="342900">
              <a:buAutoNum type="arabicPeriod"/>
            </a:pPr>
            <a:r>
              <a:rPr b="1"/>
              <a:t>Central Tiffin Room (CTR)</a:t>
            </a:r>
            <a:br/>
            <a:r>
              <a:rPr/>
              <a:t>7th Cross, Margosa Road, Malleshwaram, Bengaluru, Karnataka 560003</a:t>
            </a:r>
          </a:p>
          <a:p>
            <a:pPr lvl="0" indent="-342900" marL="342900">
              <a:buAutoNum type="arabicPeriod"/>
            </a:pPr>
            <a:r>
              <a:rPr b="1"/>
              <a:t>Empire Restaurant</a:t>
            </a:r>
            <a:br/>
            <a:r>
              <a:rPr/>
              <a:t>Church Street, Bengaluru, Karnataka 560001</a:t>
            </a:r>
          </a:p>
          <a:p>
            <a:pPr lvl="0" indent="-342900" marL="342900">
              <a:buAutoNum type="arabicPeriod"/>
            </a:pPr>
            <a:r>
              <a:rPr b="1"/>
              <a:t>Rim Naam – The Oberoi</a:t>
            </a:r>
            <a:br/>
            <a:r>
              <a:rPr/>
              <a:t>37–39, MG Road, Bengaluru, Karnataka 560001</a:t>
            </a:r>
          </a:p>
          <a:p>
            <a:pPr lvl="0" indent="-342900" marL="342900">
              <a:buAutoNum type="arabicPeriod"/>
            </a:pPr>
            <a:r>
              <a:rPr b="1"/>
              <a:t>Nagarjuna</a:t>
            </a:r>
            <a:br/>
            <a:r>
              <a:rPr/>
              <a:t>195, Residency Rd, Bengaluru, Karnataka 560025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Hyderabad – Telangana</a:t>
            </a:r>
          </a:p>
          <a:p>
            <a:pPr lvl="0" indent="-342900" marL="342900">
              <a:buAutoNum type="arabicPeriod"/>
            </a:pPr>
            <a:r>
              <a:rPr b="1"/>
              <a:t>Paradise Biryani</a:t>
            </a:r>
            <a:br/>
            <a:r>
              <a:rPr/>
              <a:t>SD Road, Secunderabad, Hyderabad, Telangana 500003</a:t>
            </a:r>
          </a:p>
          <a:p>
            <a:pPr lvl="0" indent="-342900" marL="342900">
              <a:buAutoNum type="arabicPeriod"/>
            </a:pPr>
            <a:r>
              <a:rPr b="1"/>
              <a:t>Bawarchi</a:t>
            </a:r>
            <a:br/>
            <a:r>
              <a:rPr/>
              <a:t>RTC Cross Road, Musheerabad, Hyderabad, Telangana 500020</a:t>
            </a:r>
          </a:p>
          <a:p>
            <a:pPr lvl="0" indent="-342900" marL="342900">
              <a:buAutoNum type="arabicPeriod"/>
            </a:pPr>
            <a:r>
              <a:rPr b="1"/>
              <a:t>Ohri’s Jiva Imperia</a:t>
            </a:r>
            <a:br/>
            <a:r>
              <a:rPr/>
              <a:t>6-3-249/6, Road No 1, Banjara Hills, Hyderabad, Telangana 500034</a:t>
            </a:r>
          </a:p>
          <a:p>
            <a:pPr lvl="0" indent="-342900" marL="342900">
              <a:buAutoNum type="arabicPeriod"/>
            </a:pPr>
            <a:r>
              <a:rPr b="1"/>
              <a:t>Chutneys</a:t>
            </a:r>
            <a:br/>
            <a:r>
              <a:rPr/>
              <a:t>241/1, Road Number 36, Jubilee Hills, Hyderabad, Telangana 500033</a:t>
            </a:r>
          </a:p>
          <a:p>
            <a:pPr lvl="0" indent="-342900" marL="342900">
              <a:buAutoNum type="arabicPeriod"/>
            </a:pPr>
            <a:r>
              <a:rPr b="1"/>
              <a:t>Shah Ghouse Cafe</a:t>
            </a:r>
            <a:br/>
            <a:r>
              <a:rPr/>
              <a:t>Opp. Bio-Diversity Park, Gachibowli, Hyderabad, Telangana 500032</a:t>
            </a:r>
          </a:p>
          <a:p>
            <a:pPr lvl="0" indent="-342900" marL="342900">
              <a:buAutoNum type="arabicPeriod"/>
            </a:pPr>
            <a:r>
              <a:rPr b="1"/>
              <a:t>Sahib Sindh Sultan</a:t>
            </a:r>
            <a:br/>
            <a:r>
              <a:rPr/>
              <a:t>City Center Mall, Banjara Hills, Hyderabad, Telangana 500034</a:t>
            </a:r>
          </a:p>
          <a:p>
            <a:pPr lvl="0" indent="-342900" marL="342900">
              <a:buAutoNum type="arabicPeriod"/>
            </a:pPr>
            <a:r>
              <a:rPr b="1"/>
              <a:t>Cafe Bahar</a:t>
            </a:r>
            <a:br/>
            <a:r>
              <a:rPr/>
              <a:t>Basheer Bagh, Hyderabad, Telangana 500029</a:t>
            </a:r>
          </a:p>
          <a:p>
            <a:pPr lvl="0" indent="-342900" marL="342900">
              <a:buAutoNum type="arabicPeriod"/>
            </a:pPr>
            <a:r>
              <a:rPr b="1"/>
              <a:t>Dakshin – ITC Kakatiya</a:t>
            </a:r>
            <a:br/>
            <a:r>
              <a:rPr/>
              <a:t>Begumpet, Hyderabad, Telangana 500016</a:t>
            </a:r>
          </a:p>
          <a:p>
            <a:pPr lvl="0" indent="-342900" marL="342900">
              <a:buAutoNum type="arabicPeriod"/>
            </a:pPr>
            <a:r>
              <a:rPr b="1"/>
              <a:t>Minerva Coffee Shop</a:t>
            </a:r>
            <a:br/>
            <a:r>
              <a:rPr/>
              <a:t>Himayatnagar, Hyderabad, Telangana 500029</a:t>
            </a:r>
          </a:p>
          <a:p>
            <a:pPr lvl="0" indent="-342900" marL="342900">
              <a:buAutoNum type="arabicPeriod"/>
            </a:pPr>
            <a:r>
              <a:rPr b="1"/>
              <a:t>United Kitchens of India</a:t>
            </a:r>
            <a:br/>
            <a:r>
              <a:rPr/>
              <a:t>Rd Number 45, Jubilee Hills, Hyderabad, Telangana 500033</a:t>
            </a:r>
          </a:p>
          <a:p>
            <a:pPr lvl="0" indent="-342900" marL="342900">
              <a:buAutoNum type="arabicPeriod"/>
            </a:pPr>
            <a:r>
              <a:rPr b="1"/>
              <a:t>Rayalaseema Ruchulu</a:t>
            </a:r>
            <a:br/>
            <a:r>
              <a:rPr/>
              <a:t>Lakdikapul, Hyderabad, Telangana 500004</a:t>
            </a:r>
          </a:p>
          <a:p>
            <a:pPr lvl="0" indent="-342900" marL="342900">
              <a:buAutoNum type="arabicPeriod"/>
            </a:pPr>
            <a:r>
              <a:rPr b="1"/>
              <a:t>Olive Bistro</a:t>
            </a:r>
            <a:br/>
            <a:r>
              <a:rPr/>
              <a:t>Road No 46, Jubilee Hills, Hyderabad, Telangana 500033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Chennai – Tamil Nadu</a:t>
            </a:r>
          </a:p>
          <a:p>
            <a:pPr lvl="0" indent="-342900" marL="342900">
              <a:buAutoNum type="arabicPeriod"/>
            </a:pPr>
            <a:r>
              <a:rPr b="1"/>
              <a:t>Murugan Idli Shop</a:t>
            </a:r>
            <a:br/>
            <a:r>
              <a:rPr/>
              <a:t>T. Nagar, Chennai, Tamil Nadu 600017</a:t>
            </a:r>
          </a:p>
          <a:p>
            <a:pPr lvl="0" indent="-342900" marL="342900">
              <a:buAutoNum type="arabicPeriod"/>
            </a:pPr>
            <a:r>
              <a:rPr b="1"/>
              <a:t>Saravana Bhavan</a:t>
            </a:r>
            <a:br/>
            <a:r>
              <a:rPr/>
              <a:t>Radhakrishnan Salai, Mylapore, Chennai, Tamil Nadu 600004</a:t>
            </a:r>
          </a:p>
          <a:p>
            <a:pPr lvl="0" indent="-342900" marL="342900">
              <a:buAutoNum type="arabicPeriod"/>
            </a:pPr>
            <a:r>
              <a:rPr b="1"/>
              <a:t>Ponnusamy Hotel</a:t>
            </a:r>
            <a:br/>
            <a:r>
              <a:rPr/>
              <a:t>Royapettah High Rd, Chennai 600014</a:t>
            </a:r>
          </a:p>
          <a:p>
            <a:pPr lvl="0" indent="-342900" marL="342900">
              <a:buAutoNum type="arabicPeriod"/>
            </a:pPr>
            <a:r>
              <a:rPr b="1"/>
              <a:t>Annalakshmi</a:t>
            </a:r>
            <a:br/>
            <a:r>
              <a:rPr/>
              <a:t>Egmore, Chennai, Tamil Nadu 600008</a:t>
            </a:r>
          </a:p>
          <a:p>
            <a:pPr lvl="0" indent="-342900" marL="342900">
              <a:buAutoNum type="arabicPeriod"/>
            </a:pPr>
            <a:r>
              <a:rPr b="1"/>
              <a:t>Copper Chimney</a:t>
            </a:r>
            <a:br/>
            <a:r>
              <a:rPr/>
              <a:t>Cathedral Road, Chennai, Tamil Nadu 600086</a:t>
            </a:r>
          </a:p>
          <a:p>
            <a:pPr lvl="0" indent="-342900" marL="342900">
              <a:buAutoNum type="arabicPeriod"/>
            </a:pPr>
            <a:r>
              <a:rPr b="1"/>
              <a:t>Adyar Ananda Bhavan</a:t>
            </a:r>
            <a:br/>
            <a:r>
              <a:rPr/>
              <a:t>Anna Salai, Chennai, Tamil Nadu 600002</a:t>
            </a:r>
          </a:p>
          <a:p>
            <a:pPr lvl="0" indent="-342900" marL="342900">
              <a:buAutoNum type="arabicPeriod"/>
            </a:pPr>
            <a:r>
              <a:rPr b="1"/>
              <a:t>The Marina</a:t>
            </a:r>
            <a:br/>
            <a:r>
              <a:rPr/>
              <a:t>College Road, Nungambakkam, Chennai, Tamil Nadu 600006</a:t>
            </a:r>
          </a:p>
          <a:p>
            <a:pPr lvl="0" indent="-342900" marL="342900">
              <a:buAutoNum type="arabicPeriod"/>
            </a:pPr>
            <a:r>
              <a:rPr b="1"/>
              <a:t>Amethyst Cafe</a:t>
            </a:r>
            <a:br/>
            <a:r>
              <a:rPr/>
              <a:t>Whites Road, Royapettah, Chennai, Tamil Nadu 600014</a:t>
            </a:r>
          </a:p>
          <a:p>
            <a:pPr lvl="0" indent="-342900" marL="342900">
              <a:buAutoNum type="arabicPeriod"/>
            </a:pPr>
            <a:r>
              <a:rPr b="1"/>
              <a:t>Kaidi Kitchen</a:t>
            </a:r>
            <a:br/>
            <a:r>
              <a:rPr/>
              <a:t>Bishop Wallers Avenue, Mylapore, Chennai, Tamil Nadu 600004</a:t>
            </a:r>
          </a:p>
          <a:p>
            <a:pPr lvl="0" indent="-342900" marL="342900">
              <a:buAutoNum type="arabicPeriod"/>
            </a:pPr>
            <a:r>
              <a:rPr b="1"/>
              <a:t>Southern Spice – Taj Coromandel</a:t>
            </a:r>
            <a:br/>
            <a:r>
              <a:rPr/>
              <a:t>Nungambakkam, Chennai, Tamil Nadu 600034</a:t>
            </a:r>
          </a:p>
          <a:p>
            <a:pPr lvl="0" indent="-342900" marL="342900">
              <a:buAutoNum type="arabicPeriod"/>
            </a:pPr>
            <a:r>
              <a:rPr b="1"/>
              <a:t>Mathsya</a:t>
            </a:r>
            <a:br/>
            <a:r>
              <a:rPr/>
              <a:t>Egmore, Chennai, Tamil Nadu 600008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T. Nagar, Chennai, Tamil Nadu 600017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Kolkata – West Bengal</a:t>
            </a:r>
          </a:p>
          <a:p>
            <a:pPr lvl="0" indent="-342900" marL="342900">
              <a:buAutoNum type="arabicPeriod"/>
            </a:pPr>
            <a:r>
              <a:rPr b="1"/>
              <a:t>Flurys</a:t>
            </a:r>
            <a:br/>
            <a:r>
              <a:rPr/>
              <a:t>18, Park Street, Kolkata, West Bengal 700016</a:t>
            </a:r>
          </a:p>
          <a:p>
            <a:pPr lvl="0" indent="-342900" marL="342900">
              <a:buAutoNum type="arabicPeriod"/>
            </a:pPr>
            <a:r>
              <a:rPr b="1"/>
              <a:t>Peter Cat</a:t>
            </a:r>
            <a:br/>
            <a:r>
              <a:rPr/>
              <a:t>18A, Park Street, Kolkata, West Bengal 700071</a:t>
            </a:r>
          </a:p>
          <a:p>
            <a:pPr lvl="0" indent="-342900" marL="342900">
              <a:buAutoNum type="arabicPeriod"/>
            </a:pPr>
            <a:r>
              <a:rPr b="1"/>
              <a:t>Mocambo</a:t>
            </a:r>
            <a:br/>
            <a:r>
              <a:rPr/>
              <a:t>25B, Park Street, Kolkata, West Bengal 700016</a:t>
            </a:r>
          </a:p>
          <a:p>
            <a:pPr lvl="0" indent="-342900" marL="342900">
              <a:buAutoNum type="arabicPeriod"/>
            </a:pPr>
            <a:r>
              <a:rPr b="1"/>
              <a:t>6 Ballygunge Place</a:t>
            </a:r>
            <a:br/>
            <a:r>
              <a:rPr/>
              <a:t>Ballygunge Place, Kolkata, West Bengal 700019</a:t>
            </a:r>
          </a:p>
          <a:p>
            <a:pPr lvl="0" indent="-342900" marL="342900">
              <a:buAutoNum type="arabicPeriod"/>
            </a:pPr>
            <a:r>
              <a:rPr b="1"/>
              <a:t>Arsalan</a:t>
            </a:r>
            <a:br/>
            <a:r>
              <a:rPr/>
              <a:t>Park Circus, Kolkata, West Bengal 700017</a:t>
            </a:r>
          </a:p>
          <a:p>
            <a:pPr lvl="0" indent="-342900" marL="342900">
              <a:buAutoNum type="arabicPeriod"/>
            </a:pPr>
            <a:r>
              <a:rPr b="1"/>
              <a:t>Bhojohori Manna</a:t>
            </a:r>
            <a:br/>
            <a:r>
              <a:rPr/>
              <a:t>Gariahat Road, Kolkata, West Bengal 700019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Salt Lake, Kolkata, West Bengal 700091</a:t>
            </a:r>
          </a:p>
          <a:p>
            <a:pPr lvl="0" indent="-342900" marL="342900">
              <a:buAutoNum type="arabicPeriod"/>
            </a:pPr>
            <a:r>
              <a:rPr b="1"/>
              <a:t>Nizam’s</a:t>
            </a:r>
            <a:br/>
            <a:r>
              <a:rPr/>
              <a:t>Hogg Street, New Market Area, Kolkata, West Bengal 700087</a:t>
            </a:r>
          </a:p>
          <a:p>
            <a:pPr lvl="0" indent="-342900" marL="342900">
              <a:buAutoNum type="arabicPeriod"/>
            </a:pPr>
            <a:r>
              <a:rPr b="1"/>
              <a:t>Oh! Calcutta</a:t>
            </a:r>
            <a:br/>
            <a:r>
              <a:rPr/>
              <a:t>Forum Mall, Elgin Road, Kolkata, West Bengal 700020</a:t>
            </a:r>
          </a:p>
          <a:p>
            <a:pPr lvl="0" indent="-342900" marL="342900">
              <a:buAutoNum type="arabicPeriod"/>
            </a:pPr>
            <a:r>
              <a:rPr b="1"/>
              <a:t>Balaram Mullick &amp; Radharaman Mullick</a:t>
            </a:r>
            <a:br/>
            <a:r>
              <a:rPr/>
              <a:t>Bhawanipore, Kolkata, West Bengal 700025</a:t>
            </a:r>
          </a:p>
          <a:p>
            <a:pPr lvl="0" indent="-342900" marL="342900">
              <a:buAutoNum type="arabicPeriod"/>
            </a:pPr>
            <a:r>
              <a:rPr b="1"/>
              <a:t>Kasturi Restaurant</a:t>
            </a:r>
            <a:br/>
            <a:r>
              <a:rPr/>
              <a:t>7A, Marquis St, Esplanade, Kolkata, West Bengal 700016</a:t>
            </a:r>
          </a:p>
          <a:p>
            <a:pPr lvl="0" indent="-342900" marL="342900">
              <a:buAutoNum type="arabicPeriod"/>
            </a:pPr>
            <a:r>
              <a:rPr b="1"/>
              <a:t>Peter Hu?</a:t>
            </a:r>
            <a:br/>
            <a:r>
              <a:rPr/>
              <a:t>Woodburn Park, Kolkata, West Bengal 700020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Pune – Maharashtra</a:t>
            </a:r>
          </a:p>
          <a:p>
            <a:pPr lvl="0" indent="-342900" marL="342900">
              <a:buAutoNum type="arabicPeriod"/>
            </a:pPr>
            <a:r>
              <a:rPr b="1"/>
              <a:t>Kayani Bakery</a:t>
            </a:r>
            <a:br/>
            <a:r>
              <a:rPr/>
              <a:t>East Street, Camp, Pune, Maharashtra 411001</a:t>
            </a:r>
          </a:p>
          <a:p>
            <a:pPr lvl="0" indent="-342900" marL="342900">
              <a:buAutoNum type="arabicPeriod"/>
            </a:pPr>
            <a:r>
              <a:rPr b="1"/>
              <a:t>Vaishali Restaurant</a:t>
            </a:r>
            <a:br/>
            <a:r>
              <a:rPr/>
              <a:t>Fergusson College Road, Pune, Maharashtra 411004</a:t>
            </a:r>
          </a:p>
          <a:p>
            <a:pPr lvl="0" indent="-342900" marL="342900">
              <a:buAutoNum type="arabicPeriod"/>
            </a:pPr>
            <a:r>
              <a:rPr b="1"/>
              <a:t>Good Luck Cafe</a:t>
            </a:r>
            <a:br/>
            <a:r>
              <a:rPr/>
              <a:t>Deccan Gymkhana, Pune, Maharashtra 411004</a:t>
            </a:r>
          </a:p>
          <a:p>
            <a:pPr lvl="0" indent="-342900" marL="342900">
              <a:buAutoNum type="arabicPeriod"/>
            </a:pPr>
            <a:r>
              <a:rPr b="1"/>
              <a:t>German Bakery</a:t>
            </a:r>
            <a:br/>
            <a:r>
              <a:rPr/>
              <a:t>Koregaon Park, Pune, Maharashtra 411001</a:t>
            </a:r>
          </a:p>
          <a:p>
            <a:pPr lvl="0" indent="-342900" marL="342900">
              <a:buAutoNum type="arabicPeriod"/>
            </a:pPr>
            <a:r>
              <a:rPr b="1"/>
              <a:t>Mastani Sujata</a:t>
            </a:r>
            <a:br/>
            <a:r>
              <a:rPr/>
              <a:t>Sadashiv Peth, Pune, Maharashtra 411030</a:t>
            </a:r>
          </a:p>
          <a:p>
            <a:pPr lvl="0" indent="-342900" marL="342900">
              <a:buAutoNum type="arabicPeriod"/>
            </a:pPr>
            <a:r>
              <a:rPr b="1"/>
              <a:t>Vohuman Cafe</a:t>
            </a:r>
            <a:br/>
            <a:r>
              <a:rPr/>
              <a:t>Sassoon Hospital Road, Pune, Maharashtra 411001</a:t>
            </a:r>
          </a:p>
          <a:p>
            <a:pPr lvl="0" indent="-342900" marL="342900">
              <a:buAutoNum type="arabicPeriod"/>
            </a:pPr>
            <a:r>
              <a:rPr b="1"/>
              <a:t>Baan Tao – Hyatt Pune</a:t>
            </a:r>
            <a:br/>
            <a:r>
              <a:rPr/>
              <a:t>Kalyani Nagar, Pune, Maharashtra 411014</a:t>
            </a:r>
          </a:p>
          <a:p>
            <a:pPr lvl="0" indent="-342900" marL="342900">
              <a:buAutoNum type="arabicPeriod"/>
            </a:pPr>
            <a:r>
              <a:rPr b="1"/>
              <a:t>Sukanta</a:t>
            </a:r>
            <a:br/>
            <a:r>
              <a:rPr/>
              <a:t>Deccan Gymkhana, Pune, Maharashtra 411004</a:t>
            </a:r>
          </a:p>
          <a:p>
            <a:pPr lvl="0" indent="-342900" marL="342900">
              <a:buAutoNum type="arabicPeriod"/>
            </a:pPr>
            <a:r>
              <a:rPr b="1"/>
              <a:t>Chingari – Le Meridien</a:t>
            </a:r>
            <a:br/>
            <a:r>
              <a:rPr/>
              <a:t>RTO Road, Pune, Maharashtra 411001</a:t>
            </a:r>
          </a:p>
          <a:p>
            <a:pPr lvl="0" indent="-342900" marL="342900">
              <a:buAutoNum type="arabicPeriod"/>
            </a:pPr>
            <a:r>
              <a:rPr b="1"/>
              <a:t>Dorabjee &amp; Sons</a:t>
            </a:r>
            <a:br/>
            <a:r>
              <a:rPr/>
              <a:t>Camp, Pune, Maharashtra 411001</a:t>
            </a:r>
          </a:p>
          <a:p>
            <a:pPr lvl="0" indent="-342900" marL="342900">
              <a:buAutoNum type="arabicPeriod"/>
            </a:pPr>
            <a:r>
              <a:rPr b="1"/>
              <a:t>Shabree Restaurant</a:t>
            </a:r>
            <a:br/>
            <a:r>
              <a:rPr/>
              <a:t>FC Road, Pune, Maharashtra 411004</a:t>
            </a:r>
          </a:p>
          <a:p>
            <a:pPr lvl="0" indent="-342900" marL="342900">
              <a:buAutoNum type="arabicPeriod"/>
            </a:pPr>
            <a:r>
              <a:rPr b="1"/>
              <a:t>Terttulia</a:t>
            </a:r>
            <a:br/>
            <a:r>
              <a:rPr/>
              <a:t>Koregaon Park, Pune, Maharashtra 411001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Ahmedabad – Gujarat</a:t>
            </a:r>
          </a:p>
          <a:p>
            <a:pPr lvl="0" indent="-342900" marL="342900">
              <a:buAutoNum type="arabicPeriod"/>
            </a:pPr>
            <a:r>
              <a:rPr b="1"/>
              <a:t>Agashiye</a:t>
            </a:r>
            <a:br/>
            <a:r>
              <a:rPr/>
              <a:t>The House of MG, Lal Darwaja, Ahmedabad, Gujarat 380001</a:t>
            </a:r>
          </a:p>
          <a:p>
            <a:pPr lvl="0" indent="-342900" marL="342900">
              <a:buAutoNum type="arabicPeriod"/>
            </a:pPr>
            <a:r>
              <a:rPr b="1"/>
              <a:t>Swati Snacks</a:t>
            </a:r>
            <a:br/>
            <a:r>
              <a:rPr/>
              <a:t>Law Garden, Ellisbridge, Ahmedabad, Gujarat 380006</a:t>
            </a:r>
          </a:p>
          <a:p>
            <a:pPr lvl="0" indent="-342900" marL="342900">
              <a:buAutoNum type="arabicPeriod"/>
            </a:pPr>
            <a:r>
              <a:rPr b="1"/>
              <a:t>Gordhan Thal</a:t>
            </a:r>
            <a:br/>
            <a:r>
              <a:rPr/>
              <a:t>S.G. Highway, Ahmedabad, Gujarat 380054</a:t>
            </a:r>
          </a:p>
          <a:p>
            <a:pPr lvl="0" indent="-342900" marL="342900">
              <a:buAutoNum type="arabicPeriod"/>
            </a:pPr>
            <a:r>
              <a:rPr b="1"/>
              <a:t>Manek Chowk Food Stalls</a:t>
            </a:r>
            <a:br/>
            <a:r>
              <a:rPr/>
              <a:t>Manek Chowk, Ahmedabad, Gujarat 380001</a:t>
            </a:r>
          </a:p>
          <a:p>
            <a:pPr lvl="0" indent="-342900" marL="342900">
              <a:buAutoNum type="arabicPeriod"/>
            </a:pPr>
            <a:r>
              <a:rPr b="1"/>
              <a:t>Rajwadu</a:t>
            </a:r>
            <a:br/>
            <a:r>
              <a:rPr/>
              <a:t>Sarkhej Road, Ahmedabad, Gujarat 380055</a:t>
            </a:r>
          </a:p>
          <a:p>
            <a:pPr lvl="0" indent="-342900" marL="342900">
              <a:buAutoNum type="arabicPeriod"/>
            </a:pPr>
            <a:r>
              <a:rPr b="1"/>
              <a:t>The Project Cafe</a:t>
            </a:r>
            <a:br/>
            <a:r>
              <a:rPr/>
              <a:t>Ambavadi, Ahmedabad, Gujarat 380006</a:t>
            </a:r>
          </a:p>
          <a:p>
            <a:pPr lvl="0" indent="-342900" marL="342900">
              <a:buAutoNum type="arabicPeriod"/>
            </a:pPr>
            <a:r>
              <a:rPr b="1"/>
              <a:t>Sankalp</a:t>
            </a:r>
            <a:br/>
            <a:r>
              <a:rPr/>
              <a:t>C.G. Road, Navrangpura, Ahmedabad, Gujarat 380009</a:t>
            </a:r>
          </a:p>
          <a:p>
            <a:pPr lvl="0" indent="-342900" marL="342900">
              <a:buAutoNum type="arabicPeriod"/>
            </a:pPr>
            <a:r>
              <a:rPr b="1"/>
              <a:t>Pakwan Dining Hall</a:t>
            </a:r>
            <a:br/>
            <a:r>
              <a:rPr/>
              <a:t>SG Highway, Ahmedabad, Gujarat 380054</a:t>
            </a:r>
          </a:p>
          <a:p>
            <a:pPr lvl="0" indent="-342900" marL="342900">
              <a:buAutoNum type="arabicPeriod"/>
            </a:pPr>
            <a:r>
              <a:rPr b="1"/>
              <a:t>Asharfi Kulfi</a:t>
            </a:r>
            <a:br/>
            <a:r>
              <a:rPr/>
              <a:t>Law Garden Road, Ahmedabad, Gujarat 380006</a:t>
            </a:r>
          </a:p>
          <a:p>
            <a:pPr lvl="0" indent="-342900" marL="342900">
              <a:buAutoNum type="arabicPeriod"/>
            </a:pPr>
            <a:r>
              <a:rPr b="1"/>
              <a:t>Toran Dining Hall</a:t>
            </a:r>
            <a:br/>
            <a:r>
              <a:rPr/>
              <a:t>Ashram Road, Ahmedabad, Gujarat 380009</a:t>
            </a:r>
          </a:p>
          <a:p>
            <a:pPr lvl="0" indent="-342900" marL="342900">
              <a:buAutoNum type="arabicPeriod"/>
            </a:pPr>
            <a:r>
              <a:rPr b="1"/>
              <a:t>650 – The Global Kitchen</a:t>
            </a:r>
            <a:br/>
            <a:r>
              <a:rPr/>
              <a:t>Ambawadi, Ahmedabad, Gujarat 380015</a:t>
            </a:r>
          </a:p>
          <a:p>
            <a:pPr lvl="0" indent="-342900" marL="342900">
              <a:buAutoNum type="arabicPeriod"/>
            </a:pPr>
            <a:r>
              <a:rPr b="1"/>
              <a:t>Chandravilas Restaurant</a:t>
            </a:r>
            <a:br/>
            <a:r>
              <a:rPr/>
              <a:t>Gandhi Road, Khadia, Ahmedabad, Gujarat 380001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Surat – Gujarat</a:t>
            </a:r>
          </a:p>
          <a:p>
            <a:pPr lvl="0" indent="-342900" marL="342900">
              <a:buAutoNum type="arabicPeriod"/>
            </a:pPr>
            <a:r>
              <a:rPr b="1"/>
              <a:t>Gopal Locho Khaman House</a:t>
            </a:r>
            <a:br/>
            <a:r>
              <a:rPr/>
              <a:t>Bhatar Road, Surat, Gujarat 395007</a:t>
            </a:r>
          </a:p>
          <a:p>
            <a:pPr lvl="0" indent="-342900" marL="342900">
              <a:buAutoNum type="arabicPeriod"/>
            </a:pPr>
            <a:r>
              <a:rPr b="1"/>
              <a:t>Sasumaa Gujarati Thali</a:t>
            </a:r>
            <a:br/>
            <a:r>
              <a:rPr/>
              <a:t>Ghod Dod Road, Surat, Gujarat 395007</a:t>
            </a:r>
          </a:p>
          <a:p>
            <a:pPr lvl="0" indent="-342900" marL="342900">
              <a:buAutoNum type="arabicPeriod"/>
            </a:pPr>
            <a:r>
              <a:rPr b="1"/>
              <a:t>Vishal Restaurant</a:t>
            </a:r>
            <a:br/>
            <a:r>
              <a:rPr/>
              <a:t>Adajan, Surat, Gujarat 395009</a:t>
            </a:r>
          </a:p>
          <a:p>
            <a:pPr lvl="0" indent="-342900" marL="342900">
              <a:buAutoNum type="arabicPeriod"/>
            </a:pPr>
            <a:r>
              <a:rPr b="1"/>
              <a:t>The Belgian Waffle Co.</a:t>
            </a:r>
            <a:br/>
            <a:r>
              <a:rPr/>
              <a:t>Vesu Main Road, Surat, Gujarat 395007</a:t>
            </a:r>
          </a:p>
          <a:p>
            <a:pPr lvl="0" indent="-342900" marL="342900">
              <a:buAutoNum type="arabicPeriod"/>
            </a:pPr>
            <a:r>
              <a:rPr b="1"/>
              <a:t>Ziba Multicuisine Restaurant</a:t>
            </a:r>
            <a:br/>
            <a:r>
              <a:rPr/>
              <a:t>Dumas Road, Surat, Gujarat 395007</a:t>
            </a:r>
          </a:p>
          <a:p>
            <a:pPr lvl="0" indent="-342900" marL="342900">
              <a:buAutoNum type="arabicPeriod"/>
            </a:pPr>
            <a:r>
              <a:rPr b="1"/>
              <a:t>Dil Se Re Restaurant</a:t>
            </a:r>
            <a:br/>
            <a:r>
              <a:rPr/>
              <a:t>City Light, Surat, Gujarat 395007</a:t>
            </a:r>
          </a:p>
          <a:p>
            <a:pPr lvl="0" indent="-342900" marL="342900">
              <a:buAutoNum type="arabicPeriod"/>
            </a:pPr>
            <a:r>
              <a:rPr b="1"/>
              <a:t>Rangeela Restaurant</a:t>
            </a:r>
            <a:br/>
            <a:r>
              <a:rPr/>
              <a:t>Pal Area, Surat, Gujarat 395009</a:t>
            </a:r>
          </a:p>
          <a:p>
            <a:pPr lvl="0" indent="-342900" marL="342900">
              <a:buAutoNum type="arabicPeriod"/>
            </a:pPr>
            <a:r>
              <a:rPr b="1"/>
              <a:t>Roast &amp; Grills</a:t>
            </a:r>
            <a:br/>
            <a:r>
              <a:rPr/>
              <a:t>Piplod, Surat, Gujarat 395007</a:t>
            </a:r>
          </a:p>
          <a:p>
            <a:pPr lvl="0" indent="-342900" marL="342900">
              <a:buAutoNum type="arabicPeriod"/>
            </a:pPr>
            <a:r>
              <a:rPr b="1"/>
              <a:t>Woodland Restaurant</a:t>
            </a:r>
            <a:br/>
            <a:r>
              <a:rPr/>
              <a:t>Ring Road, Surat, Gujarat 395002</a:t>
            </a:r>
          </a:p>
          <a:p>
            <a:pPr lvl="0" indent="-342900" marL="342900">
              <a:buAutoNum type="arabicPeriod"/>
            </a:pPr>
            <a:r>
              <a:rPr b="1"/>
              <a:t>Dawat Restaurant</a:t>
            </a:r>
            <a:br/>
            <a:r>
              <a:rPr/>
              <a:t>Udhana Darwaja, Surat, Gujarat 395002</a:t>
            </a:r>
          </a:p>
          <a:p>
            <a:pPr lvl="0" indent="-342900" marL="342900">
              <a:buAutoNum type="arabicPeriod"/>
            </a:pPr>
            <a:r>
              <a:rPr b="1"/>
              <a:t>Desi Manch</a:t>
            </a:r>
            <a:br/>
            <a:r>
              <a:rPr/>
              <a:t>Ghod Dod Road, Surat, Gujarat 395007</a:t>
            </a:r>
          </a:p>
          <a:p>
            <a:pPr lvl="0" indent="-342900" marL="342900">
              <a:buAutoNum type="arabicPeriod"/>
            </a:pPr>
            <a:r>
              <a:rPr b="1"/>
              <a:t>Wok on Fire</a:t>
            </a:r>
            <a:br/>
            <a:r>
              <a:rPr/>
              <a:t>Vesu Main Road, Surat, Gujarat 395007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Jaipur – Rajasthan</a:t>
            </a:r>
          </a:p>
          <a:p>
            <a:pPr lvl="0" indent="-342900" marL="342900">
              <a:buAutoNum type="arabicPeriod"/>
            </a:pPr>
            <a:r>
              <a:rPr b="1"/>
              <a:t>Laxmi Mishthan Bhandar (LMB)</a:t>
            </a:r>
            <a:br/>
            <a:r>
              <a:rPr/>
              <a:t>Johari Bazaar, Jaipur, Rajasthan 302003</a:t>
            </a:r>
          </a:p>
          <a:p>
            <a:pPr lvl="0" indent="-342900" marL="342900">
              <a:buAutoNum type="arabicPeriod"/>
            </a:pPr>
            <a:r>
              <a:rPr b="1"/>
              <a:t>Rawat Mishtan Bhandar</a:t>
            </a:r>
            <a:br/>
            <a:r>
              <a:rPr/>
              <a:t>Station Road, Sindhi Camp, Jaipur, Rajasthan 302006</a:t>
            </a:r>
          </a:p>
          <a:p>
            <a:pPr lvl="0" indent="-342900" marL="342900">
              <a:buAutoNum type="arabicPeriod"/>
            </a:pPr>
            <a:r>
              <a:rPr b="1"/>
              <a:t>1135 AD</a:t>
            </a:r>
            <a:br/>
            <a:r>
              <a:rPr/>
              <a:t>Amber Fort, Jaipur, Rajasthan 302001</a:t>
            </a:r>
          </a:p>
          <a:p>
            <a:pPr lvl="0" indent="-342900" marL="342900">
              <a:buAutoNum type="arabicPeriod"/>
            </a:pPr>
            <a:r>
              <a:rPr b="1"/>
              <a:t>Chokhi Dhani</a:t>
            </a:r>
            <a:br/>
            <a:r>
              <a:rPr/>
              <a:t>Tonk Road, Jaipur, Rajasthan 303905</a:t>
            </a:r>
          </a:p>
          <a:p>
            <a:pPr lvl="0" indent="-342900" marL="342900">
              <a:buAutoNum type="arabicPeriod"/>
            </a:pPr>
            <a:r>
              <a:rPr b="1"/>
              <a:t>Peacock Rooftop Restaurant</a:t>
            </a:r>
            <a:br/>
            <a:r>
              <a:rPr/>
              <a:t>Hathroi Fort, Ajmer Road, Jaipur, Rajasthan 302001</a:t>
            </a:r>
          </a:p>
          <a:p>
            <a:pPr lvl="0" indent="-342900" marL="342900">
              <a:buAutoNum type="arabicPeriod"/>
            </a:pPr>
            <a:r>
              <a:rPr b="1"/>
              <a:t>Spice Court</a:t>
            </a:r>
            <a:br/>
            <a:r>
              <a:rPr/>
              <a:t>Civil Lines, Jaipur, Rajasthan 302006</a:t>
            </a:r>
          </a:p>
          <a:p>
            <a:pPr lvl="0" indent="-342900" marL="342900">
              <a:buAutoNum type="arabicPeriod"/>
            </a:pPr>
            <a:r>
              <a:rPr b="1"/>
              <a:t>The Forresta Kitchen &amp; Bar</a:t>
            </a:r>
            <a:br/>
            <a:r>
              <a:rPr/>
              <a:t>Bani Park, Jaipur, Rajasthan 302016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MI Road, Jaipur, Rajasthan 302001</a:t>
            </a:r>
          </a:p>
          <a:p>
            <a:pPr lvl="0" indent="-342900" marL="342900">
              <a:buAutoNum type="arabicPeriod"/>
            </a:pPr>
            <a:r>
              <a:rPr b="1"/>
              <a:t>Handi Restaurant</a:t>
            </a:r>
            <a:br/>
            <a:r>
              <a:rPr/>
              <a:t>M.I. Road, Jaipur, Rajasthan 302001</a:t>
            </a:r>
          </a:p>
          <a:p>
            <a:pPr lvl="0" indent="-342900" marL="342900">
              <a:buAutoNum type="arabicPeriod"/>
            </a:pPr>
            <a:r>
              <a:rPr b="1"/>
              <a:t>Anokhi Café</a:t>
            </a:r>
            <a:br/>
            <a:r>
              <a:rPr/>
              <a:t>KK Square, Prithviraj Road, Jaipur, Rajasthan 302001</a:t>
            </a:r>
          </a:p>
          <a:p>
            <a:pPr lvl="0" indent="-342900" marL="342900">
              <a:buAutoNum type="arabicPeriod"/>
            </a:pPr>
            <a:r>
              <a:rPr b="1"/>
              <a:t>Tapri Central</a:t>
            </a:r>
            <a:br/>
            <a:r>
              <a:rPr/>
              <a:t>Opp. Central Park, C Scheme, Jaipur, Rajasthan 302001</a:t>
            </a:r>
          </a:p>
          <a:p>
            <a:pPr lvl="0" indent="-342900" marL="342900">
              <a:buAutoNum type="arabicPeriod"/>
            </a:pPr>
            <a:r>
              <a:rPr b="1"/>
              <a:t>Govindam Retreat</a:t>
            </a:r>
            <a:br/>
            <a:r>
              <a:rPr/>
              <a:t>Near Govind Devji Temple, Kanwar Nagar, Jaipur, Rajasthan 302002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Lucknow – Uttar Pradesh</a:t>
            </a:r>
          </a:p>
          <a:p>
            <a:pPr lvl="0" indent="-342900" marL="342900">
              <a:buAutoNum type="arabicPeriod"/>
            </a:pPr>
            <a:r>
              <a:rPr b="1"/>
              <a:t>Tunday Kababi</a:t>
            </a:r>
            <a:br/>
            <a:r>
              <a:rPr/>
              <a:t>Aminabad, Lucknow, Uttar Pradesh 226018</a:t>
            </a:r>
          </a:p>
          <a:p>
            <a:pPr lvl="0" indent="-342900" marL="342900">
              <a:buAutoNum type="arabicPeriod"/>
            </a:pPr>
            <a:r>
              <a:rPr b="1"/>
              <a:t>Dastarkhwan</a:t>
            </a:r>
            <a:br/>
            <a:r>
              <a:rPr/>
              <a:t>Hazratganj, Lucknow, Uttar Pradesh 226001</a:t>
            </a:r>
          </a:p>
          <a:p>
            <a:pPr lvl="0" indent="-342900" marL="342900">
              <a:buAutoNum type="arabicPeriod"/>
            </a:pPr>
            <a:r>
              <a:rPr b="1"/>
              <a:t>Royal Cafe</a:t>
            </a:r>
            <a:br/>
            <a:r>
              <a:rPr/>
              <a:t>Hazratganj, Lucknow, Uttar Pradesh 226001</a:t>
            </a:r>
          </a:p>
          <a:p>
            <a:pPr lvl="0" indent="-342900" marL="342900">
              <a:buAutoNum type="arabicPeriod"/>
            </a:pPr>
            <a:r>
              <a:rPr b="1"/>
              <a:t>Rahim’s Kulcha Nahari</a:t>
            </a:r>
            <a:br/>
            <a:r>
              <a:rPr/>
              <a:t>Chowk, Lucknow, Uttar Pradesh 226003</a:t>
            </a:r>
          </a:p>
          <a:p>
            <a:pPr lvl="0" indent="-342900" marL="342900">
              <a:buAutoNum type="arabicPeriod"/>
            </a:pPr>
            <a:r>
              <a:rPr b="1"/>
              <a:t>Moti Mahal Restaurant</a:t>
            </a:r>
            <a:br/>
            <a:r>
              <a:rPr/>
              <a:t>Hazratganj, Lucknow, Uttar Pradesh 226001</a:t>
            </a:r>
          </a:p>
          <a:p>
            <a:pPr lvl="0" indent="-342900" marL="342900">
              <a:buAutoNum type="arabicPeriod"/>
            </a:pPr>
            <a:r>
              <a:rPr b="1"/>
              <a:t>Idris Biryani</a:t>
            </a:r>
            <a:br/>
            <a:r>
              <a:rPr/>
              <a:t>Raja Bazar, Lucknow, Uttar Pradesh 226003</a:t>
            </a:r>
          </a:p>
          <a:p>
            <a:pPr lvl="0" indent="-342900" marL="342900">
              <a:buAutoNum type="arabicPeriod"/>
            </a:pPr>
            <a:r>
              <a:rPr b="1"/>
              <a:t>Oudhyana – Taj Hotel</a:t>
            </a:r>
            <a:br/>
            <a:r>
              <a:rPr/>
              <a:t>Gomti Nagar, Lucknow, Uttar Pradesh 226010</a:t>
            </a:r>
          </a:p>
          <a:p>
            <a:pPr lvl="0" indent="-342900" marL="342900">
              <a:buAutoNum type="arabicPeriod"/>
            </a:pPr>
            <a:r>
              <a:rPr b="1"/>
              <a:t>Prakash Kulfi</a:t>
            </a:r>
            <a:br/>
            <a:r>
              <a:rPr/>
              <a:t>Aminabad, Lucknow, Uttar Pradesh 226018</a:t>
            </a:r>
          </a:p>
          <a:p>
            <a:pPr lvl="0" indent="-342900" marL="342900">
              <a:buAutoNum type="arabicPeriod"/>
            </a:pPr>
            <a:r>
              <a:rPr b="1"/>
              <a:t>The Urban Terrace</a:t>
            </a:r>
            <a:br/>
            <a:r>
              <a:rPr/>
              <a:t>Hotel Lineage, Gomti Nagar, Lucknow, Uttar Pradesh 226010</a:t>
            </a:r>
          </a:p>
          <a:p>
            <a:pPr lvl="0" indent="-342900" marL="342900">
              <a:buAutoNum type="arabicPeriod"/>
            </a:pPr>
            <a:r>
              <a:rPr b="1"/>
              <a:t>Lazeez</a:t>
            </a:r>
            <a:br/>
            <a:r>
              <a:rPr/>
              <a:t>Hazratganj, Lucknow, Uttar Pradesh 226001</a:t>
            </a:r>
          </a:p>
          <a:p>
            <a:pPr lvl="0" indent="-342900" marL="342900">
              <a:buAutoNum type="arabicPeriod"/>
            </a:pPr>
            <a:r>
              <a:rPr b="1"/>
              <a:t>Spice Caves</a:t>
            </a:r>
            <a:br/>
            <a:r>
              <a:rPr/>
              <a:t>Gomti Nagar, Lucknow, Uttar Pradesh 226010</a:t>
            </a:r>
          </a:p>
          <a:p>
            <a:pPr lvl="0" indent="-342900" marL="342900">
              <a:buAutoNum type="arabicPeriod"/>
            </a:pPr>
            <a:r>
              <a:rPr b="1"/>
              <a:t>The Cherry Tree Cafe</a:t>
            </a:r>
            <a:br/>
            <a:r>
              <a:rPr/>
              <a:t>Hazratganj, Lucknow, Uttar Pradesh 226001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Kanpur – Uttar Pradesh</a:t>
            </a:r>
          </a:p>
          <a:p>
            <a:pPr lvl="0" indent="-342900" marL="342900">
              <a:buAutoNum type="arabicPeriod"/>
            </a:pPr>
            <a:r>
              <a:rPr b="1"/>
              <a:t>Thaggu Ke Laddu</a:t>
            </a:r>
            <a:br/>
            <a:r>
              <a:rPr/>
              <a:t>Bada Chauraha, Kanpur, Uttar Pradesh 208001</a:t>
            </a:r>
          </a:p>
          <a:p>
            <a:pPr lvl="0" indent="-342900" marL="342900">
              <a:buAutoNum type="arabicPeriod"/>
            </a:pPr>
            <a:r>
              <a:rPr b="1"/>
              <a:t>Antarang Restaurant</a:t>
            </a:r>
            <a:br/>
            <a:r>
              <a:rPr/>
              <a:t>Naveen Market, Kanpur, Uttar Pradesh 208001</a:t>
            </a:r>
          </a:p>
          <a:p>
            <a:pPr lvl="0" indent="-342900" marL="342900">
              <a:buAutoNum type="arabicPeriod"/>
            </a:pPr>
            <a:r>
              <a:rPr b="1"/>
              <a:t>Manoj Restaurant</a:t>
            </a:r>
            <a:br/>
            <a:r>
              <a:rPr/>
              <a:t>Gumti No. 5, Kanpur, Uttar Pradesh 208012</a:t>
            </a:r>
          </a:p>
          <a:p>
            <a:pPr lvl="0" indent="-342900" marL="342900">
              <a:buAutoNum type="arabicPeriod"/>
            </a:pPr>
            <a:r>
              <a:rPr b="1"/>
              <a:t>Z Square Food Court</a:t>
            </a:r>
            <a:br/>
            <a:r>
              <a:rPr/>
              <a:t>Mall Rd, Kanpur, Uttar Pradesh 208001</a:t>
            </a:r>
          </a:p>
          <a:p>
            <a:pPr lvl="0" indent="-342900" marL="342900">
              <a:buAutoNum type="arabicPeriod"/>
            </a:pPr>
            <a:r>
              <a:rPr b="1"/>
              <a:t>Little Chef Restaurant</a:t>
            </a:r>
            <a:br/>
            <a:r>
              <a:rPr/>
              <a:t>Mall Road, Kanpur, Uttar Pradesh 208001</a:t>
            </a:r>
          </a:p>
          <a:p>
            <a:pPr lvl="0" indent="-342900" marL="342900">
              <a:buAutoNum type="arabicPeriod"/>
            </a:pPr>
            <a:r>
              <a:rPr b="1"/>
              <a:t>Haveli Restaurant</a:t>
            </a:r>
            <a:br/>
            <a:r>
              <a:rPr/>
              <a:t>Kakadeo, Kanpur, Uttar Pradesh 208025</a:t>
            </a:r>
          </a:p>
          <a:p>
            <a:pPr lvl="0" indent="-342900" marL="342900">
              <a:buAutoNum type="arabicPeriod"/>
            </a:pPr>
            <a:r>
              <a:rPr b="1"/>
              <a:t>Mezbaan Restaurant</a:t>
            </a:r>
            <a:br/>
            <a:r>
              <a:rPr/>
              <a:t>Harsh Nagar, Kanpur, Uttar Pradesh 208012</a:t>
            </a:r>
          </a:p>
          <a:p>
            <a:pPr lvl="0" indent="-342900" marL="342900">
              <a:buAutoNum type="arabicPeriod"/>
            </a:pPr>
            <a:r>
              <a:rPr b="1"/>
              <a:t>Shree Radhika Sweets &amp; Restaurant</a:t>
            </a:r>
            <a:br/>
            <a:r>
              <a:rPr/>
              <a:t>Kalyanpur, Kanpur, Uttar Pradesh 208017</a:t>
            </a:r>
          </a:p>
          <a:p>
            <a:pPr lvl="0" indent="-342900" marL="342900">
              <a:buAutoNum type="arabicPeriod"/>
            </a:pPr>
            <a:r>
              <a:rPr b="1"/>
              <a:t>Status Club</a:t>
            </a:r>
            <a:br/>
            <a:r>
              <a:rPr/>
              <a:t>Cantt, Kanpur, Uttar Pradesh 208004</a:t>
            </a:r>
          </a:p>
          <a:p>
            <a:pPr lvl="0" indent="-342900" marL="342900">
              <a:buAutoNum type="arabicPeriod"/>
            </a:pPr>
            <a:r>
              <a:rPr b="1"/>
              <a:t>Cawnpore Club</a:t>
            </a:r>
            <a:br/>
            <a:r>
              <a:rPr/>
              <a:t>Cantonment, Kanpur, Uttar Pradesh 208004</a:t>
            </a:r>
          </a:p>
          <a:p>
            <a:pPr lvl="0" indent="-342900" marL="342900">
              <a:buAutoNum type="arabicPeriod"/>
            </a:pPr>
            <a:r>
              <a:rPr b="1"/>
              <a:t>Dhaba at the Falls</a:t>
            </a:r>
            <a:br/>
            <a:r>
              <a:rPr/>
              <a:t>Ganga Barrage, Kanpur, Uttar Pradesh 208002</a:t>
            </a:r>
          </a:p>
          <a:p>
            <a:pPr lvl="0" indent="-342900" marL="342900">
              <a:buAutoNum type="arabicPeriod"/>
            </a:pPr>
            <a:r>
              <a:rPr b="1"/>
              <a:t>Grills by the Promenade</a:t>
            </a:r>
            <a:br/>
            <a:r>
              <a:rPr/>
              <a:t>Swaroop Nagar, Kanpur, Uttar Pradesh 208002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Nagpur – Maharashtra</a:t>
            </a:r>
          </a:p>
          <a:p>
            <a:pPr lvl="0" indent="-342900" marL="342900">
              <a:buAutoNum type="arabicPeriod"/>
            </a:pPr>
            <a:r>
              <a:rPr b="1"/>
              <a:t>Haldiram’s Thaat Baat</a:t>
            </a:r>
            <a:br/>
            <a:r>
              <a:rPr/>
              <a:t>Sitabuldi, Nagpur, Maharashtra 440012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Dharampeth, Nagpur, Maharashtra 440010</a:t>
            </a:r>
          </a:p>
          <a:p>
            <a:pPr lvl="0" indent="-342900" marL="342900">
              <a:buAutoNum type="arabicPeriod"/>
            </a:pPr>
            <a:r>
              <a:rPr b="1"/>
              <a:t>Fiona’s – Le Meridien</a:t>
            </a:r>
            <a:br/>
            <a:r>
              <a:rPr/>
              <a:t>Wardha Road, Nagpur, Maharashtra 440015</a:t>
            </a:r>
          </a:p>
          <a:p>
            <a:pPr lvl="0" indent="-342900" marL="342900">
              <a:buAutoNum type="arabicPeriod"/>
            </a:pPr>
            <a:r>
              <a:rPr b="1"/>
              <a:t>Naivedhyam</a:t>
            </a:r>
            <a:br/>
            <a:r>
              <a:rPr/>
              <a:t>Sadar, Nagpur, Maharashtra 440001</a:t>
            </a:r>
          </a:p>
          <a:p>
            <a:pPr lvl="0" indent="-342900" marL="342900">
              <a:buAutoNum type="arabicPeriod"/>
            </a:pPr>
            <a:r>
              <a:rPr b="1"/>
              <a:t>Patiala House</a:t>
            </a:r>
            <a:br/>
            <a:r>
              <a:rPr/>
              <a:t>Civil Lines, Nagpur, Maharashtra 440001</a:t>
            </a:r>
          </a:p>
          <a:p>
            <a:pPr lvl="0" indent="-342900" marL="342900">
              <a:buAutoNum type="arabicPeriod"/>
            </a:pPr>
            <a:r>
              <a:rPr b="1"/>
              <a:t>Dining Table</a:t>
            </a:r>
            <a:br/>
            <a:r>
              <a:rPr/>
              <a:t>Dharampeth, Nagpur, Maharashtra 440010</a:t>
            </a:r>
          </a:p>
          <a:p>
            <a:pPr lvl="0" indent="-342900" marL="342900">
              <a:buAutoNum type="arabicPeriod"/>
            </a:pPr>
            <a:r>
              <a:rPr b="1"/>
              <a:t>Checkers – Tuli Imperial</a:t>
            </a:r>
            <a:br/>
            <a:r>
              <a:rPr/>
              <a:t>Ramdaspeth, Nagpur, Maharashtra 440010</a:t>
            </a:r>
          </a:p>
          <a:p>
            <a:pPr lvl="0" indent="-342900" marL="342900">
              <a:buAutoNum type="arabicPeriod"/>
            </a:pPr>
            <a:r>
              <a:rPr b="1"/>
              <a:t>Ashoka Restaurant</a:t>
            </a:r>
            <a:br/>
            <a:r>
              <a:rPr/>
              <a:t>Sadar, Nagpur, Maharashtra 440001</a:t>
            </a:r>
          </a:p>
          <a:p>
            <a:pPr lvl="0" indent="-342900" marL="342900">
              <a:buAutoNum type="arabicPeriod"/>
            </a:pPr>
            <a:r>
              <a:rPr b="1"/>
              <a:t>Barista</a:t>
            </a:r>
            <a:br/>
            <a:r>
              <a:rPr/>
              <a:t>Ramdaspeth, Nagpur, Maharashtra 440010</a:t>
            </a:r>
          </a:p>
          <a:p>
            <a:pPr lvl="0" indent="-342900" marL="342900">
              <a:buAutoNum type="arabicPeriod"/>
            </a:pPr>
            <a:r>
              <a:rPr b="1"/>
              <a:t>Tandoori Nights</a:t>
            </a:r>
            <a:br/>
            <a:r>
              <a:rPr/>
              <a:t>Sitabuldi, Nagpur, Maharashtra 440012</a:t>
            </a:r>
          </a:p>
          <a:p>
            <a:pPr lvl="0" indent="-342900" marL="342900">
              <a:buAutoNum type="arabicPeriod"/>
            </a:pPr>
            <a:r>
              <a:rPr b="1"/>
              <a:t>Momo Cafe – Courtyard by Marriott</a:t>
            </a:r>
            <a:br/>
            <a:r>
              <a:rPr/>
              <a:t>Wardha Rd, Nagpur, Maharashtra 440015</a:t>
            </a:r>
          </a:p>
          <a:p>
            <a:pPr lvl="0" indent="-342900" marL="342900">
              <a:buAutoNum type="arabicPeriod"/>
            </a:pPr>
            <a:r>
              <a:rPr b="1"/>
              <a:t>Nanking Chinese Restaurant</a:t>
            </a:r>
            <a:br/>
            <a:r>
              <a:rPr/>
              <a:t>Sadar, Nagpur, Maharashtra 440001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Indore – Madhya Pradesh</a:t>
            </a:r>
          </a:p>
          <a:p>
            <a:pPr lvl="0" indent="-342900" marL="342900">
              <a:buAutoNum type="arabicPeriod"/>
            </a:pPr>
            <a:r>
              <a:rPr b="1"/>
              <a:t>Chappan Dukaan Food Stalls</a:t>
            </a:r>
            <a:br/>
            <a:r>
              <a:rPr/>
              <a:t>New Palasia, Indore, Madhya Pradesh 452001</a:t>
            </a:r>
          </a:p>
          <a:p>
            <a:pPr lvl="0" indent="-342900" marL="342900">
              <a:buAutoNum type="arabicPeriod"/>
            </a:pPr>
            <a:r>
              <a:rPr b="1"/>
              <a:t>Sarafa Bazaar Night Food Market</a:t>
            </a:r>
            <a:br/>
            <a:r>
              <a:rPr/>
              <a:t>Sarafa, Indore, Madhya Pradesh 452002</a:t>
            </a:r>
          </a:p>
          <a:p>
            <a:pPr lvl="0" indent="-342900" marL="342900">
              <a:buAutoNum type="arabicPeriod"/>
            </a:pPr>
            <a:r>
              <a:rPr b="1"/>
              <a:t>56 Dukan</a:t>
            </a:r>
            <a:br/>
            <a:r>
              <a:rPr/>
              <a:t>New Palasia, Indore, Madhya Pradesh 452001</a:t>
            </a:r>
          </a:p>
          <a:p>
            <a:pPr lvl="0" indent="-342900" marL="342900">
              <a:buAutoNum type="arabicPeriod"/>
            </a:pPr>
            <a:r>
              <a:rPr b="1"/>
              <a:t>Apna Sweets</a:t>
            </a:r>
            <a:br/>
            <a:r>
              <a:rPr/>
              <a:t>Old Palasia, Indore, Madhya Pradesh 452001</a:t>
            </a:r>
          </a:p>
          <a:p>
            <a:pPr lvl="0" indent="-342900" marL="342900">
              <a:buAutoNum type="arabicPeriod"/>
            </a:pPr>
            <a:r>
              <a:rPr b="1"/>
              <a:t>Shreemaya Celebrity</a:t>
            </a:r>
            <a:br/>
            <a:r>
              <a:rPr/>
              <a:t>AB Road, Indore, Madhya Pradesh 452008</a:t>
            </a:r>
          </a:p>
          <a:p>
            <a:pPr lvl="0" indent="-342900" marL="342900">
              <a:buAutoNum type="arabicPeriod"/>
            </a:pPr>
            <a:r>
              <a:rPr b="1"/>
              <a:t>Gurukripa Restaurant</a:t>
            </a:r>
            <a:br/>
            <a:r>
              <a:rPr/>
              <a:t>Sarwate Bus Stand, Indore, Madhya Pradesh 452001</a:t>
            </a:r>
          </a:p>
          <a:p>
            <a:pPr lvl="0" indent="-342900" marL="342900">
              <a:buAutoNum type="arabicPeriod"/>
            </a:pPr>
            <a:r>
              <a:rPr b="1"/>
              <a:t>Nafees Restaurant</a:t>
            </a:r>
            <a:br/>
            <a:r>
              <a:rPr/>
              <a:t>Old Palasia, Indore, Madhya Pradesh 452001</a:t>
            </a:r>
          </a:p>
          <a:p>
            <a:pPr lvl="0" indent="-342900" marL="342900">
              <a:buAutoNum type="arabicPeriod"/>
            </a:pPr>
            <a:r>
              <a:rPr b="1"/>
              <a:t>Johny Hot Dog</a:t>
            </a:r>
            <a:br/>
            <a:r>
              <a:rPr/>
              <a:t>Chappan Dukan, Indore, Madhya Pradesh 452001</a:t>
            </a:r>
          </a:p>
          <a:p>
            <a:pPr lvl="0" indent="-342900" marL="342900">
              <a:buAutoNum type="arabicPeriod"/>
            </a:pPr>
            <a:r>
              <a:rPr b="1"/>
              <a:t>Delhi Grill</a:t>
            </a:r>
            <a:br/>
            <a:r>
              <a:rPr/>
              <a:t>New Market, Indore, Madhya Pradesh 452001</a:t>
            </a:r>
          </a:p>
          <a:p>
            <a:pPr lvl="0" indent="-342900" marL="342900">
              <a:buAutoNum type="arabicPeriod"/>
            </a:pPr>
            <a:r>
              <a:rPr b="1"/>
              <a:t>O2 Cafe de la Ville</a:t>
            </a:r>
            <a:br/>
            <a:r>
              <a:rPr/>
              <a:t>Vijay Nagar, Indore, Madhya Pradesh 452010</a:t>
            </a:r>
          </a:p>
          <a:p>
            <a:pPr lvl="0" indent="-342900" marL="342900">
              <a:buAutoNum type="arabicPeriod"/>
            </a:pPr>
            <a:r>
              <a:rPr b="1"/>
              <a:t>Mediterra – Sayaji Hotel</a:t>
            </a:r>
            <a:br/>
            <a:r>
              <a:rPr/>
              <a:t>Vijay Nagar, Indore, Madhya Pradesh 452010</a:t>
            </a:r>
          </a:p>
          <a:p>
            <a:pPr lvl="0" indent="-342900" marL="342900">
              <a:buAutoNum type="arabicPeriod"/>
            </a:pPr>
            <a:r>
              <a:rPr b="1"/>
              <a:t>Rajhans Restaurant</a:t>
            </a:r>
            <a:br/>
            <a:r>
              <a:rPr/>
              <a:t>Choti Gwaltoli, Indore, Madhya Pradesh 452001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Bhopal – Madhya Pradesh</a:t>
            </a:r>
          </a:p>
          <a:p>
            <a:pPr lvl="0" indent="-342900" marL="342900">
              <a:buAutoNum type="arabicPeriod"/>
            </a:pPr>
            <a:r>
              <a:rPr b="1"/>
              <a:t>Bapu Ki Kutia</a:t>
            </a:r>
            <a:br/>
            <a:r>
              <a:rPr/>
              <a:t>T.T. Nagar, Bhopal, Madhya Pradesh 462003</a:t>
            </a:r>
          </a:p>
          <a:p>
            <a:pPr lvl="0" indent="-342900" marL="342900">
              <a:buAutoNum type="arabicPeriod"/>
            </a:pPr>
            <a:r>
              <a:rPr b="1"/>
              <a:t>Indian Coffee House</a:t>
            </a:r>
            <a:br/>
            <a:r>
              <a:rPr/>
              <a:t>New Market, Bhopal, Madhya Pradesh 462003</a:t>
            </a:r>
          </a:p>
          <a:p>
            <a:pPr lvl="0" indent="-342900" marL="342900">
              <a:buAutoNum type="arabicPeriod"/>
            </a:pPr>
            <a:r>
              <a:rPr b="1"/>
              <a:t>Manohar Dairy &amp; Restaurant</a:t>
            </a:r>
            <a:br/>
            <a:r>
              <a:rPr/>
              <a:t>Hamidia Road, Bhopal, Madhya Pradesh 462001</a:t>
            </a:r>
          </a:p>
          <a:p>
            <a:pPr lvl="0" indent="-342900" marL="342900">
              <a:buAutoNum type="arabicPeriod"/>
            </a:pPr>
            <a:r>
              <a:rPr b="1"/>
              <a:t>Za-Aiqa – Noor-Us-Sabah Palace</a:t>
            </a:r>
            <a:br/>
            <a:r>
              <a:rPr/>
              <a:t>VIP Road, Bhopal, Madhya Pradesh 462001</a:t>
            </a:r>
          </a:p>
          <a:p>
            <a:pPr lvl="0" indent="-342900" marL="342900">
              <a:buAutoNum type="arabicPeriod"/>
            </a:pPr>
            <a:r>
              <a:rPr b="1"/>
              <a:t>Taste of India Restaurant</a:t>
            </a:r>
            <a:br/>
            <a:r>
              <a:rPr/>
              <a:t>TT Nagar, Bhopal, Madhya Pradesh 462003</a:t>
            </a:r>
          </a:p>
          <a:p>
            <a:pPr lvl="0" indent="-342900" marL="342900">
              <a:buAutoNum type="arabicPeriod"/>
            </a:pPr>
            <a:r>
              <a:rPr b="1"/>
              <a:t>Under the Mango Tree – Jehan Numa Palace</a:t>
            </a:r>
            <a:br/>
            <a:r>
              <a:rPr/>
              <a:t>Shamla Hills, Bhopal, Madhya Pradesh 462013</a:t>
            </a:r>
          </a:p>
          <a:p>
            <a:pPr lvl="0" indent="-342900" marL="342900">
              <a:buAutoNum type="arabicPeriod"/>
            </a:pPr>
            <a:r>
              <a:rPr b="1"/>
              <a:t>Bake n Shake</a:t>
            </a:r>
            <a:br/>
            <a:r>
              <a:rPr/>
              <a:t>Malviya Nagar, Bhopal, Madhya Pradesh 462003</a:t>
            </a:r>
          </a:p>
          <a:p>
            <a:pPr lvl="0" indent="-342900" marL="342900">
              <a:buAutoNum type="arabicPeriod"/>
            </a:pPr>
            <a:r>
              <a:rPr b="1"/>
              <a:t>The Lake Princess</a:t>
            </a:r>
            <a:br/>
            <a:r>
              <a:rPr/>
              <a:t>VIP Road, Bhopal, Madhya Pradesh 462001</a:t>
            </a:r>
          </a:p>
          <a:p>
            <a:pPr lvl="0" indent="-342900" marL="342900">
              <a:buAutoNum type="arabicPeriod"/>
            </a:pPr>
            <a:r>
              <a:rPr b="1"/>
              <a:t>Kebabsville – Sayaji Hotel</a:t>
            </a:r>
            <a:br/>
            <a:r>
              <a:rPr/>
              <a:t>Hoshangabad Road, Bhopal, Madhya Pradesh 462026</a:t>
            </a:r>
          </a:p>
          <a:p>
            <a:pPr lvl="0" indent="-342900" marL="342900">
              <a:buAutoNum type="arabicPeriod"/>
            </a:pPr>
            <a:r>
              <a:rPr b="1"/>
              <a:t>Zaika Restaurant</a:t>
            </a:r>
            <a:br/>
            <a:r>
              <a:rPr/>
              <a:t>MP Nagar, Bhopal, Madhya Pradesh 462011</a:t>
            </a:r>
          </a:p>
          <a:p>
            <a:pPr lvl="0" indent="-342900" marL="342900">
              <a:buAutoNum type="arabicPeriod"/>
            </a:pPr>
            <a:r>
              <a:rPr b="1"/>
              <a:t>Sankalp Restaurant</a:t>
            </a:r>
            <a:br/>
            <a:r>
              <a:rPr/>
              <a:t>MP Nagar, Bhopal, Madhya Pradesh 462011</a:t>
            </a:r>
          </a:p>
          <a:p>
            <a:pPr lvl="0" indent="-342900" marL="342900">
              <a:buAutoNum type="arabicPeriod"/>
            </a:pPr>
            <a:r>
              <a:rPr b="1"/>
              <a:t>Rice Bowl Restaurant</a:t>
            </a:r>
            <a:br/>
            <a:r>
              <a:rPr/>
              <a:t>New Market, Bhopal, Madhya Pradesh 462003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Visakhapatnam – Andhra Pradesh</a:t>
            </a:r>
          </a:p>
          <a:p>
            <a:pPr lvl="0" indent="-342900" marL="342900">
              <a:buAutoNum type="arabicPeriod"/>
            </a:pPr>
            <a:r>
              <a:rPr b="1"/>
              <a:t>RK Beach Food Court</a:t>
            </a:r>
            <a:br/>
            <a:r>
              <a:rPr/>
              <a:t>Beach Road, Visakhapatnam, Andhra Pradesh 530017</a:t>
            </a:r>
          </a:p>
          <a:p>
            <a:pPr lvl="0" indent="-342900" marL="342900">
              <a:buAutoNum type="arabicPeriod"/>
            </a:pPr>
            <a:r>
              <a:rPr b="1"/>
              <a:t>Dolphin Hotel Restaurant</a:t>
            </a:r>
            <a:br/>
            <a:r>
              <a:rPr/>
              <a:t>Daba Gardens, Visakhapatnam, Andhra Pradesh 530020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Dwaraka Nagar, Visakhapatnam, Andhra Pradesh 530016</a:t>
            </a:r>
          </a:p>
          <a:p>
            <a:pPr lvl="0" indent="-342900" marL="342900">
              <a:buAutoNum type="arabicPeriod"/>
            </a:pPr>
            <a:r>
              <a:rPr b="1"/>
              <a:t>Zamindari Restaurant</a:t>
            </a:r>
            <a:br/>
            <a:r>
              <a:rPr/>
              <a:t>VIP Road, Visakhapatnam, Andhra Pradesh 530003</a:t>
            </a:r>
          </a:p>
          <a:p>
            <a:pPr lvl="0" indent="-342900" marL="342900">
              <a:buAutoNum type="arabicPeriod"/>
            </a:pPr>
            <a:r>
              <a:rPr b="1"/>
              <a:t>Vista – The Park</a:t>
            </a:r>
            <a:br/>
            <a:r>
              <a:rPr/>
              <a:t>Beach Road, Visakhapatnam, Andhra Pradesh 530023</a:t>
            </a:r>
          </a:p>
          <a:p>
            <a:pPr lvl="0" indent="-342900" marL="342900">
              <a:buAutoNum type="arabicPeriod"/>
            </a:pPr>
            <a:r>
              <a:rPr b="1"/>
              <a:t>Dakshin – Novotel</a:t>
            </a:r>
            <a:br/>
            <a:r>
              <a:rPr/>
              <a:t>Beach Road, Visakhapatnam, Andhra Pradesh 530002</a:t>
            </a:r>
          </a:p>
          <a:p>
            <a:pPr lvl="0" indent="-342900" marL="342900">
              <a:buAutoNum type="arabicPeriod"/>
            </a:pPr>
            <a:r>
              <a:rPr b="1"/>
              <a:t>Sri Sairam Parlour</a:t>
            </a:r>
            <a:br/>
            <a:r>
              <a:rPr/>
              <a:t>Dwarakanagar, Visakhapatnam, Andhra Pradesh 530016</a:t>
            </a:r>
          </a:p>
          <a:p>
            <a:pPr lvl="0" indent="-342900" marL="342900">
              <a:buAutoNum type="arabicPeriod"/>
            </a:pPr>
            <a:r>
              <a:rPr b="1"/>
              <a:t>Venkatadri Vantillu</a:t>
            </a:r>
            <a:br/>
            <a:r>
              <a:rPr/>
              <a:t>Siripuram, Visakhapatnam, Andhra Pradesh 530003</a:t>
            </a:r>
          </a:p>
          <a:p>
            <a:pPr lvl="0" indent="-342900" marL="342900">
              <a:buAutoNum type="arabicPeriod"/>
            </a:pPr>
            <a:r>
              <a:rPr b="1"/>
              <a:t>Punjabi Grill</a:t>
            </a:r>
            <a:br/>
            <a:r>
              <a:rPr/>
              <a:t>Siripuram, Visakhapatnam, Andhra Pradesh 530003</a:t>
            </a:r>
          </a:p>
          <a:p>
            <a:pPr lvl="0" indent="-342900" marL="342900">
              <a:buAutoNum type="arabicPeriod"/>
            </a:pPr>
            <a:r>
              <a:rPr b="1"/>
              <a:t>Ming Garden</a:t>
            </a:r>
            <a:br/>
            <a:r>
              <a:rPr/>
              <a:t>Hotel Daspalla, Suryabagh, Visakhapatnam, Andhra Pradesh 530020</a:t>
            </a:r>
          </a:p>
          <a:p>
            <a:pPr lvl="0" indent="-342900" marL="342900">
              <a:buAutoNum type="arabicPeriod"/>
            </a:pPr>
            <a:r>
              <a:rPr b="1"/>
              <a:t>Flying Spaghetti Monster</a:t>
            </a:r>
            <a:br/>
            <a:r>
              <a:rPr/>
              <a:t>Waltair Main Road, Visakhapatnam, Andhra Pradesh 530002</a:t>
            </a:r>
          </a:p>
          <a:p>
            <a:pPr lvl="0" indent="-342900" marL="342900">
              <a:buAutoNum type="arabicPeriod"/>
            </a:pPr>
            <a:r>
              <a:rPr b="1"/>
              <a:t>Subbayya Gari Hotel</a:t>
            </a:r>
            <a:br/>
            <a:r>
              <a:rPr/>
              <a:t>Asilmetta, Visakhapatnam, Andhra Pradesh 530016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Patna – Bihar</a:t>
            </a:r>
          </a:p>
          <a:p>
            <a:pPr lvl="0" indent="-342900" marL="342900">
              <a:buAutoNum type="arabicPeriod"/>
            </a:pPr>
            <a:r>
              <a:rPr b="1"/>
              <a:t>Bansi Vihar</a:t>
            </a:r>
            <a:br/>
            <a:r>
              <a:rPr/>
              <a:t>Frazer Road, Patna, Bihar 800001</a:t>
            </a:r>
          </a:p>
          <a:p>
            <a:pPr lvl="0" indent="-342900" marL="342900">
              <a:buAutoNum type="arabicPeriod"/>
            </a:pPr>
            <a:r>
              <a:rPr b="1"/>
              <a:t>Biryani Mahal</a:t>
            </a:r>
            <a:br/>
            <a:r>
              <a:rPr/>
              <a:t>Exhibition Road, Patna, Bihar 800001</a:t>
            </a:r>
          </a:p>
          <a:p>
            <a:pPr lvl="0" indent="-342900" marL="342900">
              <a:buAutoNum type="arabicPeriod"/>
            </a:pPr>
            <a:r>
              <a:rPr b="1"/>
              <a:t>Kapildev’s Elevens</a:t>
            </a:r>
            <a:br/>
            <a:r>
              <a:rPr/>
              <a:t>New Dak Bunglow Road, Patna, Bihar 800001</a:t>
            </a:r>
          </a:p>
          <a:p>
            <a:pPr lvl="0" indent="-342900" marL="342900">
              <a:buAutoNum type="arabicPeriod"/>
            </a:pPr>
            <a:r>
              <a:rPr b="1"/>
              <a:t>Pind Balluchi</a:t>
            </a:r>
            <a:br/>
            <a:r>
              <a:rPr/>
              <a:t>Maurya Lok Complex, Patna, Bihar 800001</a:t>
            </a:r>
          </a:p>
          <a:p>
            <a:pPr lvl="0" indent="-342900" marL="342900">
              <a:buAutoNum type="arabicPeriod"/>
            </a:pPr>
            <a:r>
              <a:rPr b="1"/>
              <a:t>The Yellow Chilli</a:t>
            </a:r>
            <a:br/>
            <a:r>
              <a:rPr/>
              <a:t>South Gandhi Maidan, Patna, Bihar 800001</a:t>
            </a:r>
          </a:p>
          <a:p>
            <a:pPr lvl="0" indent="-342900" marL="342900">
              <a:buAutoNum type="arabicPeriod"/>
            </a:pPr>
            <a:r>
              <a:rPr b="1"/>
              <a:t>Royal Residency</a:t>
            </a:r>
            <a:br/>
            <a:r>
              <a:rPr/>
              <a:t>Kidwaipuri, Patna, Bihar 800001</a:t>
            </a:r>
          </a:p>
          <a:p>
            <a:pPr lvl="0" indent="-342900" marL="342900">
              <a:buAutoNum type="arabicPeriod"/>
            </a:pPr>
            <a:r>
              <a:rPr b="1"/>
              <a:t>17 Degrees</a:t>
            </a:r>
            <a:br/>
            <a:r>
              <a:rPr/>
              <a:t>East Boring Canal Road, Patna, Bihar 800001</a:t>
            </a:r>
          </a:p>
          <a:p>
            <a:pPr lvl="0" indent="-342900" marL="342900">
              <a:buAutoNum type="arabicPeriod"/>
            </a:pPr>
            <a:r>
              <a:rPr b="1"/>
              <a:t>Crown Castle Restaurant</a:t>
            </a:r>
            <a:br/>
            <a:r>
              <a:rPr/>
              <a:t>Jagdeo Path, Bailey Road, Patna, Bihar 800014</a:t>
            </a:r>
          </a:p>
          <a:p>
            <a:pPr lvl="0" indent="-342900" marL="342900">
              <a:buAutoNum type="arabicPeriod"/>
            </a:pPr>
            <a:r>
              <a:rPr b="1"/>
              <a:t>Biryani Mahal</a:t>
            </a:r>
            <a:br/>
            <a:r>
              <a:rPr/>
              <a:t>Boring Road, Patna, Bihar 800001</a:t>
            </a:r>
          </a:p>
          <a:p>
            <a:pPr lvl="0" indent="-342900" marL="342900">
              <a:buAutoNum type="arabicPeriod"/>
            </a:pPr>
            <a:r>
              <a:rPr b="1"/>
              <a:t>Foresta Cafe</a:t>
            </a:r>
            <a:br/>
            <a:r>
              <a:rPr/>
              <a:t>Boring Road, Sri Krishna Puri, Patna, Bihar 800001</a:t>
            </a:r>
          </a:p>
          <a:p>
            <a:pPr lvl="0" indent="-342900" marL="342900">
              <a:buAutoNum type="arabicPeriod"/>
            </a:pPr>
            <a:r>
              <a:rPr b="1"/>
              <a:t>Indian Summer Café</a:t>
            </a:r>
            <a:br/>
            <a:r>
              <a:rPr/>
              <a:t>Sri Krishna Nagar, Patna, Bihar 800001</a:t>
            </a:r>
          </a:p>
          <a:p>
            <a:pPr lvl="0" indent="-342900" marL="342900">
              <a:buAutoNum type="arabicPeriod"/>
            </a:pPr>
            <a:r>
              <a:rPr b="1"/>
              <a:t>Mainland China</a:t>
            </a:r>
            <a:br/>
            <a:r>
              <a:rPr/>
              <a:t>Boring Road, Patna, Bihar 800001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Vadodara (Baroda) – Gujarat</a:t>
            </a:r>
          </a:p>
          <a:p>
            <a:pPr lvl="0" indent="-342900" marL="342900">
              <a:buAutoNum type="arabicPeriod"/>
            </a:pPr>
            <a:r>
              <a:rPr b="1"/>
              <a:t>Mandap – Express Hotel</a:t>
            </a:r>
            <a:br/>
            <a:r>
              <a:rPr/>
              <a:t>R.C. Dutt Road, Alkapuri, Vadodara, Gujarat 390007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Alkapuri, Vadodara, Gujarat 390007</a:t>
            </a:r>
          </a:p>
          <a:p>
            <a:pPr lvl="0" indent="-342900" marL="342900">
              <a:buAutoNum type="arabicPeriod"/>
            </a:pPr>
            <a:r>
              <a:rPr b="1"/>
              <a:t>22nd Parallel</a:t>
            </a:r>
            <a:br/>
            <a:r>
              <a:rPr/>
              <a:t>Fatehgunj, Vadodara, Gujarat 390002</a:t>
            </a:r>
          </a:p>
          <a:p>
            <a:pPr lvl="0" indent="-342900" marL="342900">
              <a:buAutoNum type="arabicPeriod"/>
            </a:pPr>
            <a:r>
              <a:rPr b="1"/>
              <a:t>Sasuma Gujarati Thali</a:t>
            </a:r>
            <a:br/>
            <a:r>
              <a:rPr/>
              <a:t>Akota, Vadodara, Gujarat 390020</a:t>
            </a:r>
          </a:p>
          <a:p>
            <a:pPr lvl="0" indent="-342900" marL="342900">
              <a:buAutoNum type="arabicPeriod"/>
            </a:pPr>
            <a:r>
              <a:rPr b="1"/>
              <a:t>Kai Asia – Sayaji Hotel</a:t>
            </a:r>
            <a:br/>
            <a:r>
              <a:rPr/>
              <a:t>Sayajigunj, Vadodara, Gujarat 390020</a:t>
            </a:r>
          </a:p>
          <a:p>
            <a:pPr lvl="0" indent="-342900" marL="342900">
              <a:buAutoNum type="arabicPeriod"/>
            </a:pPr>
            <a:r>
              <a:rPr b="1"/>
              <a:t>Havmor Restaurant</a:t>
            </a:r>
            <a:br/>
            <a:r>
              <a:rPr/>
              <a:t>Alkapuri, Vadodara, Gujarat 390007</a:t>
            </a:r>
          </a:p>
          <a:p>
            <a:pPr lvl="0" indent="-342900" marL="342900">
              <a:buAutoNum type="arabicPeriod"/>
            </a:pPr>
            <a:r>
              <a:rPr b="1"/>
              <a:t>The Grand Thakar</a:t>
            </a:r>
            <a:br/>
            <a:r>
              <a:rPr/>
              <a:t>Akota, Vadodara, Gujarat 390020</a:t>
            </a:r>
          </a:p>
          <a:p>
            <a:pPr lvl="0" indent="-342900" marL="342900">
              <a:buAutoNum type="arabicPeriod"/>
            </a:pPr>
            <a:r>
              <a:rPr b="1"/>
              <a:t>Mosaic – Vivanta Vadodara</a:t>
            </a:r>
            <a:br/>
            <a:r>
              <a:rPr/>
              <a:t>Akota, Vadodara, Gujarat 390020</a:t>
            </a:r>
          </a:p>
          <a:p>
            <a:pPr lvl="0" indent="-342900" marL="342900">
              <a:buAutoNum type="arabicPeriod"/>
            </a:pPr>
            <a:r>
              <a:rPr b="1"/>
              <a:t>Rajputana</a:t>
            </a:r>
            <a:br/>
            <a:r>
              <a:rPr/>
              <a:t>Fatehgunj, Vadodara, Gujarat 390002</a:t>
            </a:r>
          </a:p>
          <a:p>
            <a:pPr lvl="0" indent="-342900" marL="342900">
              <a:buAutoNum type="arabicPeriod"/>
            </a:pPr>
            <a:r>
              <a:rPr b="1"/>
              <a:t>Shree Kathiyawadi Khadki</a:t>
            </a:r>
            <a:br/>
            <a:r>
              <a:rPr/>
              <a:t>Old Padra Road, Vadodara, Gujarat 390020</a:t>
            </a:r>
          </a:p>
          <a:p>
            <a:pPr lvl="0" indent="-342900" marL="342900">
              <a:buAutoNum type="arabicPeriod"/>
            </a:pPr>
            <a:r>
              <a:rPr b="1"/>
              <a:t>Indian Curry</a:t>
            </a:r>
            <a:br/>
            <a:r>
              <a:rPr/>
              <a:t>Alkapuri, Vadodara, Gujarat 390007</a:t>
            </a:r>
          </a:p>
          <a:p>
            <a:pPr lvl="0" indent="-342900" marL="342900">
              <a:buAutoNum type="arabicPeriod"/>
            </a:pPr>
            <a:r>
              <a:rPr b="1"/>
              <a:t>Swagat Restaurant</a:t>
            </a:r>
            <a:br/>
            <a:r>
              <a:rPr/>
              <a:t>Waghodia Road, Vadodara, Gujarat 390025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Ludhiana – Punjab</a:t>
            </a:r>
          </a:p>
          <a:p>
            <a:pPr lvl="0" indent="-342900" marL="342900">
              <a:buAutoNum type="arabicPeriod"/>
            </a:pPr>
            <a:r>
              <a:rPr b="1"/>
              <a:t>Bistro 226</a:t>
            </a:r>
            <a:br/>
            <a:r>
              <a:rPr/>
              <a:t>Ferozepur Road, Ludhiana, Punjab 141001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Feroze Gandhi Market, Ludhiana, Punjab 141001</a:t>
            </a:r>
          </a:p>
          <a:p>
            <a:pPr lvl="0" indent="-342900" marL="342900">
              <a:buAutoNum type="arabicPeriod"/>
            </a:pPr>
            <a:r>
              <a:rPr b="1"/>
              <a:t>Friends Dhaba</a:t>
            </a:r>
            <a:br/>
            <a:r>
              <a:rPr/>
              <a:t>Clock Tower, Ludhiana, Punjab 141008</a:t>
            </a:r>
          </a:p>
          <a:p>
            <a:pPr lvl="0" indent="-342900" marL="342900">
              <a:buAutoNum type="arabicPeriod"/>
            </a:pPr>
            <a:r>
              <a:rPr b="1"/>
              <a:t>Kipps Market</a:t>
            </a:r>
            <a:br/>
            <a:r>
              <a:rPr/>
              <a:t>Sarabha Nagar, Ludhiana, Punjab 141001</a:t>
            </a:r>
          </a:p>
          <a:p>
            <a:pPr lvl="0" indent="-342900" marL="342900">
              <a:buAutoNum type="arabicPeriod"/>
            </a:pPr>
            <a:r>
              <a:rPr b="1"/>
              <a:t>Bakes n Beans</a:t>
            </a:r>
            <a:br/>
            <a:r>
              <a:rPr/>
              <a:t>Model Town, Ludhiana, Punjab 141002</a:t>
            </a:r>
          </a:p>
          <a:p>
            <a:pPr lvl="0" indent="-342900" marL="342900">
              <a:buAutoNum type="arabicPeriod"/>
            </a:pPr>
            <a:r>
              <a:rPr b="1"/>
              <a:t>Colonel’s Cabin</a:t>
            </a:r>
            <a:br/>
            <a:r>
              <a:rPr/>
              <a:t>Model Town, Ludhiana, Punjab 141002</a:t>
            </a:r>
          </a:p>
          <a:p>
            <a:pPr lvl="0" indent="-342900" marL="342900">
              <a:buAutoNum type="arabicPeriod"/>
            </a:pPr>
            <a:r>
              <a:rPr b="1"/>
              <a:t>Sagar Ratna</a:t>
            </a:r>
            <a:br/>
            <a:r>
              <a:rPr/>
              <a:t>Sarabha Nagar Main Market, Ludhiana, Punjab 141001</a:t>
            </a:r>
          </a:p>
          <a:p>
            <a:pPr lvl="0" indent="-342900" marL="342900">
              <a:buAutoNum type="arabicPeriod"/>
            </a:pPr>
            <a:r>
              <a:rPr b="1"/>
              <a:t>Indian Summer</a:t>
            </a:r>
            <a:br/>
            <a:r>
              <a:rPr/>
              <a:t>Model Town Road, Ludhiana, Punjab 141002</a:t>
            </a:r>
          </a:p>
          <a:p>
            <a:pPr lvl="0" indent="-342900" marL="342900">
              <a:buAutoNum type="arabicPeriod"/>
            </a:pPr>
            <a:r>
              <a:rPr b="1"/>
              <a:t>Pirates of Grill</a:t>
            </a:r>
            <a:br/>
            <a:r>
              <a:rPr/>
              <a:t>Feroze Gandhi Market, Ludhiana, Punjab 141001</a:t>
            </a:r>
          </a:p>
          <a:p>
            <a:pPr lvl="0" indent="-342900" marL="342900">
              <a:buAutoNum type="arabicPeriod"/>
            </a:pPr>
            <a:r>
              <a:rPr b="1"/>
              <a:t>Nik Baker’s</a:t>
            </a:r>
            <a:br/>
            <a:r>
              <a:rPr/>
              <a:t>Ferozepur Road, Ludhiana, Punjab 141001</a:t>
            </a:r>
          </a:p>
          <a:p>
            <a:pPr lvl="0" indent="-342900" marL="342900">
              <a:buAutoNum type="arabicPeriod"/>
            </a:pPr>
            <a:r>
              <a:rPr b="1"/>
              <a:t>Bharawan Da Dhaba</a:t>
            </a:r>
            <a:br/>
            <a:r>
              <a:rPr/>
              <a:t>Civil Lines, Ludhiana, Punjab 141001</a:t>
            </a:r>
          </a:p>
          <a:p>
            <a:pPr lvl="0" indent="-342900" marL="342900">
              <a:buAutoNum type="arabicPeriod"/>
            </a:pPr>
            <a:r>
              <a:rPr b="1"/>
              <a:t>Radisson Blu Restaurant</a:t>
            </a:r>
            <a:br/>
            <a:r>
              <a:rPr/>
              <a:t>Ferozepur Road, Ludhiana, Punjab 141012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Coimbatore – Tamil Nadu</a:t>
            </a:r>
          </a:p>
          <a:p>
            <a:pPr lvl="0" indent="-342900" marL="342900">
              <a:buAutoNum type="arabicPeriod"/>
            </a:pPr>
            <a:r>
              <a:rPr b="1"/>
              <a:t>Hari Bhavanam</a:t>
            </a:r>
            <a:br/>
            <a:r>
              <a:rPr/>
              <a:t>Variety Hall Road, Coimbatore, Tamil Nadu 641001</a:t>
            </a:r>
          </a:p>
          <a:p>
            <a:pPr lvl="0" indent="-342900" marL="342900">
              <a:buAutoNum type="arabicPeriod"/>
            </a:pPr>
            <a:r>
              <a:rPr b="1"/>
              <a:t>Annapoorna Gowrishankar</a:t>
            </a:r>
            <a:br/>
            <a:r>
              <a:rPr/>
              <a:t>Cross Cut Road, Gandhipuram, Coimbatore, Tamil Nadu 641012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Avinashi Road, Coimbatore, Tamil Nadu 641004</a:t>
            </a:r>
          </a:p>
          <a:p>
            <a:pPr lvl="0" indent="-342900" marL="342900">
              <a:buAutoNum type="arabicPeriod"/>
            </a:pPr>
            <a:r>
              <a:rPr b="1"/>
              <a:t>Sree Annapoorna Sree Gowrishankar</a:t>
            </a:r>
            <a:br/>
            <a:r>
              <a:rPr/>
              <a:t>RS Puram, Coimbatore, Tamil Nadu 641002</a:t>
            </a:r>
          </a:p>
          <a:p>
            <a:pPr lvl="0" indent="-342900" marL="342900">
              <a:buAutoNum type="arabicPeriod"/>
            </a:pPr>
            <a:r>
              <a:rPr b="1"/>
              <a:t>Junior Kuppanna</a:t>
            </a:r>
            <a:br/>
            <a:r>
              <a:rPr/>
              <a:t>Avinashi Road, Coimbatore, Tamil Nadu 641018</a:t>
            </a:r>
          </a:p>
          <a:p>
            <a:pPr lvl="0" indent="-342900" marL="342900">
              <a:buAutoNum type="arabicPeriod"/>
            </a:pPr>
            <a:r>
              <a:rPr b="1"/>
              <a:t>Shree Anandhaas</a:t>
            </a:r>
            <a:br/>
            <a:r>
              <a:rPr/>
              <a:t>Peelamedu, Coimbatore, Tamil Nadu 641004</a:t>
            </a:r>
          </a:p>
          <a:p>
            <a:pPr lvl="0" indent="-342900" marL="342900">
              <a:buAutoNum type="arabicPeriod"/>
            </a:pPr>
            <a:r>
              <a:rPr b="1"/>
              <a:t>Pavilion – The Residency</a:t>
            </a:r>
            <a:br/>
            <a:r>
              <a:rPr/>
              <a:t>Avinashi Road, Coimbatore, Tamil Nadu 641018</a:t>
            </a:r>
          </a:p>
          <a:p>
            <a:pPr lvl="0" indent="-342900" marL="342900">
              <a:buAutoNum type="arabicPeriod"/>
            </a:pPr>
            <a:r>
              <a:rPr b="1"/>
              <a:t>Achu Murugan Idli Shop</a:t>
            </a:r>
            <a:br/>
            <a:r>
              <a:rPr/>
              <a:t>Ram Nagar, Coimbatore, Tamil Nadu 641009</a:t>
            </a:r>
          </a:p>
          <a:p>
            <a:pPr lvl="0" indent="-342900" marL="342900">
              <a:buAutoNum type="arabicPeriod"/>
            </a:pPr>
            <a:r>
              <a:rPr b="1"/>
              <a:t>Sree Annapoorna Sree Gowrishankar</a:t>
            </a:r>
            <a:br/>
            <a:r>
              <a:rPr/>
              <a:t>Mettupalayam Road, Coimbatore, Tamil Nadu 641011</a:t>
            </a:r>
          </a:p>
          <a:p>
            <a:pPr lvl="0" indent="-342900" marL="342900">
              <a:buAutoNum type="arabicPeriod"/>
            </a:pPr>
            <a:r>
              <a:rPr b="1"/>
              <a:t>Geetha Canteen</a:t>
            </a:r>
            <a:br/>
            <a:r>
              <a:rPr/>
              <a:t>Race Course Road, Coimbatore, Tamil Nadu 641018</a:t>
            </a:r>
          </a:p>
          <a:p>
            <a:pPr lvl="0" indent="-342900" marL="342900">
              <a:buAutoNum type="arabicPeriod"/>
            </a:pPr>
            <a:r>
              <a:rPr b="1"/>
              <a:t>Kovai Kitchen</a:t>
            </a:r>
            <a:br/>
            <a:r>
              <a:rPr/>
              <a:t>Avinashi Road, Coimbatore, Tamil Nadu 641018</a:t>
            </a:r>
          </a:p>
          <a:p>
            <a:pPr lvl="0" indent="-342900" marL="342900">
              <a:buAutoNum type="arabicPeriod"/>
            </a:pPr>
            <a:r>
              <a:rPr b="1"/>
              <a:t>Royal Cafe – Vivanta</a:t>
            </a:r>
            <a:br/>
            <a:r>
              <a:rPr/>
              <a:t>Race Course, Coimbatore, Tamil Nadu 641018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up-to-date addresses and services, visit the </a:t>
            </a:r>
            <a:r>
              <a:rPr i="1">
                <a:hlinkClick r:id="rId2"/>
              </a:rPr>
              <a:t>ZX Bank Website</a:t>
            </a:r>
            <a:r>
              <a:rPr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2025-07-30T07:52:34Z</dcterms:created>
  <dcterms:modified xsi:type="dcterms:W3CDTF">2025-07-30T07:52:34Z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