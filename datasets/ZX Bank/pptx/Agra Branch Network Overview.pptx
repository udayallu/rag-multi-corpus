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 Agra Branch Network Overview</a:t>
            </a:r>
          </a:p>
        </p:txBody>
      </p:sp>
      <p:sp>
        <p:nvSpPr>
          <p:cNvPr id="3" name="Content Placeholder 2"/>
          <p:cNvSpPr>
            <a:spLocks noGrp="1"/>
          </p:cNvSpPr>
          <p:nvPr>
            <p:ph idx="1"/>
          </p:nvPr>
        </p:nvSpPr>
        <p:spPr/>
        <p:txBody>
          <a:bodyPr/>
          <a:lstStyle/>
          <a:p>
            <a:pPr lvl="0" indent="0" marL="0">
              <a:buNone/>
            </a:pPr>
            <a:r>
              <a:rPr/>
              <a:t>Agra, a dynamic hub in Uttar Pradesh, benefits from the extensive presence of ZX Bank, which offers comprehensive banking services through a well-planned network. ZX Bank ensures broad coverage by strategically placing branches across North, South, East, West, and Central Agra. This distribution provides convenient access to retail, corporate, and digital banking for residents, businesses, and visitors in every part of the city.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North Agra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12A, M.G. Road, Kamla Nagar, North Agra</a:t>
                      </a:r>
                    </a:p>
                  </a:txBody>
                </a:tc>
                <a:tc>
                  <a:txBody>
                    <a:bodyPr/>
                    <a:lstStyle/>
                    <a:p>
                      <a:pPr lvl="0" indent="0" marL="0">
                        <a:buNone/>
                      </a:pPr>
                      <a:r>
                        <a:rPr/>
                        <a:t>ZXIN0001041</a:t>
                      </a:r>
                    </a:p>
                  </a:txBody>
                </a:tc>
                <a:tc>
                  <a:txBody>
                    <a:bodyPr/>
                    <a:lstStyle/>
                    <a:p>
                      <a:pPr lvl="0" indent="0" marL="0">
                        <a:buNone/>
                      </a:pPr>
                      <a:r>
                        <a:rPr/>
                        <a:t>0562-2298001</a:t>
                      </a:r>
                    </a:p>
                  </a:txBody>
                </a:tc>
              </a:tr>
              <a:tr h="0">
                <a:tc>
                  <a:txBody>
                    <a:bodyPr/>
                    <a:lstStyle/>
                    <a:p>
                      <a:pPr lvl="0" indent="0" marL="0">
                        <a:buNone/>
                      </a:pPr>
                      <a:r>
                        <a:rPr/>
                        <a:t>Plot 19, Dayalbagh Extension, Agra-282005</a:t>
                      </a:r>
                    </a:p>
                  </a:txBody>
                </a:tc>
                <a:tc>
                  <a:txBody>
                    <a:bodyPr/>
                    <a:lstStyle/>
                    <a:p>
                      <a:pPr lvl="0" indent="0" marL="0">
                        <a:buNone/>
                      </a:pPr>
                      <a:r>
                        <a:rPr/>
                        <a:t>ZXIN0001042</a:t>
                      </a:r>
                    </a:p>
                  </a:txBody>
                </a:tc>
                <a:tc>
                  <a:txBody>
                    <a:bodyPr/>
                    <a:lstStyle/>
                    <a:p>
                      <a:pPr lvl="0" indent="0" marL="0">
                        <a:buNone/>
                      </a:pPr>
                      <a:r>
                        <a:rPr/>
                        <a:t>0562-2298020</a:t>
                      </a:r>
                    </a:p>
                  </a:txBody>
                </a:tc>
              </a:tr>
              <a:tr h="0">
                <a:tc>
                  <a:txBody>
                    <a:bodyPr/>
                    <a:lstStyle/>
                    <a:p>
                      <a:pPr lvl="0" indent="0" marL="0">
                        <a:buNone/>
                      </a:pPr>
                      <a:r>
                        <a:rPr/>
                        <a:t>D-45, Sadar Bazar, Delhi Gate, North Agra</a:t>
                      </a:r>
                    </a:p>
                  </a:txBody>
                </a:tc>
                <a:tc>
                  <a:txBody>
                    <a:bodyPr/>
                    <a:lstStyle/>
                    <a:p>
                      <a:pPr lvl="0" indent="0" marL="0">
                        <a:buNone/>
                      </a:pPr>
                      <a:r>
                        <a:rPr/>
                        <a:t>ZXIN0001043</a:t>
                      </a:r>
                    </a:p>
                  </a:txBody>
                </a:tc>
                <a:tc>
                  <a:txBody>
                    <a:bodyPr/>
                    <a:lstStyle/>
                    <a:p>
                      <a:pPr lvl="0" indent="0" marL="0">
                        <a:buNone/>
                      </a:pPr>
                      <a:r>
                        <a:rPr/>
                        <a:t>0562-2298036</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South Agra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101, Shopprix Mall, Tajganj, South Agra</a:t>
                      </a:r>
                    </a:p>
                  </a:txBody>
                </a:tc>
                <a:tc>
                  <a:txBody>
                    <a:bodyPr/>
                    <a:lstStyle/>
                    <a:p>
                      <a:pPr lvl="0" indent="0" marL="0">
                        <a:buNone/>
                      </a:pPr>
                      <a:r>
                        <a:rPr/>
                        <a:t>ZXIN0002041</a:t>
                      </a:r>
                    </a:p>
                  </a:txBody>
                </a:tc>
                <a:tc>
                  <a:txBody>
                    <a:bodyPr/>
                    <a:lstStyle/>
                    <a:p>
                      <a:pPr lvl="0" indent="0" marL="0">
                        <a:buNone/>
                      </a:pPr>
                      <a:r>
                        <a:rPr/>
                        <a:t>0562-2459100</a:t>
                      </a:r>
                    </a:p>
                  </a:txBody>
                </a:tc>
              </a:tr>
              <a:tr h="0">
                <a:tc>
                  <a:txBody>
                    <a:bodyPr/>
                    <a:lstStyle/>
                    <a:p>
                      <a:pPr lvl="0" indent="0" marL="0">
                        <a:buNone/>
                      </a:pPr>
                      <a:r>
                        <a:rPr/>
                        <a:t>Sector 6, Shastripuram, Agra-282007</a:t>
                      </a:r>
                    </a:p>
                  </a:txBody>
                </a:tc>
                <a:tc>
                  <a:txBody>
                    <a:bodyPr/>
                    <a:lstStyle/>
                    <a:p>
                      <a:pPr lvl="0" indent="0" marL="0">
                        <a:buNone/>
                      </a:pPr>
                      <a:r>
                        <a:rPr/>
                        <a:t>ZXIN0002042</a:t>
                      </a:r>
                    </a:p>
                  </a:txBody>
                </a:tc>
                <a:tc>
                  <a:txBody>
                    <a:bodyPr/>
                    <a:lstStyle/>
                    <a:p>
                      <a:pPr lvl="0" indent="0" marL="0">
                        <a:buNone/>
                      </a:pPr>
                      <a:r>
                        <a:rPr/>
                        <a:t>0562-2459172</a:t>
                      </a:r>
                    </a:p>
                  </a:txBody>
                </a:tc>
              </a:tr>
              <a:tr h="0">
                <a:tc>
                  <a:txBody>
                    <a:bodyPr/>
                    <a:lstStyle/>
                    <a:p>
                      <a:pPr lvl="0" indent="0" marL="0">
                        <a:buNone/>
                      </a:pPr>
                      <a:r>
                        <a:rPr/>
                        <a:t>56/2, Fatehabad Road, Rajpur Chungi, Agra</a:t>
                      </a:r>
                    </a:p>
                  </a:txBody>
                </a:tc>
                <a:tc>
                  <a:txBody>
                    <a:bodyPr/>
                    <a:lstStyle/>
                    <a:p>
                      <a:pPr lvl="0" indent="0" marL="0">
                        <a:buNone/>
                      </a:pPr>
                      <a:r>
                        <a:rPr/>
                        <a:t>ZXIN0002043</a:t>
                      </a:r>
                    </a:p>
                  </a:txBody>
                </a:tc>
                <a:tc>
                  <a:txBody>
                    <a:bodyPr/>
                    <a:lstStyle/>
                    <a:p>
                      <a:pPr lvl="0" indent="0" marL="0">
                        <a:buNone/>
                      </a:pPr>
                      <a:r>
                        <a:rPr/>
                        <a:t>0562-2459018</a:t>
                      </a:r>
                    </a:p>
                  </a:txBody>
                </a:tc>
              </a:tr>
              <a:tr h="0">
                <a:tc>
                  <a:txBody>
                    <a:bodyPr/>
                    <a:lstStyle/>
                    <a:p>
                      <a:pPr lvl="0" indent="0" marL="0">
                        <a:buNone/>
                      </a:pPr>
                      <a:r>
                        <a:rPr/>
                        <a:t>36, Basai, Shamshabad Road, Agra</a:t>
                      </a:r>
                    </a:p>
                  </a:txBody>
                </a:tc>
                <a:tc>
                  <a:txBody>
                    <a:bodyPr/>
                    <a:lstStyle/>
                    <a:p>
                      <a:pPr lvl="0" indent="0" marL="0">
                        <a:buNone/>
                      </a:pPr>
                      <a:r>
                        <a:rPr/>
                        <a:t>ZXIN0002044</a:t>
                      </a:r>
                    </a:p>
                  </a:txBody>
                </a:tc>
                <a:tc>
                  <a:txBody>
                    <a:bodyPr/>
                    <a:lstStyle/>
                    <a:p>
                      <a:pPr lvl="0" indent="0" marL="0">
                        <a:buNone/>
                      </a:pPr>
                      <a:r>
                        <a:rPr/>
                        <a:t>0562-2459321</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East Agra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C-110, Trans Yamuna Colony, Etmadpur, East Agra</a:t>
                      </a:r>
                    </a:p>
                  </a:txBody>
                </a:tc>
                <a:tc>
                  <a:txBody>
                    <a:bodyPr/>
                    <a:lstStyle/>
                    <a:p>
                      <a:pPr lvl="0" indent="0" marL="0">
                        <a:buNone/>
                      </a:pPr>
                      <a:r>
                        <a:rPr/>
                        <a:t>ZXIN0003041</a:t>
                      </a:r>
                    </a:p>
                  </a:txBody>
                </a:tc>
                <a:tc>
                  <a:txBody>
                    <a:bodyPr/>
                    <a:lstStyle/>
                    <a:p>
                      <a:pPr lvl="0" indent="0" marL="0">
                        <a:buNone/>
                      </a:pPr>
                      <a:r>
                        <a:rPr/>
                        <a:t>0562-2538700</a:t>
                      </a:r>
                    </a:p>
                  </a:txBody>
                </a:tc>
              </a:tr>
              <a:tr h="0">
                <a:tc>
                  <a:txBody>
                    <a:bodyPr/>
                    <a:lstStyle/>
                    <a:p>
                      <a:pPr lvl="0" indent="0" marL="0">
                        <a:buNone/>
                      </a:pPr>
                      <a:r>
                        <a:rPr/>
                        <a:t>Gate No.4, Agra Cantt, Idgah Colony, Agra-282001</a:t>
                      </a:r>
                    </a:p>
                  </a:txBody>
                </a:tc>
                <a:tc>
                  <a:txBody>
                    <a:bodyPr/>
                    <a:lstStyle/>
                    <a:p>
                      <a:pPr lvl="0" indent="0" marL="0">
                        <a:buNone/>
                      </a:pPr>
                      <a:r>
                        <a:rPr/>
                        <a:t>ZXIN0003042</a:t>
                      </a:r>
                    </a:p>
                  </a:txBody>
                </a:tc>
                <a:tc>
                  <a:txBody>
                    <a:bodyPr/>
                    <a:lstStyle/>
                    <a:p>
                      <a:pPr lvl="0" indent="0" marL="0">
                        <a:buNone/>
                      </a:pPr>
                      <a:r>
                        <a:rPr/>
                        <a:t>0562-2538725</a:t>
                      </a:r>
                    </a:p>
                  </a:txBody>
                </a:tc>
              </a:tr>
              <a:tr h="0">
                <a:tc>
                  <a:txBody>
                    <a:bodyPr/>
                    <a:lstStyle/>
                    <a:p>
                      <a:pPr lvl="0" indent="0" marL="0">
                        <a:buNone/>
                      </a:pPr>
                      <a:r>
                        <a:rPr/>
                        <a:t>10, Kheria Road, Shastripuram, East Agra</a:t>
                      </a:r>
                    </a:p>
                  </a:txBody>
                </a:tc>
                <a:tc>
                  <a:txBody>
                    <a:bodyPr/>
                    <a:lstStyle/>
                    <a:p>
                      <a:pPr lvl="0" indent="0" marL="0">
                        <a:buNone/>
                      </a:pPr>
                      <a:r>
                        <a:rPr/>
                        <a:t>ZXIN0003043</a:t>
                      </a:r>
                    </a:p>
                  </a:txBody>
                </a:tc>
                <a:tc>
                  <a:txBody>
                    <a:bodyPr/>
                    <a:lstStyle/>
                    <a:p>
                      <a:pPr lvl="0" indent="0" marL="0">
                        <a:buNone/>
                      </a:pPr>
                      <a:r>
                        <a:rPr/>
                        <a:t>0562-2538734</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West Agra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81, Sanjay Place, West Agra</a:t>
                      </a:r>
                    </a:p>
                  </a:txBody>
                </a:tc>
                <a:tc>
                  <a:txBody>
                    <a:bodyPr/>
                    <a:lstStyle/>
                    <a:p>
                      <a:pPr lvl="0" indent="0" marL="0">
                        <a:buNone/>
                      </a:pPr>
                      <a:r>
                        <a:rPr/>
                        <a:t>ZXIN0004041</a:t>
                      </a:r>
                    </a:p>
                  </a:txBody>
                </a:tc>
                <a:tc>
                  <a:txBody>
                    <a:bodyPr/>
                    <a:lstStyle/>
                    <a:p>
                      <a:pPr lvl="0" indent="0" marL="0">
                        <a:buNone/>
                      </a:pPr>
                      <a:r>
                        <a:rPr/>
                        <a:t>0562-2529480</a:t>
                      </a:r>
                    </a:p>
                  </a:txBody>
                </a:tc>
              </a:tr>
              <a:tr h="0">
                <a:tc>
                  <a:txBody>
                    <a:bodyPr/>
                    <a:lstStyle/>
                    <a:p>
                      <a:pPr lvl="0" indent="0" marL="0">
                        <a:buNone/>
                      </a:pPr>
                      <a:r>
                        <a:rPr/>
                        <a:t>Plot 6, Sikandra Road, Khandari, Agra</a:t>
                      </a:r>
                    </a:p>
                  </a:txBody>
                </a:tc>
                <a:tc>
                  <a:txBody>
                    <a:bodyPr/>
                    <a:lstStyle/>
                    <a:p>
                      <a:pPr lvl="0" indent="0" marL="0">
                        <a:buNone/>
                      </a:pPr>
                      <a:r>
                        <a:rPr/>
                        <a:t>ZXIN0004042</a:t>
                      </a:r>
                    </a:p>
                  </a:txBody>
                </a:tc>
                <a:tc>
                  <a:txBody>
                    <a:bodyPr/>
                    <a:lstStyle/>
                    <a:p>
                      <a:pPr lvl="0" indent="0" marL="0">
                        <a:buNone/>
                      </a:pPr>
                      <a:r>
                        <a:rPr/>
                        <a:t>0562-2529427</a:t>
                      </a:r>
                    </a:p>
                  </a:txBody>
                </a:tc>
              </a:tr>
              <a:tr h="0">
                <a:tc>
                  <a:txBody>
                    <a:bodyPr/>
                    <a:lstStyle/>
                    <a:p>
                      <a:pPr lvl="0" indent="0" marL="0">
                        <a:buNone/>
                      </a:pPr>
                      <a:r>
                        <a:rPr/>
                        <a:t>A-9, K.K. Nagar, Hathras Road, West Agra</a:t>
                      </a:r>
                    </a:p>
                  </a:txBody>
                </a:tc>
                <a:tc>
                  <a:txBody>
                    <a:bodyPr/>
                    <a:lstStyle/>
                    <a:p>
                      <a:pPr lvl="0" indent="0" marL="0">
                        <a:buNone/>
                      </a:pPr>
                      <a:r>
                        <a:rPr/>
                        <a:t>ZXIN0004043</a:t>
                      </a:r>
                    </a:p>
                  </a:txBody>
                </a:tc>
                <a:tc>
                  <a:txBody>
                    <a:bodyPr/>
                    <a:lstStyle/>
                    <a:p>
                      <a:pPr lvl="0" indent="0" marL="0">
                        <a:buNone/>
                      </a:pPr>
                      <a:r>
                        <a:rPr/>
                        <a:t>0562-2529409</a:t>
                      </a:r>
                    </a:p>
                  </a:txBody>
                </a:tc>
              </a:tr>
              <a:tr h="0">
                <a:tc>
                  <a:txBody>
                    <a:bodyPr/>
                    <a:lstStyle/>
                    <a:p>
                      <a:pPr lvl="0" indent="0" marL="0">
                        <a:buNone/>
                      </a:pPr>
                      <a:r>
                        <a:rPr/>
                        <a:t>4/12, Surya Nagar, Baluganj, Agra</a:t>
                      </a:r>
                    </a:p>
                  </a:txBody>
                </a:tc>
                <a:tc>
                  <a:txBody>
                    <a:bodyPr/>
                    <a:lstStyle/>
                    <a:p>
                      <a:pPr lvl="0" indent="0" marL="0">
                        <a:buNone/>
                      </a:pPr>
                      <a:r>
                        <a:rPr/>
                        <a:t>ZXIN0004044</a:t>
                      </a:r>
                    </a:p>
                  </a:txBody>
                </a:tc>
                <a:tc>
                  <a:txBody>
                    <a:bodyPr/>
                    <a:lstStyle/>
                    <a:p>
                      <a:pPr lvl="0" indent="0" marL="0">
                        <a:buNone/>
                      </a:pPr>
                      <a:r>
                        <a:rPr/>
                        <a:t>0562-2529561</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Central Agra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Ground Floor, G-4, Civil Lines, Central Agra</a:t>
                      </a:r>
                    </a:p>
                  </a:txBody>
                </a:tc>
                <a:tc>
                  <a:txBody>
                    <a:bodyPr/>
                    <a:lstStyle/>
                    <a:p>
                      <a:pPr lvl="0" indent="0" marL="0">
                        <a:buNone/>
                      </a:pPr>
                      <a:r>
                        <a:rPr/>
                        <a:t>ZXIN0005041</a:t>
                      </a:r>
                    </a:p>
                  </a:txBody>
                </a:tc>
                <a:tc>
                  <a:txBody>
                    <a:bodyPr/>
                    <a:lstStyle/>
                    <a:p>
                      <a:pPr lvl="0" indent="0" marL="0">
                        <a:buNone/>
                      </a:pPr>
                      <a:r>
                        <a:rPr/>
                        <a:t>0562-2851001</a:t>
                      </a:r>
                    </a:p>
                  </a:txBody>
                </a:tc>
              </a:tr>
              <a:tr h="0">
                <a:tc>
                  <a:txBody>
                    <a:bodyPr/>
                    <a:lstStyle/>
                    <a:p>
                      <a:pPr lvl="0" indent="0" marL="0">
                        <a:buNone/>
                      </a:pPr>
                      <a:r>
                        <a:rPr/>
                        <a:t>GF-10, Agra Trade Centre, MG Road, Central Agra</a:t>
                      </a:r>
                    </a:p>
                  </a:txBody>
                </a:tc>
                <a:tc>
                  <a:txBody>
                    <a:bodyPr/>
                    <a:lstStyle/>
                    <a:p>
                      <a:pPr lvl="0" indent="0" marL="0">
                        <a:buNone/>
                      </a:pPr>
                      <a:r>
                        <a:rPr/>
                        <a:t>ZXIN0005042</a:t>
                      </a:r>
                    </a:p>
                  </a:txBody>
                </a:tc>
                <a:tc>
                  <a:txBody>
                    <a:bodyPr/>
                    <a:lstStyle/>
                    <a:p>
                      <a:pPr lvl="0" indent="0" marL="0">
                        <a:buNone/>
                      </a:pPr>
                      <a:r>
                        <a:rPr/>
                        <a:t>0562-2851095</a:t>
                      </a:r>
                    </a:p>
                  </a:txBody>
                </a:tc>
              </a:tr>
              <a:tr h="0">
                <a:tc>
                  <a:txBody>
                    <a:bodyPr/>
                    <a:lstStyle/>
                    <a:p>
                      <a:pPr lvl="0" indent="0" marL="0">
                        <a:buNone/>
                      </a:pPr>
                      <a:r>
                        <a:rPr/>
                        <a:t>311, Subhash Park, Sadar Bazar, Agra</a:t>
                      </a:r>
                    </a:p>
                  </a:txBody>
                </a:tc>
                <a:tc>
                  <a:txBody>
                    <a:bodyPr/>
                    <a:lstStyle/>
                    <a:p>
                      <a:pPr lvl="0" indent="0" marL="0">
                        <a:buNone/>
                      </a:pPr>
                      <a:r>
                        <a:rPr/>
                        <a:t>ZXIN0005043</a:t>
                      </a:r>
                    </a:p>
                  </a:txBody>
                </a:tc>
                <a:tc>
                  <a:txBody>
                    <a:bodyPr/>
                    <a:lstStyle/>
                    <a:p>
                      <a:pPr lvl="0" indent="0" marL="0">
                        <a:buNone/>
                      </a:pPr>
                      <a:r>
                        <a:rPr/>
                        <a:t>0562-2851122</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2025-07-30T07:48:35Z</dcterms:created>
  <dcterms:modified xsi:type="dcterms:W3CDTF">2025-07-30T07:48:35Z</dcterms:modified>
</cp:coreProperties>
</file>

<file path=docProps/custom.xml><?xml version="1.0" encoding="utf-8"?>
<Properties xmlns="http://schemas.openxmlformats.org/officeDocument/2006/custom-properties" xmlns:vt="http://schemas.openxmlformats.org/officeDocument/2006/docPropsVTypes"/>
</file>