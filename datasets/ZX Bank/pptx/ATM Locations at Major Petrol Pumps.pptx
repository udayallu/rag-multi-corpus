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ATM Locations at Major Petrol Pumps (By City)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the nearest ZX Bank ATM at major petrol pumps across India’s largest cities.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510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Mumbai – Maharashtra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</a:t>
                      </a:r>
                      <a:r>
                        <a:rPr b="1"/>
                        <a:t>Indian Oil, Bandra Kurla Complex</a:t>
                      </a:r>
                      <a:r>
                        <a:rPr/>
                        <a:t> BKC Road, Bandra East, Mumbai – 400051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</a:t>
                      </a:r>
                      <a:r>
                        <a:rPr b="1"/>
                        <a:t>HPCL, Cuffe Parade</a:t>
                      </a:r>
                      <a:r>
                        <a:rPr/>
                        <a:t> Wodehouse Road, Cuffe Parade, Mumbai – 400005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</a:t>
                      </a:r>
                      <a:r>
                        <a:rPr b="1"/>
                        <a:t>BPCL, Andheri West</a:t>
                      </a:r>
                      <a:r>
                        <a:rPr/>
                        <a:t> Veera Desai Road, Andheri West, Mumbai – 400053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</a:t>
                      </a:r>
                      <a:r>
                        <a:rPr b="1"/>
                        <a:t>Indian Oil, Worli</a:t>
                      </a:r>
                      <a:r>
                        <a:rPr/>
                        <a:t> Dr. Annie Besant Road, Worli, Mumbai – 400018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</a:t>
                      </a:r>
                      <a:r>
                        <a:rPr b="1"/>
                        <a:t>HPCL, Sion Circle</a:t>
                      </a:r>
                      <a:r>
                        <a:rPr/>
                        <a:t> Sion Circle, Sion (E), Mumbai – 400022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 </a:t>
                      </a:r>
                      <a:r>
                        <a:rPr b="1"/>
                        <a:t>BPCL, Powai</a:t>
                      </a:r>
                      <a:r>
                        <a:rPr/>
                        <a:t> JVLR, Near IIT Main Gate, Powai, Mumbai – 400076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 </a:t>
                      </a:r>
                      <a:r>
                        <a:rPr b="1"/>
                        <a:t>HPCL, Chembur</a:t>
                      </a:r>
                      <a:r>
                        <a:rPr/>
                        <a:t> Sion Trombay Road, Chembur, Mumbai – 400071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 </a:t>
                      </a:r>
                      <a:r>
                        <a:rPr b="1"/>
                        <a:t>Indian Oil, Colaba</a:t>
                      </a:r>
                      <a:r>
                        <a:rPr/>
                        <a:t> Shahid Bhagat Singh Road, Colaba, Mumbai – 400005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 </a:t>
                      </a:r>
                      <a:r>
                        <a:rPr b="1"/>
                        <a:t>BPCL, Borivali East</a:t>
                      </a:r>
                      <a:r>
                        <a:rPr/>
                        <a:t> Western Express Highway, Borivali (E), Mumbai – 400066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 </a:t>
                      </a:r>
                      <a:r>
                        <a:rPr b="1"/>
                        <a:t>HPCL, Dadar</a:t>
                      </a:r>
                      <a:r>
                        <a:rPr/>
                        <a:t> Gokhale Road, Dadar (W), Mumbai – 400028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 – NCT</a:t>
            </a:r>
          </a:p>
          <a:p>
            <a:pPr lvl="0" indent="-342900" marL="342900">
              <a:buAutoNum type="arabicPeriod"/>
            </a:pPr>
            <a:r>
              <a:rPr b="1"/>
              <a:t>Indian Oil, Connaught Place</a:t>
            </a:r>
            <a:br/>
            <a:r>
              <a:rPr/>
              <a:t>Outer Circle, CP, New Delhi – 110001</a:t>
            </a:r>
          </a:p>
          <a:p>
            <a:pPr lvl="0" indent="-342900" marL="342900">
              <a:buAutoNum type="arabicPeriod"/>
            </a:pPr>
            <a:r>
              <a:rPr b="1"/>
              <a:t>HPCL, South Extension</a:t>
            </a:r>
            <a:br/>
            <a:r>
              <a:rPr/>
              <a:t>Ring Road, South Extension, New Delhi – 110049</a:t>
            </a:r>
          </a:p>
          <a:p>
            <a:pPr lvl="0" indent="-342900" marL="342900">
              <a:buAutoNum type="arabicPeriod"/>
            </a:pPr>
            <a:r>
              <a:rPr b="1"/>
              <a:t>BPCL, Lajpat Nagar</a:t>
            </a:r>
            <a:br/>
            <a:r>
              <a:rPr/>
              <a:t>Lajpat Nagar IV, New Delhi – 110024</a:t>
            </a:r>
          </a:p>
          <a:p>
            <a:pPr lvl="0" indent="-342900" marL="342900">
              <a:buAutoNum type="arabicPeriod"/>
            </a:pPr>
            <a:r>
              <a:rPr b="1"/>
              <a:t>Indian Oil, Dwarka Sector 12</a:t>
            </a:r>
            <a:br/>
            <a:r>
              <a:rPr/>
              <a:t>Near Metro Station, Dwarka, New Delhi – 110075</a:t>
            </a:r>
          </a:p>
          <a:p>
            <a:pPr lvl="0" indent="-342900" marL="342900">
              <a:buAutoNum type="arabicPeriod"/>
            </a:pPr>
            <a:r>
              <a:rPr b="1"/>
              <a:t>HPCL, Karol Bagh</a:t>
            </a:r>
            <a:br/>
            <a:r>
              <a:rPr/>
              <a:t>Ajmal Khan Road, Karol Bagh, New Delhi – 110005</a:t>
            </a:r>
          </a:p>
          <a:p>
            <a:pPr lvl="0" indent="-342900" marL="342900">
              <a:buAutoNum type="arabicPeriod"/>
            </a:pPr>
            <a:r>
              <a:rPr b="1"/>
              <a:t>BPCL, Vasant Kunj</a:t>
            </a:r>
            <a:br/>
            <a:r>
              <a:rPr/>
              <a:t>Nelson Mandela Road, Vasant Kunj, New Delhi – 110070</a:t>
            </a:r>
          </a:p>
          <a:p>
            <a:pPr lvl="0" indent="-342900" marL="342900">
              <a:buAutoNum type="arabicPeriod"/>
            </a:pPr>
            <a:r>
              <a:rPr b="1"/>
              <a:t>HPCL, Preet Vihar</a:t>
            </a:r>
            <a:br/>
            <a:r>
              <a:rPr/>
              <a:t>Main Vikas Marg, Preet Vihar, New Delhi – 110092</a:t>
            </a:r>
          </a:p>
          <a:p>
            <a:pPr lvl="0" indent="-342900" marL="342900">
              <a:buAutoNum type="arabicPeriod"/>
            </a:pPr>
            <a:r>
              <a:rPr b="1"/>
              <a:t>Indian Oil, Rohini Sector 7</a:t>
            </a:r>
            <a:br/>
            <a:r>
              <a:rPr/>
              <a:t>Sector 7, Rohini, New Delhi – 110085</a:t>
            </a:r>
          </a:p>
          <a:p>
            <a:pPr lvl="0" indent="-342900" marL="342900">
              <a:buAutoNum type="arabicPeriod"/>
            </a:pPr>
            <a:r>
              <a:rPr b="1"/>
              <a:t>BPCL, Saket</a:t>
            </a:r>
            <a:br/>
            <a:r>
              <a:rPr/>
              <a:t>Saket Metro Station, Press Enclave Road, New Delhi – 110017</a:t>
            </a:r>
          </a:p>
          <a:p>
            <a:pPr lvl="0" indent="-342900" marL="342900">
              <a:buAutoNum type="arabicPeriod"/>
            </a:pPr>
            <a:r>
              <a:rPr b="1"/>
              <a:t>HPCL, Janakpuri</a:t>
            </a:r>
            <a:br/>
            <a:r>
              <a:rPr/>
              <a:t>Block-A, C4E Market, Janakpuri, New Delhi – 110058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 – Karnataka</a:t>
            </a:r>
          </a:p>
          <a:p>
            <a:pPr lvl="0" indent="-342900" marL="342900">
              <a:buAutoNum type="arabicPeriod"/>
            </a:pPr>
            <a:r>
              <a:rPr b="1"/>
              <a:t>Indian Oil, MG Road</a:t>
            </a:r>
            <a:br/>
            <a:r>
              <a:rPr/>
              <a:t>Trinity Circle, MG Road, Bengaluru – 560001</a:t>
            </a:r>
          </a:p>
          <a:p>
            <a:pPr lvl="0" indent="-342900" marL="342900">
              <a:buAutoNum type="arabicPeriod"/>
            </a:pPr>
            <a:r>
              <a:rPr b="1"/>
              <a:t>HPCL, Koramangala</a:t>
            </a:r>
            <a:br/>
            <a:r>
              <a:rPr/>
              <a:t>80 Feet Road, Koramangala, Bengaluru – 560034</a:t>
            </a:r>
          </a:p>
          <a:p>
            <a:pPr lvl="0" indent="-342900" marL="342900">
              <a:buAutoNum type="arabicPeriod"/>
            </a:pPr>
            <a:r>
              <a:rPr b="1"/>
              <a:t>BPCL, Jayanagar</a:t>
            </a:r>
            <a:br/>
            <a:r>
              <a:rPr/>
              <a:t>4th Block, Jayanagar, Bengaluru – 560041</a:t>
            </a:r>
          </a:p>
          <a:p>
            <a:pPr lvl="0" indent="-342900" marL="342900">
              <a:buAutoNum type="arabicPeriod"/>
            </a:pPr>
            <a:r>
              <a:rPr b="1"/>
              <a:t>Indian Oil, Whitefield</a:t>
            </a:r>
            <a:br/>
            <a:r>
              <a:rPr/>
              <a:t>ITPL Main Road, Whitefield, Bengaluru – 560066</a:t>
            </a:r>
          </a:p>
          <a:p>
            <a:pPr lvl="0" indent="-342900" marL="342900">
              <a:buAutoNum type="arabicPeriod"/>
            </a:pPr>
            <a:r>
              <a:rPr b="1"/>
              <a:t>HPCL, Indiranagar</a:t>
            </a:r>
            <a:br/>
            <a:r>
              <a:rPr/>
              <a:t>100 Feet Road, Indiranagar, Bengaluru – 560038</a:t>
            </a:r>
          </a:p>
          <a:p>
            <a:pPr lvl="0" indent="-342900" marL="342900">
              <a:buAutoNum type="arabicPeriod"/>
            </a:pPr>
            <a:r>
              <a:rPr b="1"/>
              <a:t>BPCL, Rajajinagar</a:t>
            </a:r>
            <a:br/>
            <a:r>
              <a:rPr/>
              <a:t>Dr. Rajkumar Road, Rajajinagar, Bengaluru – 560010</a:t>
            </a:r>
          </a:p>
          <a:p>
            <a:pPr lvl="0" indent="-342900" marL="342900">
              <a:buAutoNum type="arabicPeriod"/>
            </a:pPr>
            <a:r>
              <a:rPr b="1"/>
              <a:t>HPCL, Malleshwaram</a:t>
            </a:r>
            <a:br/>
            <a:r>
              <a:rPr/>
              <a:t>Sampige Road, Malleshwaram, Bengaluru – 560003</a:t>
            </a:r>
          </a:p>
          <a:p>
            <a:pPr lvl="0" indent="-342900" marL="342900">
              <a:buAutoNum type="arabicPeriod"/>
            </a:pPr>
            <a:r>
              <a:rPr b="1"/>
              <a:t>Indian Oil, Bannerghatta Road</a:t>
            </a:r>
            <a:br/>
            <a:r>
              <a:rPr/>
              <a:t>Near IIM, Bannerghatta Road, Bengaluru – 560076</a:t>
            </a:r>
          </a:p>
          <a:p>
            <a:pPr lvl="0" indent="-342900" marL="342900">
              <a:buAutoNum type="arabicPeriod"/>
            </a:pPr>
            <a:r>
              <a:rPr b="1"/>
              <a:t>BPCL, HSR Layout</a:t>
            </a:r>
            <a:br/>
            <a:r>
              <a:rPr/>
              <a:t>27th Main, Sector 1, HSR Layout, Bengaluru – 560102</a:t>
            </a:r>
          </a:p>
          <a:p>
            <a:pPr lvl="0" indent="-342900" marL="342900">
              <a:buAutoNum type="arabicPeriod"/>
            </a:pPr>
            <a:r>
              <a:rPr b="1"/>
              <a:t>HPCL, Yeshwanthpur</a:t>
            </a:r>
            <a:br/>
            <a:r>
              <a:rPr/>
              <a:t>Tumkur Road, Yeshwanthpur, Bengaluru – 560022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 – Telangana</a:t>
            </a:r>
          </a:p>
          <a:p>
            <a:pPr lvl="0" indent="-342900" marL="342900">
              <a:buAutoNum type="arabicPeriod"/>
            </a:pPr>
            <a:r>
              <a:rPr b="1"/>
              <a:t>Indian Oil, Banjara Hills</a:t>
            </a:r>
            <a:br/>
            <a:r>
              <a:rPr/>
              <a:t>Road No. 12, Banjara Hills, Hyderabad – 500034</a:t>
            </a:r>
          </a:p>
          <a:p>
            <a:pPr lvl="0" indent="-342900" marL="342900">
              <a:buAutoNum type="arabicPeriod"/>
            </a:pPr>
            <a:r>
              <a:rPr b="1"/>
              <a:t>HPCL, Jubilee Hills</a:t>
            </a:r>
            <a:br/>
            <a:r>
              <a:rPr/>
              <a:t>Road No. 36, Jubilee Hills, Hyderabad – 500033</a:t>
            </a:r>
          </a:p>
          <a:p>
            <a:pPr lvl="0" indent="-342900" marL="342900">
              <a:buAutoNum type="arabicPeriod"/>
            </a:pPr>
            <a:r>
              <a:rPr b="1"/>
              <a:t>BPCL, Ameerpet</a:t>
            </a:r>
            <a:br/>
            <a:r>
              <a:rPr/>
              <a:t>SR Nagar Main Road, Ameerpet, Hyderabad – 500038</a:t>
            </a:r>
          </a:p>
          <a:p>
            <a:pPr lvl="0" indent="-342900" marL="342900">
              <a:buAutoNum type="arabicPeriod"/>
            </a:pPr>
            <a:r>
              <a:rPr b="1"/>
              <a:t>Indian Oil, Begumpet</a:t>
            </a:r>
            <a:br/>
            <a:r>
              <a:rPr/>
              <a:t>SP Road, Begumpet, Hyderabad – 500016</a:t>
            </a:r>
          </a:p>
          <a:p>
            <a:pPr lvl="0" indent="-342900" marL="342900">
              <a:buAutoNum type="arabicPeriod"/>
            </a:pPr>
            <a:r>
              <a:rPr b="1"/>
              <a:t>HPCL, Miyapur</a:t>
            </a:r>
            <a:br/>
            <a:r>
              <a:rPr/>
              <a:t>NH-65, Miyapur, Hyderabad – 500049</a:t>
            </a:r>
          </a:p>
          <a:p>
            <a:pPr lvl="0" indent="-342900" marL="342900">
              <a:buAutoNum type="arabicPeriod"/>
            </a:pPr>
            <a:r>
              <a:rPr b="1"/>
              <a:t>BPCL, Secunderabad</a:t>
            </a:r>
            <a:br/>
            <a:r>
              <a:rPr/>
              <a:t>Sardar Patel Road, Secunderabad – 500003</a:t>
            </a:r>
          </a:p>
          <a:p>
            <a:pPr lvl="0" indent="-342900" marL="342900">
              <a:buAutoNum type="arabicPeriod"/>
            </a:pPr>
            <a:r>
              <a:rPr b="1"/>
              <a:t>HPCL, Uppal</a:t>
            </a:r>
            <a:br/>
            <a:r>
              <a:rPr/>
              <a:t>Warangal Hwy, Uppal, Hyderabad – 500039</a:t>
            </a:r>
          </a:p>
          <a:p>
            <a:pPr lvl="0" indent="-342900" marL="342900">
              <a:buAutoNum type="arabicPeriod"/>
            </a:pPr>
            <a:r>
              <a:rPr b="1"/>
              <a:t>Indian Oil, Gachibowli</a:t>
            </a:r>
            <a:br/>
            <a:r>
              <a:rPr/>
              <a:t>Gachibowli Main Rd, Gachibowli, Hyderabad – 500032</a:t>
            </a:r>
          </a:p>
          <a:p>
            <a:pPr lvl="0" indent="-342900" marL="342900">
              <a:buAutoNum type="arabicPeriod"/>
            </a:pPr>
            <a:r>
              <a:rPr b="1"/>
              <a:t>BPCL, Kukatpally</a:t>
            </a:r>
            <a:br/>
            <a:r>
              <a:rPr/>
              <a:t>Kukatpally Housing Board Rd, Hyderabad – 500072</a:t>
            </a:r>
          </a:p>
          <a:p>
            <a:pPr lvl="0" indent="-342900" marL="342900">
              <a:buAutoNum type="arabicPeriod"/>
            </a:pPr>
            <a:r>
              <a:rPr b="1"/>
              <a:t>HPCL, Madhapur</a:t>
            </a:r>
            <a:br/>
            <a:r>
              <a:rPr/>
              <a:t>Hitech City Main Rd, Madhapur, Hyderabad – 500081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 indent="-342900" marL="342900">
              <a:buAutoNum type="arabicPeriod"/>
            </a:pPr>
            <a:r>
              <a:rPr b="1"/>
              <a:t>Indian Oil, T Nagar</a:t>
            </a:r>
            <a:br/>
            <a:r>
              <a:rPr/>
              <a:t>North Usman Road, T Nagar, Chennai – 600017</a:t>
            </a:r>
          </a:p>
          <a:p>
            <a:pPr lvl="0" indent="-342900" marL="342900">
              <a:buAutoNum type="arabicPeriod"/>
            </a:pPr>
            <a:r>
              <a:rPr b="1"/>
              <a:t>HPCL, Anna Salai</a:t>
            </a:r>
            <a:br/>
            <a:r>
              <a:rPr/>
              <a:t>Mount Road, Anna Salai, Chennai – 600002</a:t>
            </a:r>
          </a:p>
          <a:p>
            <a:pPr lvl="0" indent="-342900" marL="342900">
              <a:buAutoNum type="arabicPeriod"/>
            </a:pPr>
            <a:r>
              <a:rPr b="1"/>
              <a:t>BPCL, Adyar</a:t>
            </a:r>
            <a:br/>
            <a:r>
              <a:rPr/>
              <a:t>Sardar Patel Road, Adyar, Chennai – 600020</a:t>
            </a:r>
          </a:p>
          <a:p>
            <a:pPr lvl="0" indent="-342900" marL="342900">
              <a:buAutoNum type="arabicPeriod"/>
            </a:pPr>
            <a:r>
              <a:rPr b="1"/>
              <a:t>Indian Oil, Velachery</a:t>
            </a:r>
            <a:br/>
            <a:r>
              <a:rPr/>
              <a:t>Velachery Main Road, Chennai – 600042</a:t>
            </a:r>
          </a:p>
          <a:p>
            <a:pPr lvl="0" indent="-342900" marL="342900">
              <a:buAutoNum type="arabicPeriod"/>
            </a:pPr>
            <a:r>
              <a:rPr b="1"/>
              <a:t>HPCL, Nungambakkam</a:t>
            </a:r>
            <a:br/>
            <a:r>
              <a:rPr/>
              <a:t>Nungambakkam High Road, Chennai – 600034</a:t>
            </a:r>
          </a:p>
          <a:p>
            <a:pPr lvl="0" indent="-342900" marL="342900">
              <a:buAutoNum type="arabicPeriod"/>
            </a:pPr>
            <a:r>
              <a:rPr b="1"/>
              <a:t>BPCL, Vadapalani</a:t>
            </a:r>
            <a:br/>
            <a:r>
              <a:rPr/>
              <a:t>Arcot Road, Vadapalani, Chennai – 600026</a:t>
            </a:r>
          </a:p>
          <a:p>
            <a:pPr lvl="0" indent="-342900" marL="342900">
              <a:buAutoNum type="arabicPeriod"/>
            </a:pPr>
            <a:r>
              <a:rPr b="1"/>
              <a:t>HPCL, Mylapore</a:t>
            </a:r>
            <a:br/>
            <a:r>
              <a:rPr/>
              <a:t>R K Mutt Road, Mylapore, Chennai – 600004</a:t>
            </a:r>
          </a:p>
          <a:p>
            <a:pPr lvl="0" indent="-342900" marL="342900">
              <a:buAutoNum type="arabicPeriod"/>
            </a:pPr>
            <a:r>
              <a:rPr b="1"/>
              <a:t>Indian Oil, Porur</a:t>
            </a:r>
            <a:br/>
            <a:r>
              <a:rPr/>
              <a:t>Mount Poonamalle Road, Porur, Chennai – 600116</a:t>
            </a:r>
          </a:p>
          <a:p>
            <a:pPr lvl="0" indent="-342900" marL="342900">
              <a:buAutoNum type="arabicPeriod"/>
            </a:pPr>
            <a:r>
              <a:rPr b="1"/>
              <a:t>BPCL, Koyambedu</a:t>
            </a:r>
            <a:br/>
            <a:r>
              <a:rPr/>
              <a:t>CMBT, Koyambedu, Chennai – 600107</a:t>
            </a:r>
          </a:p>
          <a:p>
            <a:pPr lvl="0" indent="-342900" marL="342900">
              <a:buAutoNum type="arabicPeriod"/>
            </a:pPr>
            <a:r>
              <a:rPr b="1"/>
              <a:t>HPCL, Alandur</a:t>
            </a:r>
            <a:br/>
            <a:r>
              <a:rPr/>
              <a:t>GST Road, Alandur, Chennai – 600016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 indent="-342900" marL="342900">
              <a:buAutoNum type="arabicPeriod"/>
            </a:pPr>
            <a:r>
              <a:rPr b="1"/>
              <a:t>Indian Oil, Park Street</a:t>
            </a:r>
            <a:br/>
            <a:r>
              <a:rPr/>
              <a:t>Park Street, Kolkata – 700016</a:t>
            </a:r>
          </a:p>
          <a:p>
            <a:pPr lvl="0" indent="-342900" marL="342900">
              <a:buAutoNum type="arabicPeriod"/>
            </a:pPr>
            <a:r>
              <a:rPr b="1"/>
              <a:t>HPCL, Salt Lake</a:t>
            </a:r>
            <a:br/>
            <a:r>
              <a:rPr/>
              <a:t>Sector 5, Salt Lake, Kolkata – 700091</a:t>
            </a:r>
          </a:p>
          <a:p>
            <a:pPr lvl="0" indent="-342900" marL="342900">
              <a:buAutoNum type="arabicPeriod"/>
            </a:pPr>
            <a:r>
              <a:rPr b="1"/>
              <a:t>BPCL, Gariahat</a:t>
            </a:r>
            <a:br/>
            <a:r>
              <a:rPr/>
              <a:t>Gariahat Road, Gariahat, Kolkata – 700019</a:t>
            </a:r>
          </a:p>
          <a:p>
            <a:pPr lvl="0" indent="-342900" marL="342900">
              <a:buAutoNum type="arabicPeriod"/>
            </a:pPr>
            <a:r>
              <a:rPr b="1"/>
              <a:t>Indian Oil, Howrah</a:t>
            </a:r>
            <a:br/>
            <a:r>
              <a:rPr/>
              <a:t>Howrah Maidan, Howrah, Kolkata – 711101</a:t>
            </a:r>
          </a:p>
          <a:p>
            <a:pPr lvl="0" indent="-342900" marL="342900">
              <a:buAutoNum type="arabicPeriod"/>
            </a:pPr>
            <a:r>
              <a:rPr b="1"/>
              <a:t>HPCL, New Town</a:t>
            </a:r>
            <a:br/>
            <a:r>
              <a:rPr/>
              <a:t>Action Area 1, New Town, Kolkata – 700156</a:t>
            </a:r>
          </a:p>
          <a:p>
            <a:pPr lvl="0" indent="-342900" marL="342900">
              <a:buAutoNum type="arabicPeriod"/>
            </a:pPr>
            <a:r>
              <a:rPr b="1"/>
              <a:t>BPCL, Ballygunge</a:t>
            </a:r>
            <a:br/>
            <a:r>
              <a:rPr/>
              <a:t>Ballygunge Circular Road, Kolkata – 700019</a:t>
            </a:r>
          </a:p>
          <a:p>
            <a:pPr lvl="0" indent="-342900" marL="342900">
              <a:buAutoNum type="arabicPeriod"/>
            </a:pPr>
            <a:r>
              <a:rPr b="1"/>
              <a:t>HPCL, Shyambazar</a:t>
            </a:r>
            <a:br/>
            <a:r>
              <a:rPr/>
              <a:t>Shyambazar Crossing, Kolkata – 700004</a:t>
            </a:r>
          </a:p>
          <a:p>
            <a:pPr lvl="0" indent="-342900" marL="342900">
              <a:buAutoNum type="arabicPeriod"/>
            </a:pPr>
            <a:r>
              <a:rPr b="1"/>
              <a:t>Indian Oil, Behala</a:t>
            </a:r>
            <a:br/>
            <a:r>
              <a:rPr/>
              <a:t>Diamond Harbour Road, Behala, Kolkata – 700034</a:t>
            </a:r>
          </a:p>
          <a:p>
            <a:pPr lvl="0" indent="-342900" marL="342900">
              <a:buAutoNum type="arabicPeriod"/>
            </a:pPr>
            <a:r>
              <a:rPr b="1"/>
              <a:t>BPCL, Dum Dum</a:t>
            </a:r>
            <a:br/>
            <a:r>
              <a:rPr/>
              <a:t>Jessore Road, Dum Dum, Kolkata – 700028</a:t>
            </a:r>
          </a:p>
          <a:p>
            <a:pPr lvl="0" indent="-342900" marL="342900">
              <a:buAutoNum type="arabicPeriod"/>
            </a:pPr>
            <a:r>
              <a:rPr b="1"/>
              <a:t>HPCL, Esplanade</a:t>
            </a:r>
            <a:br/>
            <a:r>
              <a:rPr/>
              <a:t>Lenin Sarani, Esplanade, Kolkata – 700013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 – Maharashtra</a:t>
            </a:r>
          </a:p>
          <a:p>
            <a:pPr lvl="0" indent="-342900" marL="342900">
              <a:buAutoNum type="arabicPeriod"/>
            </a:pPr>
            <a:r>
              <a:rPr b="1"/>
              <a:t>Indian Oil, Senapati Bapat Road</a:t>
            </a:r>
            <a:br/>
            <a:r>
              <a:rPr/>
              <a:t>Senapati Bapat Road, Pune – 411016</a:t>
            </a:r>
          </a:p>
          <a:p>
            <a:pPr lvl="0" indent="-342900" marL="342900">
              <a:buAutoNum type="arabicPeriod"/>
            </a:pPr>
            <a:r>
              <a:rPr b="1"/>
              <a:t>HPCL, Koregaon Park</a:t>
            </a:r>
            <a:br/>
            <a:r>
              <a:rPr/>
              <a:t>North Main Road, Koregaon Park, Pune – 411001</a:t>
            </a:r>
          </a:p>
          <a:p>
            <a:pPr lvl="0" indent="-342900" marL="342900">
              <a:buAutoNum type="arabicPeriod"/>
            </a:pPr>
            <a:r>
              <a:rPr b="1"/>
              <a:t>BPCL, Aundh</a:t>
            </a:r>
            <a:br/>
            <a:r>
              <a:rPr/>
              <a:t>DP Road, Aundh, Pune – 411007</a:t>
            </a:r>
          </a:p>
          <a:p>
            <a:pPr lvl="0" indent="-342900" marL="342900">
              <a:buAutoNum type="arabicPeriod"/>
            </a:pPr>
            <a:r>
              <a:rPr b="1"/>
              <a:t>Indian Oil, Kothrud</a:t>
            </a:r>
            <a:br/>
            <a:r>
              <a:rPr/>
              <a:t>Paud Road, Kothrud, Pune – 411038</a:t>
            </a:r>
          </a:p>
          <a:p>
            <a:pPr lvl="0" indent="-342900" marL="342900">
              <a:buAutoNum type="arabicPeriod"/>
            </a:pPr>
            <a:r>
              <a:rPr b="1"/>
              <a:t>HPCL, Hadapsar</a:t>
            </a:r>
            <a:br/>
            <a:r>
              <a:rPr/>
              <a:t>Pune-Solapur Road, Hadapsar, Pune – 411028</a:t>
            </a:r>
          </a:p>
          <a:p>
            <a:pPr lvl="0" indent="-342900" marL="342900">
              <a:buAutoNum type="arabicPeriod"/>
            </a:pPr>
            <a:r>
              <a:rPr b="1"/>
              <a:t>BPCL, Baner</a:t>
            </a:r>
            <a:br/>
            <a:r>
              <a:rPr/>
              <a:t>Baner Road, Baner, Pune – 411045</a:t>
            </a:r>
          </a:p>
          <a:p>
            <a:pPr lvl="0" indent="-342900" marL="342900">
              <a:buAutoNum type="arabicPeriod"/>
            </a:pPr>
            <a:r>
              <a:rPr b="1"/>
              <a:t>HPCL, Sinhagad Road</a:t>
            </a:r>
            <a:br/>
            <a:r>
              <a:rPr/>
              <a:t>Sinhagad Road, Pune – 411051</a:t>
            </a:r>
          </a:p>
          <a:p>
            <a:pPr lvl="0" indent="-342900" marL="342900">
              <a:buAutoNum type="arabicPeriod"/>
            </a:pPr>
            <a:r>
              <a:rPr b="1"/>
              <a:t>Indian Oil, Vimannagar</a:t>
            </a:r>
            <a:br/>
            <a:r>
              <a:rPr/>
              <a:t>Nagar Road, Vimannagar, Pune – 411014</a:t>
            </a:r>
          </a:p>
          <a:p>
            <a:pPr lvl="0" indent="-342900" marL="342900">
              <a:buAutoNum type="arabicPeriod"/>
            </a:pPr>
            <a:r>
              <a:rPr b="1"/>
              <a:t>BPCL, Bibwewadi</a:t>
            </a:r>
            <a:br/>
            <a:r>
              <a:rPr/>
              <a:t>Bibwewadi Kondhwa Road, Pune – 411037</a:t>
            </a:r>
          </a:p>
          <a:p>
            <a:pPr lvl="0" indent="-342900" marL="342900">
              <a:buAutoNum type="arabicPeriod"/>
            </a:pPr>
            <a:r>
              <a:rPr b="1"/>
              <a:t>HPCL, Camp</a:t>
            </a:r>
            <a:br/>
            <a:r>
              <a:rPr/>
              <a:t>MG Road, Camp, Pune – 411001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 – Gujarat</a:t>
            </a:r>
          </a:p>
          <a:p>
            <a:pPr lvl="0" indent="-342900" marL="342900">
              <a:buAutoNum type="arabicPeriod"/>
            </a:pPr>
            <a:r>
              <a:rPr b="1"/>
              <a:t>Indian Oil, CG Road</a:t>
            </a:r>
            <a:br/>
            <a:r>
              <a:rPr/>
              <a:t>Chimanlal Girdharlal Road, Ahmedabad – 380009</a:t>
            </a:r>
          </a:p>
          <a:p>
            <a:pPr lvl="0" indent="-342900" marL="342900">
              <a:buAutoNum type="arabicPeriod"/>
            </a:pPr>
            <a:r>
              <a:rPr b="1"/>
              <a:t>HPCL, Satellite Road</a:t>
            </a:r>
            <a:br/>
            <a:r>
              <a:rPr/>
              <a:t>Satellite, Ahmedabad – 380015</a:t>
            </a:r>
          </a:p>
          <a:p>
            <a:pPr lvl="0" indent="-342900" marL="342900">
              <a:buAutoNum type="arabicPeriod"/>
            </a:pPr>
            <a:r>
              <a:rPr b="1"/>
              <a:t>BPCL, Ashram Road</a:t>
            </a:r>
            <a:br/>
            <a:r>
              <a:rPr/>
              <a:t>Ashram Road, Ahmedabad – 380009</a:t>
            </a:r>
          </a:p>
          <a:p>
            <a:pPr lvl="0" indent="-342900" marL="342900">
              <a:buAutoNum type="arabicPeriod"/>
            </a:pPr>
            <a:r>
              <a:rPr b="1"/>
              <a:t>Indian Oil, Maninagar</a:t>
            </a:r>
            <a:br/>
            <a:r>
              <a:rPr/>
              <a:t>Maninagar East, Ahmedabad – 380008</a:t>
            </a:r>
          </a:p>
          <a:p>
            <a:pPr lvl="0" indent="-342900" marL="342900">
              <a:buAutoNum type="arabicPeriod"/>
            </a:pPr>
            <a:r>
              <a:rPr b="1"/>
              <a:t>HPCL, SG Highway</a:t>
            </a:r>
            <a:br/>
            <a:r>
              <a:rPr/>
              <a:t>Sarkhej-Gandhinagar Hwy, Ahmedabad – 380054</a:t>
            </a:r>
          </a:p>
          <a:p>
            <a:pPr lvl="0" indent="-342900" marL="342900">
              <a:buAutoNum type="arabicPeriod"/>
            </a:pPr>
            <a:r>
              <a:rPr b="1"/>
              <a:t>BPCL, Navrangpura</a:t>
            </a:r>
            <a:br/>
            <a:r>
              <a:rPr/>
              <a:t>Navrangpura, Ahmedabad – 380009</a:t>
            </a:r>
          </a:p>
          <a:p>
            <a:pPr lvl="0" indent="-342900" marL="342900">
              <a:buAutoNum type="arabicPeriod"/>
            </a:pPr>
            <a:r>
              <a:rPr b="1"/>
              <a:t>HPCL, Bopal</a:t>
            </a:r>
            <a:br/>
            <a:r>
              <a:rPr/>
              <a:t>Bopal Road, Ahmedabad – 380058</a:t>
            </a:r>
          </a:p>
          <a:p>
            <a:pPr lvl="0" indent="-342900" marL="342900">
              <a:buAutoNum type="arabicPeriod"/>
            </a:pPr>
            <a:r>
              <a:rPr b="1"/>
              <a:t>Indian Oil, Vastrapur</a:t>
            </a:r>
            <a:br/>
            <a:r>
              <a:rPr/>
              <a:t>Vastrapur, Ahmedabad – 380015</a:t>
            </a:r>
          </a:p>
          <a:p>
            <a:pPr lvl="0" indent="-342900" marL="342900">
              <a:buAutoNum type="arabicPeriod"/>
            </a:pPr>
            <a:r>
              <a:rPr b="1"/>
              <a:t>BPCL, Paldi</a:t>
            </a:r>
            <a:br/>
            <a:r>
              <a:rPr/>
              <a:t>Paldi Cross Road, Ahmedabad – 380007</a:t>
            </a:r>
          </a:p>
          <a:p>
            <a:pPr lvl="0" indent="-342900" marL="342900">
              <a:buAutoNum type="arabicPeriod"/>
            </a:pPr>
            <a:r>
              <a:rPr b="1"/>
              <a:t>HPCL, Naroda</a:t>
            </a:r>
            <a:br/>
            <a:r>
              <a:rPr/>
              <a:t>Naroda Patia, Ahmedabad – 382330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 – Gujarat</a:t>
            </a:r>
          </a:p>
          <a:p>
            <a:pPr lvl="0" indent="-342900" marL="342900">
              <a:buAutoNum type="arabicPeriod"/>
            </a:pPr>
            <a:r>
              <a:rPr b="1"/>
              <a:t>Indian Oil, City Light</a:t>
            </a:r>
            <a:br/>
            <a:r>
              <a:rPr/>
              <a:t>Parle Point, City Light Road, Surat – 395007</a:t>
            </a:r>
          </a:p>
          <a:p>
            <a:pPr lvl="0" indent="-342900" marL="342900">
              <a:buAutoNum type="arabicPeriod"/>
            </a:pPr>
            <a:r>
              <a:rPr b="1"/>
              <a:t>HPCL, Athwalines</a:t>
            </a:r>
            <a:br/>
            <a:r>
              <a:rPr/>
              <a:t>Athwalines Road, Surat – 395001</a:t>
            </a:r>
          </a:p>
          <a:p>
            <a:pPr lvl="0" indent="-342900" marL="342900">
              <a:buAutoNum type="arabicPeriod"/>
            </a:pPr>
            <a:r>
              <a:rPr b="1"/>
              <a:t>BPCL, Adajan</a:t>
            </a:r>
            <a:br/>
            <a:r>
              <a:rPr/>
              <a:t>Rander Road, Adajan, Surat – 395009</a:t>
            </a:r>
          </a:p>
          <a:p>
            <a:pPr lvl="0" indent="-342900" marL="342900">
              <a:buAutoNum type="arabicPeriod"/>
            </a:pPr>
            <a:r>
              <a:rPr b="1"/>
              <a:t>Indian Oil, Varachha</a:t>
            </a:r>
            <a:br/>
            <a:r>
              <a:rPr/>
              <a:t>Varachha Road, Surat – 395006</a:t>
            </a:r>
          </a:p>
          <a:p>
            <a:pPr lvl="0" indent="-342900" marL="342900">
              <a:buAutoNum type="arabicPeriod"/>
            </a:pPr>
            <a:r>
              <a:rPr b="1"/>
              <a:t>HPCL, Udhna</a:t>
            </a:r>
            <a:br/>
            <a:r>
              <a:rPr/>
              <a:t>Udhna Magdalla Road, Surat – 394210</a:t>
            </a:r>
          </a:p>
          <a:p>
            <a:pPr lvl="0" indent="-342900" marL="342900">
              <a:buAutoNum type="arabicPeriod"/>
            </a:pPr>
            <a:r>
              <a:rPr b="1"/>
              <a:t>BPCL, Bhatar</a:t>
            </a:r>
            <a:br/>
            <a:r>
              <a:rPr/>
              <a:t>Bhatar Road, Surat – 395017</a:t>
            </a:r>
          </a:p>
          <a:p>
            <a:pPr lvl="0" indent="-342900" marL="342900">
              <a:buAutoNum type="arabicPeriod"/>
            </a:pPr>
            <a:r>
              <a:rPr b="1"/>
              <a:t>HPCL, Piplod</a:t>
            </a:r>
            <a:br/>
            <a:r>
              <a:rPr/>
              <a:t>Piplod, Surat – 395007</a:t>
            </a:r>
          </a:p>
          <a:p>
            <a:pPr lvl="0" indent="-342900" marL="342900">
              <a:buAutoNum type="arabicPeriod"/>
            </a:pPr>
            <a:r>
              <a:rPr b="1"/>
              <a:t>Indian Oil, Katargam</a:t>
            </a:r>
            <a:br/>
            <a:r>
              <a:rPr/>
              <a:t>Katargam Road, Surat – 395004</a:t>
            </a:r>
          </a:p>
          <a:p>
            <a:pPr lvl="0" indent="-342900" marL="342900">
              <a:buAutoNum type="arabicPeriod"/>
            </a:pPr>
            <a:r>
              <a:rPr b="1"/>
              <a:t>BPCL, Surat Railway Station</a:t>
            </a:r>
            <a:br/>
            <a:r>
              <a:rPr/>
              <a:t>Main Approach Road, Surat – 395003</a:t>
            </a:r>
          </a:p>
          <a:p>
            <a:pPr lvl="0" indent="-342900" marL="342900">
              <a:buAutoNum type="arabicPeriod"/>
            </a:pPr>
            <a:r>
              <a:rPr b="1"/>
              <a:t>HPCL, Althan</a:t>
            </a:r>
            <a:br/>
            <a:r>
              <a:rPr/>
              <a:t>Althan Canal Road, Surat – 395017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 – Rajasthan</a:t>
            </a:r>
          </a:p>
          <a:p>
            <a:pPr lvl="0" indent="-342900" marL="342900">
              <a:buAutoNum type="arabicPeriod"/>
            </a:pPr>
            <a:r>
              <a:rPr b="1"/>
              <a:t>Indian Oil, MI Road</a:t>
            </a:r>
            <a:br/>
            <a:r>
              <a:rPr/>
              <a:t>MI Road, Jaipur – 302001</a:t>
            </a:r>
          </a:p>
          <a:p>
            <a:pPr lvl="0" indent="-342900" marL="342900">
              <a:buAutoNum type="arabicPeriod"/>
            </a:pPr>
            <a:r>
              <a:rPr b="1"/>
              <a:t>HPCL, C Scheme</a:t>
            </a:r>
            <a:br/>
            <a:r>
              <a:rPr/>
              <a:t>Statue Circle, C Scheme, Jaipur – 302005</a:t>
            </a:r>
          </a:p>
          <a:p>
            <a:pPr lvl="0" indent="-342900" marL="342900">
              <a:buAutoNum type="arabicPeriod"/>
            </a:pPr>
            <a:r>
              <a:rPr b="1"/>
              <a:t>BPCL, Raja Park</a:t>
            </a:r>
            <a:br/>
            <a:r>
              <a:rPr/>
              <a:t>Raja Park, Jaipur – 302004</a:t>
            </a:r>
          </a:p>
          <a:p>
            <a:pPr lvl="0" indent="-342900" marL="342900">
              <a:buAutoNum type="arabicPeriod"/>
            </a:pPr>
            <a:r>
              <a:rPr b="1"/>
              <a:t>Indian Oil, Malviya Nagar</a:t>
            </a:r>
            <a:br/>
            <a:r>
              <a:rPr/>
              <a:t>Girdhar Marg, Malviya Nagar, Jaipur – 302017</a:t>
            </a:r>
          </a:p>
          <a:p>
            <a:pPr lvl="0" indent="-342900" marL="342900">
              <a:buAutoNum type="arabicPeriod"/>
            </a:pPr>
            <a:r>
              <a:rPr b="1"/>
              <a:t>HPCL, Vaishali Nagar</a:t>
            </a:r>
            <a:br/>
            <a:r>
              <a:rPr/>
              <a:t>Vaishali Nagar, Jaipur – 302021</a:t>
            </a:r>
          </a:p>
          <a:p>
            <a:pPr lvl="0" indent="-342900" marL="342900">
              <a:buAutoNum type="arabicPeriod"/>
            </a:pPr>
            <a:r>
              <a:rPr b="1"/>
              <a:t>BPCL, JLN Marg</a:t>
            </a:r>
            <a:br/>
            <a:r>
              <a:rPr/>
              <a:t>JLN Marg, Jaipur – 302018</a:t>
            </a:r>
          </a:p>
          <a:p>
            <a:pPr lvl="0" indent="-342900" marL="342900">
              <a:buAutoNum type="arabicPeriod"/>
            </a:pPr>
            <a:r>
              <a:rPr b="1"/>
              <a:t>HPCL, Mansarovar</a:t>
            </a:r>
            <a:br/>
            <a:r>
              <a:rPr/>
              <a:t>Mansarovar, Jaipur – 302020</a:t>
            </a:r>
          </a:p>
          <a:p>
            <a:pPr lvl="0" indent="-342900" marL="342900">
              <a:buAutoNum type="arabicPeriod"/>
            </a:pPr>
            <a:r>
              <a:rPr b="1"/>
              <a:t>Indian Oil, Ajmer Road</a:t>
            </a:r>
            <a:br/>
            <a:r>
              <a:rPr/>
              <a:t>Ajmer Road, Jaipur – 302006</a:t>
            </a:r>
          </a:p>
          <a:p>
            <a:pPr lvl="0" indent="-342900" marL="342900">
              <a:buAutoNum type="arabicPeriod"/>
            </a:pPr>
            <a:r>
              <a:rPr b="1"/>
              <a:t>BPCL, Bani Park</a:t>
            </a:r>
            <a:br/>
            <a:r>
              <a:rPr/>
              <a:t>Bani Park, Jaipur – 302016</a:t>
            </a:r>
          </a:p>
          <a:p>
            <a:pPr lvl="0" indent="-342900" marL="342900">
              <a:buAutoNum type="arabicPeriod"/>
            </a:pPr>
            <a:r>
              <a:rPr b="1"/>
              <a:t>HPCL, Sanganer</a:t>
            </a:r>
            <a:br/>
            <a:r>
              <a:rPr/>
              <a:t>Sanganer, Jaipur – 302029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 – Uttar Pradesh</a:t>
            </a:r>
          </a:p>
          <a:p>
            <a:pPr lvl="0" indent="-342900" marL="342900">
              <a:buAutoNum type="arabicPeriod"/>
            </a:pPr>
            <a:r>
              <a:rPr b="1"/>
              <a:t>Indian Oil, Hazratganj</a:t>
            </a:r>
            <a:br/>
            <a:r>
              <a:rPr/>
              <a:t>Hazratganj, Lucknow – 226001</a:t>
            </a:r>
          </a:p>
          <a:p>
            <a:pPr lvl="0" indent="-342900" marL="342900">
              <a:buAutoNum type="arabicPeriod"/>
            </a:pPr>
            <a:r>
              <a:rPr b="1"/>
              <a:t>HPCL, Gomti Nagar</a:t>
            </a:r>
            <a:br/>
            <a:r>
              <a:rPr/>
              <a:t>Gomti Nagar, Lucknow – 226010</a:t>
            </a:r>
          </a:p>
          <a:p>
            <a:pPr lvl="0" indent="-342900" marL="342900">
              <a:buAutoNum type="arabicPeriod"/>
            </a:pPr>
            <a:r>
              <a:rPr b="1"/>
              <a:t>BPCL, Alambagh</a:t>
            </a:r>
            <a:br/>
            <a:r>
              <a:rPr/>
              <a:t>Alambagh, Lucknow – 226005</a:t>
            </a:r>
          </a:p>
          <a:p>
            <a:pPr lvl="0" indent="-342900" marL="342900">
              <a:buAutoNum type="arabicPeriod"/>
            </a:pPr>
            <a:r>
              <a:rPr b="1"/>
              <a:t>Indian Oil, Indira Nagar</a:t>
            </a:r>
            <a:br/>
            <a:r>
              <a:rPr/>
              <a:t>Indira Nagar, Lucknow – 226016</a:t>
            </a:r>
          </a:p>
          <a:p>
            <a:pPr lvl="0" indent="-342900" marL="342900">
              <a:buAutoNum type="arabicPeriod"/>
            </a:pPr>
            <a:r>
              <a:rPr b="1"/>
              <a:t>HPCL, Charbagh</a:t>
            </a:r>
            <a:br/>
            <a:r>
              <a:rPr/>
              <a:t>Charbagh, Lucknow – 226004</a:t>
            </a:r>
          </a:p>
          <a:p>
            <a:pPr lvl="0" indent="-342900" marL="342900">
              <a:buAutoNum type="arabicPeriod"/>
            </a:pPr>
            <a:r>
              <a:rPr b="1"/>
              <a:t>BPCL, Chowk</a:t>
            </a:r>
            <a:br/>
            <a:r>
              <a:rPr/>
              <a:t>Chowk, Lucknow – 226003</a:t>
            </a:r>
          </a:p>
          <a:p>
            <a:pPr lvl="0" indent="-342900" marL="342900">
              <a:buAutoNum type="arabicPeriod"/>
            </a:pPr>
            <a:r>
              <a:rPr b="1"/>
              <a:t>HPCL, Mahanagar</a:t>
            </a:r>
            <a:br/>
            <a:r>
              <a:rPr/>
              <a:t>Mahanagar, Lucknow – 226006</a:t>
            </a:r>
          </a:p>
          <a:p>
            <a:pPr lvl="0" indent="-342900" marL="342900">
              <a:buAutoNum type="arabicPeriod"/>
            </a:pPr>
            <a:r>
              <a:rPr b="1"/>
              <a:t>Indian Oil, Jankipuram</a:t>
            </a:r>
            <a:br/>
            <a:r>
              <a:rPr/>
              <a:t>Jankipuram, Lucknow – 226021</a:t>
            </a:r>
          </a:p>
          <a:p>
            <a:pPr lvl="0" indent="-342900" marL="342900">
              <a:buAutoNum type="arabicPeriod"/>
            </a:pPr>
            <a:r>
              <a:rPr b="1"/>
              <a:t>BPCL, Rajajipuram</a:t>
            </a:r>
            <a:br/>
            <a:r>
              <a:rPr/>
              <a:t>Rajajipuram, Lucknow – 226017</a:t>
            </a:r>
          </a:p>
          <a:p>
            <a:pPr lvl="0" indent="-342900" marL="342900">
              <a:buAutoNum type="arabicPeriod"/>
            </a:pPr>
            <a:r>
              <a:rPr b="1"/>
              <a:t>HPCL, Aliganj</a:t>
            </a:r>
            <a:br/>
            <a:r>
              <a:rPr/>
              <a:t>Aliganj, Lucknow – 226024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 – Uttar Pradesh</a:t>
            </a:r>
          </a:p>
          <a:p>
            <a:pPr lvl="0" indent="-342900" marL="342900">
              <a:buAutoNum type="arabicPeriod"/>
            </a:pPr>
            <a:r>
              <a:rPr b="1"/>
              <a:t>Indian Oil, Swaroop Nagar</a:t>
            </a:r>
            <a:br/>
            <a:r>
              <a:rPr/>
              <a:t>Swaroop Nagar, Kanpur – 208002</a:t>
            </a:r>
          </a:p>
          <a:p>
            <a:pPr lvl="0" indent="-342900" marL="342900">
              <a:buAutoNum type="arabicPeriod"/>
            </a:pPr>
            <a:r>
              <a:rPr b="1"/>
              <a:t>HPCL, Mall Road</a:t>
            </a:r>
            <a:br/>
            <a:r>
              <a:rPr/>
              <a:t>Mall Road, Kanpur – 208001</a:t>
            </a:r>
          </a:p>
          <a:p>
            <a:pPr lvl="0" indent="-342900" marL="342900">
              <a:buAutoNum type="arabicPeriod"/>
            </a:pPr>
            <a:r>
              <a:rPr b="1"/>
              <a:t>BPCL, Kakadeo</a:t>
            </a:r>
            <a:br/>
            <a:r>
              <a:rPr/>
              <a:t>Kakadeo, Kanpur – 208025</a:t>
            </a:r>
          </a:p>
          <a:p>
            <a:pPr lvl="0" indent="-342900" marL="342900">
              <a:buAutoNum type="arabicPeriod"/>
            </a:pPr>
            <a:r>
              <a:rPr b="1"/>
              <a:t>Indian Oil, Govind Nagar</a:t>
            </a:r>
            <a:br/>
            <a:r>
              <a:rPr/>
              <a:t>Govind Nagar, Kanpur – 208006</a:t>
            </a:r>
          </a:p>
          <a:p>
            <a:pPr lvl="0" indent="-342900" marL="342900">
              <a:buAutoNum type="arabicPeriod"/>
            </a:pPr>
            <a:r>
              <a:rPr b="1"/>
              <a:t>HPCL, Civil Lines</a:t>
            </a:r>
            <a:br/>
            <a:r>
              <a:rPr/>
              <a:t>Civil Lines, Kanpur – 208001</a:t>
            </a:r>
          </a:p>
          <a:p>
            <a:pPr lvl="0" indent="-342900" marL="342900">
              <a:buAutoNum type="arabicPeriod"/>
            </a:pPr>
            <a:r>
              <a:rPr b="1"/>
              <a:t>BPCL, Shastri Nagar</a:t>
            </a:r>
            <a:br/>
            <a:r>
              <a:rPr/>
              <a:t>Shastri Nagar, Kanpur – 208005</a:t>
            </a:r>
          </a:p>
          <a:p>
            <a:pPr lvl="0" indent="-342900" marL="342900">
              <a:buAutoNum type="arabicPeriod"/>
            </a:pPr>
            <a:r>
              <a:rPr b="1"/>
              <a:t>HPCL, Kalyanpur</a:t>
            </a:r>
            <a:br/>
            <a:r>
              <a:rPr/>
              <a:t>Kalyanpur, Kanpur – 208017</a:t>
            </a:r>
          </a:p>
          <a:p>
            <a:pPr lvl="0" indent="-342900" marL="342900">
              <a:buAutoNum type="arabicPeriod"/>
            </a:pPr>
            <a:r>
              <a:rPr b="1"/>
              <a:t>Indian Oil, Panki</a:t>
            </a:r>
            <a:br/>
            <a:r>
              <a:rPr/>
              <a:t>Panki Road, Kanpur – 208020</a:t>
            </a:r>
          </a:p>
          <a:p>
            <a:pPr lvl="0" indent="-342900" marL="342900">
              <a:buAutoNum type="arabicPeriod"/>
            </a:pPr>
            <a:r>
              <a:rPr b="1"/>
              <a:t>BPCL, Barra</a:t>
            </a:r>
            <a:br/>
            <a:r>
              <a:rPr/>
              <a:t>Barra, Kanpur – 208027</a:t>
            </a:r>
          </a:p>
          <a:p>
            <a:pPr lvl="0" indent="-342900" marL="342900">
              <a:buAutoNum type="arabicPeriod"/>
            </a:pPr>
            <a:r>
              <a:rPr b="1"/>
              <a:t>HPCL, Lal Bangla</a:t>
            </a:r>
            <a:br/>
            <a:r>
              <a:rPr/>
              <a:t>Lal Bangla, Kanpur – 208007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 – Maharashtra</a:t>
            </a:r>
          </a:p>
          <a:p>
            <a:pPr lvl="0" indent="-342900" marL="342900">
              <a:buAutoNum type="arabicPeriod"/>
            </a:pPr>
            <a:r>
              <a:rPr b="1"/>
              <a:t>Indian Oil, Sadar</a:t>
            </a:r>
            <a:br/>
            <a:r>
              <a:rPr/>
              <a:t>Sadar, Nagpur – 440001</a:t>
            </a:r>
          </a:p>
          <a:p>
            <a:pPr lvl="0" indent="-342900" marL="342900">
              <a:buAutoNum type="arabicPeriod"/>
            </a:pPr>
            <a:r>
              <a:rPr b="1"/>
              <a:t>HPCL, Civil Lines</a:t>
            </a:r>
            <a:br/>
            <a:r>
              <a:rPr/>
              <a:t>Civil Lines, Nagpur – 440001</a:t>
            </a:r>
          </a:p>
          <a:p>
            <a:pPr lvl="0" indent="-342900" marL="342900">
              <a:buAutoNum type="arabicPeriod"/>
            </a:pPr>
            <a:r>
              <a:rPr b="1"/>
              <a:t>BPCL, Sitabuldi</a:t>
            </a:r>
            <a:br/>
            <a:r>
              <a:rPr/>
              <a:t>Sitabuldi, Nagpur – 440012</a:t>
            </a:r>
          </a:p>
          <a:p>
            <a:pPr lvl="0" indent="-342900" marL="342900">
              <a:buAutoNum type="arabicPeriod"/>
            </a:pPr>
            <a:r>
              <a:rPr b="1"/>
              <a:t>Indian Oil, Dharampeth</a:t>
            </a:r>
            <a:br/>
            <a:r>
              <a:rPr/>
              <a:t>Dharampeth, Nagpur – 440010</a:t>
            </a:r>
          </a:p>
          <a:p>
            <a:pPr lvl="0" indent="-342900" marL="342900">
              <a:buAutoNum type="arabicPeriod"/>
            </a:pPr>
            <a:r>
              <a:rPr b="1"/>
              <a:t>HPCL, Wardha Road</a:t>
            </a:r>
            <a:br/>
            <a:r>
              <a:rPr/>
              <a:t>Wardha Road, Nagpur – 440010</a:t>
            </a:r>
          </a:p>
          <a:p>
            <a:pPr lvl="0" indent="-342900" marL="342900">
              <a:buAutoNum type="arabicPeriod"/>
            </a:pPr>
            <a:r>
              <a:rPr b="1"/>
              <a:t>BPCL, Ganeshpeth</a:t>
            </a:r>
            <a:br/>
            <a:r>
              <a:rPr/>
              <a:t>Ganeshpeth, Nagpur – 440018</a:t>
            </a:r>
          </a:p>
          <a:p>
            <a:pPr lvl="0" indent="-342900" marL="342900">
              <a:buAutoNum type="arabicPeriod"/>
            </a:pPr>
            <a:r>
              <a:rPr b="1"/>
              <a:t>HPCL, Pratap Nagar</a:t>
            </a:r>
            <a:br/>
            <a:r>
              <a:rPr/>
              <a:t>Pratap Nagar, Nagpur – 440022</a:t>
            </a:r>
          </a:p>
          <a:p>
            <a:pPr lvl="0" indent="-342900" marL="342900">
              <a:buAutoNum type="arabicPeriod"/>
            </a:pPr>
            <a:r>
              <a:rPr b="1"/>
              <a:t>Indian Oil, Hingna Road</a:t>
            </a:r>
            <a:br/>
            <a:r>
              <a:rPr/>
              <a:t>Hingna Road, Nagpur – 440016</a:t>
            </a:r>
          </a:p>
          <a:p>
            <a:pPr lvl="0" indent="-342900" marL="342900">
              <a:buAutoNum type="arabicPeriod"/>
            </a:pPr>
            <a:r>
              <a:rPr b="1"/>
              <a:t>BPCL, Manish Nagar</a:t>
            </a:r>
            <a:br/>
            <a:r>
              <a:rPr/>
              <a:t>Manish Nagar, Nagpur – 440015</a:t>
            </a:r>
          </a:p>
          <a:p>
            <a:pPr lvl="0" indent="-342900" marL="342900">
              <a:buAutoNum type="arabicPeriod"/>
            </a:pPr>
            <a:r>
              <a:rPr b="1"/>
              <a:t>HPCL, Itwari</a:t>
            </a:r>
            <a:br/>
            <a:r>
              <a:rPr/>
              <a:t>Itwari Road, Nagpur – 440002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 – Madhya Pradesh</a:t>
            </a:r>
          </a:p>
          <a:p>
            <a:pPr lvl="0" indent="-342900" marL="342900">
              <a:buAutoNum type="arabicPeriod"/>
            </a:pPr>
            <a:r>
              <a:rPr b="1"/>
              <a:t>Indian Oil, AB Road</a:t>
            </a:r>
            <a:br/>
            <a:r>
              <a:rPr/>
              <a:t>AB Road, Indore – 452001</a:t>
            </a:r>
          </a:p>
          <a:p>
            <a:pPr lvl="0" indent="-342900" marL="342900">
              <a:buAutoNum type="arabicPeriod"/>
            </a:pPr>
            <a:r>
              <a:rPr b="1"/>
              <a:t>HPCL, Vijay Nagar</a:t>
            </a:r>
            <a:br/>
            <a:r>
              <a:rPr/>
              <a:t>Vijay Nagar, Indore – 452010</a:t>
            </a:r>
          </a:p>
          <a:p>
            <a:pPr lvl="0" indent="-342900" marL="342900">
              <a:buAutoNum type="arabicPeriod"/>
            </a:pPr>
            <a:r>
              <a:rPr b="1"/>
              <a:t>BPCL, Palasia</a:t>
            </a:r>
            <a:br/>
            <a:r>
              <a:rPr/>
              <a:t>Palasia Square, Indore – 452001</a:t>
            </a:r>
          </a:p>
          <a:p>
            <a:pPr lvl="0" indent="-342900" marL="342900">
              <a:buAutoNum type="arabicPeriod"/>
            </a:pPr>
            <a:r>
              <a:rPr b="1"/>
              <a:t>Indian Oil, Rajendra Nagar</a:t>
            </a:r>
            <a:br/>
            <a:r>
              <a:rPr/>
              <a:t>Rajendra Nagar, Indore – 452012</a:t>
            </a:r>
          </a:p>
          <a:p>
            <a:pPr lvl="0" indent="-342900" marL="342900">
              <a:buAutoNum type="arabicPeriod"/>
            </a:pPr>
            <a:r>
              <a:rPr b="1"/>
              <a:t>HPCL, MG Road</a:t>
            </a:r>
            <a:br/>
            <a:r>
              <a:rPr/>
              <a:t>MG Road, Indore – 452007</a:t>
            </a:r>
          </a:p>
          <a:p>
            <a:pPr lvl="0" indent="-342900" marL="342900">
              <a:buAutoNum type="arabicPeriod"/>
            </a:pPr>
            <a:r>
              <a:rPr b="1"/>
              <a:t>BPCL, Sapna Sangeeta</a:t>
            </a:r>
            <a:br/>
            <a:r>
              <a:rPr/>
              <a:t>Sapna Sangeeta Road, Indore – 452001</a:t>
            </a:r>
          </a:p>
          <a:p>
            <a:pPr lvl="0" indent="-342900" marL="342900">
              <a:buAutoNum type="arabicPeriod"/>
            </a:pPr>
            <a:r>
              <a:rPr b="1"/>
              <a:t>HPCL, Ring Road</a:t>
            </a:r>
            <a:br/>
            <a:r>
              <a:rPr/>
              <a:t>Ring Road, Indore – 452010</a:t>
            </a:r>
          </a:p>
          <a:p>
            <a:pPr lvl="0" indent="-342900" marL="342900">
              <a:buAutoNum type="arabicPeriod"/>
            </a:pPr>
            <a:r>
              <a:rPr b="1"/>
              <a:t>Indian Oil, Annapurna</a:t>
            </a:r>
            <a:br/>
            <a:r>
              <a:rPr/>
              <a:t>Annapurna Road, Indore – 452009</a:t>
            </a:r>
          </a:p>
          <a:p>
            <a:pPr lvl="0" indent="-342900" marL="342900">
              <a:buAutoNum type="arabicPeriod"/>
            </a:pPr>
            <a:r>
              <a:rPr b="1"/>
              <a:t>BPCL, Sudama Nagar</a:t>
            </a:r>
            <a:br/>
            <a:r>
              <a:rPr/>
              <a:t>Sudama Nagar, Indore – 452009</a:t>
            </a:r>
          </a:p>
          <a:p>
            <a:pPr lvl="0" indent="-342900" marL="342900">
              <a:buAutoNum type="arabicPeriod"/>
            </a:pPr>
            <a:r>
              <a:rPr b="1"/>
              <a:t>HPCL, Khajrana</a:t>
            </a:r>
            <a:br/>
            <a:r>
              <a:rPr/>
              <a:t>Khajrana Road, Indore – 452016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 – Madhya Pradesh</a:t>
            </a:r>
          </a:p>
          <a:p>
            <a:pPr lvl="0" indent="-342900" marL="342900">
              <a:buAutoNum type="arabicPeriod"/>
            </a:pPr>
            <a:r>
              <a:rPr b="1"/>
              <a:t>Indian Oil, MP Nagar</a:t>
            </a:r>
            <a:br/>
            <a:r>
              <a:rPr/>
              <a:t>MP Nagar, Zone I, Bhopal – 462011</a:t>
            </a:r>
          </a:p>
          <a:p>
            <a:pPr lvl="0" indent="-342900" marL="342900">
              <a:buAutoNum type="arabicPeriod"/>
            </a:pPr>
            <a:r>
              <a:rPr b="1"/>
              <a:t>HPCL, Arera Colony</a:t>
            </a:r>
            <a:br/>
            <a:r>
              <a:rPr/>
              <a:t>Arera Colony, Bhopal – 462016</a:t>
            </a:r>
          </a:p>
          <a:p>
            <a:pPr lvl="0" indent="-342900" marL="342900">
              <a:buAutoNum type="arabicPeriod"/>
            </a:pPr>
            <a:r>
              <a:rPr b="1"/>
              <a:t>BPCL, New Market</a:t>
            </a:r>
            <a:br/>
            <a:r>
              <a:rPr/>
              <a:t>New Market, Bhopal – 462003</a:t>
            </a:r>
          </a:p>
          <a:p>
            <a:pPr lvl="0" indent="-342900" marL="342900">
              <a:buAutoNum type="arabicPeriod"/>
            </a:pPr>
            <a:r>
              <a:rPr b="1"/>
              <a:t>Indian Oil, Govindpura</a:t>
            </a:r>
            <a:br/>
            <a:r>
              <a:rPr/>
              <a:t>Govindpura, Bhopal – 462023</a:t>
            </a:r>
          </a:p>
          <a:p>
            <a:pPr lvl="0" indent="-342900" marL="342900">
              <a:buAutoNum type="arabicPeriod"/>
            </a:pPr>
            <a:r>
              <a:rPr b="1"/>
              <a:t>HPCL, Hoshangabad Road</a:t>
            </a:r>
            <a:br/>
            <a:r>
              <a:rPr/>
              <a:t>Hoshangabad Road, Bhopal – 462026</a:t>
            </a:r>
          </a:p>
          <a:p>
            <a:pPr lvl="0" indent="-342900" marL="342900">
              <a:buAutoNum type="arabicPeriod"/>
            </a:pPr>
            <a:r>
              <a:rPr b="1"/>
              <a:t>BPCL, Bittan Market</a:t>
            </a:r>
            <a:br/>
            <a:r>
              <a:rPr/>
              <a:t>Bittan Market, Bhopal – 462003</a:t>
            </a:r>
          </a:p>
          <a:p>
            <a:pPr lvl="0" indent="-342900" marL="342900">
              <a:buAutoNum type="arabicPeriod"/>
            </a:pPr>
            <a:r>
              <a:rPr b="1"/>
              <a:t>HPCL, Kolar Road</a:t>
            </a:r>
            <a:br/>
            <a:r>
              <a:rPr/>
              <a:t>Kolar Road, Bhopal – 462042</a:t>
            </a:r>
          </a:p>
          <a:p>
            <a:pPr lvl="0" indent="-342900" marL="342900">
              <a:buAutoNum type="arabicPeriod"/>
            </a:pPr>
            <a:r>
              <a:rPr b="1"/>
              <a:t>Indian Oil, TT Nagar</a:t>
            </a:r>
            <a:br/>
            <a:r>
              <a:rPr/>
              <a:t>TT Nagar, Bhopal – 462003</a:t>
            </a:r>
          </a:p>
          <a:p>
            <a:pPr lvl="0" indent="-342900" marL="342900">
              <a:buAutoNum type="arabicPeriod"/>
            </a:pPr>
            <a:r>
              <a:rPr b="1"/>
              <a:t>BPCL, Saket Nagar</a:t>
            </a:r>
            <a:br/>
            <a:r>
              <a:rPr/>
              <a:t>Saket Nagar, Bhopal – 462024</a:t>
            </a:r>
          </a:p>
          <a:p>
            <a:pPr lvl="0" indent="-342900" marL="342900">
              <a:buAutoNum type="arabicPeriod"/>
            </a:pPr>
            <a:r>
              <a:rPr b="1"/>
              <a:t>HPCL, Lalghati</a:t>
            </a:r>
            <a:br/>
            <a:r>
              <a:rPr/>
              <a:t>Lalghati, Bhopal – 462030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 indent="-342900" marL="342900">
              <a:buAutoNum type="arabicPeriod"/>
            </a:pPr>
            <a:r>
              <a:rPr b="1"/>
              <a:t>Indian Oil, RK Beach Road</a:t>
            </a:r>
            <a:br/>
            <a:r>
              <a:rPr/>
              <a:t>RK Beach Road, Visakhapatnam – 530003</a:t>
            </a:r>
          </a:p>
          <a:p>
            <a:pPr lvl="0" indent="-342900" marL="342900">
              <a:buAutoNum type="arabicPeriod"/>
            </a:pPr>
            <a:r>
              <a:rPr b="1"/>
              <a:t>HPCL, MVP Colony</a:t>
            </a:r>
            <a:br/>
            <a:r>
              <a:rPr/>
              <a:t>MVP Double Road, MVP Colony, Visakhapatnam – 530017</a:t>
            </a:r>
          </a:p>
          <a:p>
            <a:pPr lvl="0" indent="-342900" marL="342900">
              <a:buAutoNum type="arabicPeriod"/>
            </a:pPr>
            <a:r>
              <a:rPr b="1"/>
              <a:t>BPCL, Dwaraka Nagar</a:t>
            </a:r>
            <a:br/>
            <a:r>
              <a:rPr/>
              <a:t>Dwaraka Nagar, Visakhapatnam – 530016</a:t>
            </a:r>
          </a:p>
          <a:p>
            <a:pPr lvl="0" indent="-342900" marL="342900">
              <a:buAutoNum type="arabicPeriod"/>
            </a:pPr>
            <a:r>
              <a:rPr b="1"/>
              <a:t>Indian Oil, Gajuwaka</a:t>
            </a:r>
            <a:br/>
            <a:r>
              <a:rPr/>
              <a:t>Gajuwaka Main Road, Visakhapatnam – 530026</a:t>
            </a:r>
          </a:p>
          <a:p>
            <a:pPr lvl="0" indent="-342900" marL="342900">
              <a:buAutoNum type="arabicPeriod"/>
            </a:pPr>
            <a:r>
              <a:rPr b="1"/>
              <a:t>HPCL, NAD Junction</a:t>
            </a:r>
            <a:br/>
            <a:r>
              <a:rPr/>
              <a:t>NAD X Road, Visakhapatnam – 530009</a:t>
            </a:r>
          </a:p>
          <a:p>
            <a:pPr lvl="0" indent="-342900" marL="342900">
              <a:buAutoNum type="arabicPeriod"/>
            </a:pPr>
            <a:r>
              <a:rPr b="1"/>
              <a:t>BPCL, Siripuram</a:t>
            </a:r>
            <a:br/>
            <a:r>
              <a:rPr/>
              <a:t>Siripuram Junction, Visakhapatnam – 530003</a:t>
            </a:r>
          </a:p>
          <a:p>
            <a:pPr lvl="0" indent="-342900" marL="342900">
              <a:buAutoNum type="arabicPeriod"/>
            </a:pPr>
            <a:r>
              <a:rPr b="1"/>
              <a:t>HPCL, Maddilapalem</a:t>
            </a:r>
            <a:br/>
            <a:r>
              <a:rPr/>
              <a:t>Maddilapalem, Visakhapatnam – 530013</a:t>
            </a:r>
          </a:p>
          <a:p>
            <a:pPr lvl="0" indent="-342900" marL="342900">
              <a:buAutoNum type="arabicPeriod"/>
            </a:pPr>
            <a:r>
              <a:rPr b="1"/>
              <a:t>Indian Oil, Seethammadara</a:t>
            </a:r>
            <a:br/>
            <a:r>
              <a:rPr/>
              <a:t>Seethammadara, Visakhapatnam – 530013</a:t>
            </a:r>
          </a:p>
          <a:p>
            <a:pPr lvl="0" indent="-342900" marL="342900">
              <a:buAutoNum type="arabicPeriod"/>
            </a:pPr>
            <a:r>
              <a:rPr b="1"/>
              <a:t>BPCL, Gopalapatnam</a:t>
            </a:r>
            <a:br/>
            <a:r>
              <a:rPr/>
              <a:t>Gopalapatnam, Visakhapatnam – 530027</a:t>
            </a:r>
          </a:p>
          <a:p>
            <a:pPr lvl="0" indent="-342900" marL="342900">
              <a:buAutoNum type="arabicPeriod"/>
            </a:pPr>
            <a:r>
              <a:rPr b="1"/>
              <a:t>HPCL, Pendurthi</a:t>
            </a:r>
            <a:br/>
            <a:r>
              <a:rPr/>
              <a:t>Pendurthi Main Road, Visakhapatnam – 531173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 – Bihar</a:t>
            </a:r>
          </a:p>
          <a:p>
            <a:pPr lvl="0" indent="-342900" marL="342900">
              <a:buAutoNum type="arabicPeriod"/>
            </a:pPr>
            <a:r>
              <a:rPr b="1"/>
              <a:t>Indian Oil, Boring Road</a:t>
            </a:r>
            <a:br/>
            <a:r>
              <a:rPr/>
              <a:t>Boring Road, Patna – 800001</a:t>
            </a:r>
          </a:p>
          <a:p>
            <a:pPr lvl="0" indent="-342900" marL="342900">
              <a:buAutoNum type="arabicPeriod"/>
            </a:pPr>
            <a:r>
              <a:rPr b="1"/>
              <a:t>HPCL, Frazer Road</a:t>
            </a:r>
            <a:br/>
            <a:r>
              <a:rPr/>
              <a:t>Frazer Road, Patna – 800001</a:t>
            </a:r>
          </a:p>
          <a:p>
            <a:pPr lvl="0" indent="-342900" marL="342900">
              <a:buAutoNum type="arabicPeriod"/>
            </a:pPr>
            <a:r>
              <a:rPr b="1"/>
              <a:t>BPCL, Bailey Road</a:t>
            </a:r>
            <a:br/>
            <a:r>
              <a:rPr/>
              <a:t>Bailey Road, Patna – 800014</a:t>
            </a:r>
          </a:p>
          <a:p>
            <a:pPr lvl="0" indent="-342900" marL="342900">
              <a:buAutoNum type="arabicPeriod"/>
            </a:pPr>
            <a:r>
              <a:rPr b="1"/>
              <a:t>Indian Oil, Patliputra</a:t>
            </a:r>
            <a:br/>
            <a:r>
              <a:rPr/>
              <a:t>Patliputra Colony, Patna – 800013</a:t>
            </a:r>
          </a:p>
          <a:p>
            <a:pPr lvl="0" indent="-342900" marL="342900">
              <a:buAutoNum type="arabicPeriod"/>
            </a:pPr>
            <a:r>
              <a:rPr b="1"/>
              <a:t>HPCL, Kankarbagh</a:t>
            </a:r>
            <a:br/>
            <a:r>
              <a:rPr/>
              <a:t>Kankarbagh Main Road, Patna – 800020</a:t>
            </a:r>
          </a:p>
          <a:p>
            <a:pPr lvl="0" indent="-342900" marL="342900">
              <a:buAutoNum type="arabicPeriod"/>
            </a:pPr>
            <a:r>
              <a:rPr b="1"/>
              <a:t>BPCL, Rajendra Nagar</a:t>
            </a:r>
            <a:br/>
            <a:r>
              <a:rPr/>
              <a:t>Rajendra Nagar, Patna – 800016</a:t>
            </a:r>
          </a:p>
          <a:p>
            <a:pPr lvl="0" indent="-342900" marL="342900">
              <a:buAutoNum type="arabicPeriod"/>
            </a:pPr>
            <a:r>
              <a:rPr b="1"/>
              <a:t>HPCL, Exhibition Road</a:t>
            </a:r>
            <a:br/>
            <a:r>
              <a:rPr/>
              <a:t>Exhibition Road, Patna – 800001</a:t>
            </a:r>
          </a:p>
          <a:p>
            <a:pPr lvl="0" indent="-342900" marL="342900">
              <a:buAutoNum type="arabicPeriod"/>
            </a:pPr>
            <a:r>
              <a:rPr b="1"/>
              <a:t>Indian Oil, Danapur</a:t>
            </a:r>
            <a:br/>
            <a:r>
              <a:rPr/>
              <a:t>Danapur Cantt, Patna – 801503</a:t>
            </a:r>
          </a:p>
          <a:p>
            <a:pPr lvl="0" indent="-342900" marL="342900">
              <a:buAutoNum type="arabicPeriod"/>
            </a:pPr>
            <a:r>
              <a:rPr b="1"/>
              <a:t>BPCL, Saguna More</a:t>
            </a:r>
            <a:br/>
            <a:r>
              <a:rPr/>
              <a:t>Saguna More, Danapur Road, Patna – 801503</a:t>
            </a:r>
          </a:p>
          <a:p>
            <a:pPr lvl="0" indent="-342900" marL="342900">
              <a:buAutoNum type="arabicPeriod"/>
            </a:pPr>
            <a:r>
              <a:rPr b="1"/>
              <a:t>HPCL, Ashiana Digha Road</a:t>
            </a:r>
            <a:br/>
            <a:r>
              <a:rPr/>
              <a:t>Ashiana More, Digha Road, Patna – 800025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 – Gujarat</a:t>
            </a:r>
          </a:p>
          <a:p>
            <a:pPr lvl="0" indent="-342900" marL="342900">
              <a:buAutoNum type="arabicPeriod"/>
            </a:pPr>
            <a:r>
              <a:rPr b="1"/>
              <a:t>Indian Oil, Alkapuri</a:t>
            </a:r>
            <a:br/>
            <a:r>
              <a:rPr/>
              <a:t>Alkapuri, Vadodara – 390007</a:t>
            </a:r>
          </a:p>
          <a:p>
            <a:pPr lvl="0" indent="-342900" marL="342900">
              <a:buAutoNum type="arabicPeriod"/>
            </a:pPr>
            <a:r>
              <a:rPr b="1"/>
              <a:t>HPCL, Fatehgunj</a:t>
            </a:r>
            <a:br/>
            <a:r>
              <a:rPr/>
              <a:t>Fatehgunj, Vadodara – 390002</a:t>
            </a:r>
          </a:p>
          <a:p>
            <a:pPr lvl="0" indent="-342900" marL="342900">
              <a:buAutoNum type="arabicPeriod"/>
            </a:pPr>
            <a:r>
              <a:rPr b="1"/>
              <a:t>BPCL, Akota</a:t>
            </a:r>
            <a:br/>
            <a:r>
              <a:rPr/>
              <a:t>Akota Stadium Road, Vadodara – 390020</a:t>
            </a:r>
          </a:p>
          <a:p>
            <a:pPr lvl="0" indent="-342900" marL="342900">
              <a:buAutoNum type="arabicPeriod"/>
            </a:pPr>
            <a:r>
              <a:rPr b="1"/>
              <a:t>Indian Oil, Gorwa</a:t>
            </a:r>
            <a:br/>
            <a:r>
              <a:rPr/>
              <a:t>Gorwa, Vadodara – 390016</a:t>
            </a:r>
          </a:p>
          <a:p>
            <a:pPr lvl="0" indent="-342900" marL="342900">
              <a:buAutoNum type="arabicPeriod"/>
            </a:pPr>
            <a:r>
              <a:rPr b="1"/>
              <a:t>HPCL, Sayajigunj</a:t>
            </a:r>
            <a:br/>
            <a:r>
              <a:rPr/>
              <a:t>Sayajigunj, Vadodara – 390005</a:t>
            </a:r>
          </a:p>
          <a:p>
            <a:pPr lvl="0" indent="-342900" marL="342900">
              <a:buAutoNum type="arabicPeriod"/>
            </a:pPr>
            <a:r>
              <a:rPr b="1"/>
              <a:t>BPCL, Manjalpur</a:t>
            </a:r>
            <a:br/>
            <a:r>
              <a:rPr/>
              <a:t>Old Padra Road, Manjalpur, Vadodara – 390011</a:t>
            </a:r>
          </a:p>
          <a:p>
            <a:pPr lvl="0" indent="-342900" marL="342900">
              <a:buAutoNum type="arabicPeriod"/>
            </a:pPr>
            <a:r>
              <a:rPr b="1"/>
              <a:t>HPCL, Karelibaug</a:t>
            </a:r>
            <a:br/>
            <a:r>
              <a:rPr/>
              <a:t>Karelibaug, Vadodara – 390018</a:t>
            </a:r>
          </a:p>
          <a:p>
            <a:pPr lvl="0" indent="-342900" marL="342900">
              <a:buAutoNum type="arabicPeriod"/>
            </a:pPr>
            <a:r>
              <a:rPr b="1"/>
              <a:t>Indian Oil, Gotri</a:t>
            </a:r>
            <a:br/>
            <a:r>
              <a:rPr/>
              <a:t>Gotri Road, Vadodara – 390021</a:t>
            </a:r>
          </a:p>
          <a:p>
            <a:pPr lvl="0" indent="-342900" marL="342900">
              <a:buAutoNum type="arabicPeriod"/>
            </a:pPr>
            <a:r>
              <a:rPr b="1"/>
              <a:t>BPCL, Harni Road</a:t>
            </a:r>
            <a:br/>
            <a:r>
              <a:rPr/>
              <a:t>Harni Road, Vadodara – 390022</a:t>
            </a:r>
          </a:p>
          <a:p>
            <a:pPr lvl="0" indent="-342900" marL="342900">
              <a:buAutoNum type="arabicPeriod"/>
            </a:pPr>
            <a:r>
              <a:rPr b="1"/>
              <a:t>HPCL, Makarpura</a:t>
            </a:r>
            <a:br/>
            <a:r>
              <a:rPr/>
              <a:t>Makarpura Road, Vadodara – 390014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 – Punjab</a:t>
            </a:r>
          </a:p>
          <a:p>
            <a:pPr lvl="0" indent="-342900" marL="342900">
              <a:buAutoNum type="arabicPeriod"/>
            </a:pPr>
            <a:r>
              <a:rPr b="1"/>
              <a:t>Indian Oil, Ferozepur Road</a:t>
            </a:r>
            <a:br/>
            <a:r>
              <a:rPr/>
              <a:t>Ferozepur Road, Ludhiana – 141001</a:t>
            </a:r>
          </a:p>
          <a:p>
            <a:pPr lvl="0" indent="-342900" marL="342900">
              <a:buAutoNum type="arabicPeriod"/>
            </a:pPr>
            <a:r>
              <a:rPr b="1"/>
              <a:t>HPCL, Model Town</a:t>
            </a:r>
            <a:br/>
            <a:r>
              <a:rPr/>
              <a:t>Model Town Extension, Ludhiana – 141002</a:t>
            </a:r>
          </a:p>
          <a:p>
            <a:pPr lvl="0" indent="-342900" marL="342900">
              <a:buAutoNum type="arabicPeriod"/>
            </a:pPr>
            <a:r>
              <a:rPr b="1"/>
              <a:t>BPCL, Sarabha Nagar</a:t>
            </a:r>
            <a:br/>
            <a:r>
              <a:rPr/>
              <a:t>Sarabha Nagar, Ludhiana – 141001</a:t>
            </a:r>
          </a:p>
          <a:p>
            <a:pPr lvl="0" indent="-342900" marL="342900">
              <a:buAutoNum type="arabicPeriod"/>
            </a:pPr>
            <a:r>
              <a:rPr b="1"/>
              <a:t>Indian Oil, Gill Road</a:t>
            </a:r>
            <a:br/>
            <a:r>
              <a:rPr/>
              <a:t>Gill Road, Ludhiana – 141003</a:t>
            </a:r>
          </a:p>
          <a:p>
            <a:pPr lvl="0" indent="-342900" marL="342900">
              <a:buAutoNum type="arabicPeriod"/>
            </a:pPr>
            <a:r>
              <a:rPr b="1"/>
              <a:t>HPCL, Dugri</a:t>
            </a:r>
            <a:br/>
            <a:r>
              <a:rPr/>
              <a:t>Dugri Road, Ludhiana – 141002</a:t>
            </a:r>
          </a:p>
          <a:p>
            <a:pPr lvl="0" indent="-342900" marL="342900">
              <a:buAutoNum type="arabicPeriod"/>
            </a:pPr>
            <a:r>
              <a:rPr b="1"/>
              <a:t>BPCL, Jagraon Bridge</a:t>
            </a:r>
            <a:br/>
            <a:r>
              <a:rPr/>
              <a:t>Jagraon Bridge, Ludhiana – 141008</a:t>
            </a:r>
          </a:p>
          <a:p>
            <a:pPr lvl="0" indent="-342900" marL="342900">
              <a:buAutoNum type="arabicPeriod"/>
            </a:pPr>
            <a:r>
              <a:rPr b="1"/>
              <a:t>HPCL, Pakhowal Road</a:t>
            </a:r>
            <a:br/>
            <a:r>
              <a:rPr/>
              <a:t>Pakhowal Road, Ludhiana – 141001</a:t>
            </a:r>
          </a:p>
          <a:p>
            <a:pPr lvl="0" indent="-342900" marL="342900">
              <a:buAutoNum type="arabicPeriod"/>
            </a:pPr>
            <a:r>
              <a:rPr b="1"/>
              <a:t>Indian Oil, Shimlapuri</a:t>
            </a:r>
            <a:br/>
            <a:r>
              <a:rPr/>
              <a:t>Shimlapuri, Ludhiana – 141003</a:t>
            </a:r>
          </a:p>
          <a:p>
            <a:pPr lvl="0" indent="-342900" marL="342900">
              <a:buAutoNum type="arabicPeriod"/>
            </a:pPr>
            <a:r>
              <a:rPr b="1"/>
              <a:t>BPCL, Old GT Road</a:t>
            </a:r>
            <a:br/>
            <a:r>
              <a:rPr/>
              <a:t>Old GT Road, Ludhiana – 141007</a:t>
            </a:r>
          </a:p>
          <a:p>
            <a:pPr lvl="0" indent="-342900" marL="342900">
              <a:buAutoNum type="arabicPeriod"/>
            </a:pPr>
            <a:r>
              <a:rPr b="1"/>
              <a:t>HPCL, Clock Tower</a:t>
            </a:r>
            <a:br/>
            <a:r>
              <a:rPr/>
              <a:t>Clock Tower, Ludhiana – 141008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 – Tamil Nadu</a:t>
            </a:r>
          </a:p>
          <a:p>
            <a:pPr lvl="0" indent="-342900" marL="342900">
              <a:buAutoNum type="arabicPeriod"/>
            </a:pPr>
            <a:r>
              <a:rPr b="1"/>
              <a:t>Indian Oil, Gandhipuram</a:t>
            </a:r>
            <a:br/>
            <a:r>
              <a:rPr/>
              <a:t>Dr. Nanjappa Road, Gandhipuram, Coimbatore – 641018</a:t>
            </a:r>
          </a:p>
          <a:p>
            <a:pPr lvl="0" indent="-342900" marL="342900">
              <a:buAutoNum type="arabicPeriod"/>
            </a:pPr>
            <a:r>
              <a:rPr b="1"/>
              <a:t>HPCL, RS Puram</a:t>
            </a:r>
            <a:br/>
            <a:r>
              <a:rPr/>
              <a:t>DB Road, RS Puram, Coimbatore – 641002</a:t>
            </a:r>
          </a:p>
          <a:p>
            <a:pPr lvl="0" indent="-342900" marL="342900">
              <a:buAutoNum type="arabicPeriod"/>
            </a:pPr>
            <a:r>
              <a:rPr b="1"/>
              <a:t>BPCL, Avinashi Road</a:t>
            </a:r>
            <a:br/>
            <a:r>
              <a:rPr/>
              <a:t>Avinashi Road, Coimbatore – 641037</a:t>
            </a:r>
          </a:p>
          <a:p>
            <a:pPr lvl="0" indent="-342900" marL="342900">
              <a:buAutoNum type="arabicPeriod"/>
            </a:pPr>
            <a:r>
              <a:rPr b="1"/>
              <a:t>Indian Oil, Peelamedu</a:t>
            </a:r>
            <a:br/>
            <a:r>
              <a:rPr/>
              <a:t>Avinashi Road, Peelamedu, Coimbatore – 641004</a:t>
            </a:r>
          </a:p>
          <a:p>
            <a:pPr lvl="0" indent="-342900" marL="342900">
              <a:buAutoNum type="arabicPeriod"/>
            </a:pPr>
            <a:r>
              <a:rPr b="1"/>
              <a:t>HPCL, Saibaba Colony</a:t>
            </a:r>
            <a:br/>
            <a:r>
              <a:rPr/>
              <a:t>Mettupalayam Road, Saibaba Colony, Coimbatore – 641011</a:t>
            </a:r>
          </a:p>
          <a:p>
            <a:pPr lvl="0" indent="-342900" marL="342900">
              <a:buAutoNum type="arabicPeriod"/>
            </a:pPr>
            <a:r>
              <a:rPr b="1"/>
              <a:t>BPCL, Selvapuram</a:t>
            </a:r>
            <a:br/>
            <a:r>
              <a:rPr/>
              <a:t>Selvapuram, Coimbatore – 641026</a:t>
            </a:r>
          </a:p>
          <a:p>
            <a:pPr lvl="0" indent="-342900" marL="342900">
              <a:buAutoNum type="arabicPeriod"/>
            </a:pPr>
            <a:r>
              <a:rPr b="1"/>
              <a:t>HPCL, Vadavalli</a:t>
            </a:r>
            <a:br/>
            <a:r>
              <a:rPr/>
              <a:t>Vadavalli, Coimbatore – 641041</a:t>
            </a:r>
          </a:p>
          <a:p>
            <a:pPr lvl="0" indent="-342900" marL="342900">
              <a:buAutoNum type="arabicPeriod"/>
            </a:pPr>
            <a:r>
              <a:rPr b="1"/>
              <a:t>Indian Oil, Ukkadam</a:t>
            </a:r>
            <a:br/>
            <a:r>
              <a:rPr/>
              <a:t>Ukkadam, Coimbatore – 641001</a:t>
            </a:r>
          </a:p>
          <a:p>
            <a:pPr lvl="0" indent="-342900" marL="342900">
              <a:buAutoNum type="arabicPeriod"/>
            </a:pPr>
            <a:r>
              <a:rPr b="1"/>
              <a:t>BPCL, Singanallur</a:t>
            </a:r>
            <a:br/>
            <a:r>
              <a:rPr/>
              <a:t>Trichy Road, Singanallur, Coimbatore – 641005</a:t>
            </a:r>
          </a:p>
          <a:p>
            <a:pPr lvl="0" indent="-342900" marL="342900">
              <a:buAutoNum type="arabicPeriod"/>
            </a:pPr>
            <a:r>
              <a:rPr b="1"/>
              <a:t>HPCL, Ganapathy</a:t>
            </a:r>
            <a:br/>
            <a:r>
              <a:rPr/>
              <a:t>Sathy Road, Ganapathy, Coimbatore – 641006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Data is for reference purposes only. For real-time updates, use ZX Bank Asia Mobile App or visit </a:t>
            </a:r>
            <a:r>
              <a:rPr i="1">
                <a:hlinkClick r:id="rId2"/>
              </a:rPr>
              <a:t>www.zxbank.asia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2025-07-30T07:52:14Z</dcterms:created>
  <dcterms:modified xsi:type="dcterms:W3CDTF">2025-07-30T07:52:14Z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