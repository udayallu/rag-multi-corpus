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://www.zxbank.asia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ZX Bank – Bangladesh ATM Locations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provides convenient banking access across Bangladesh through its growing ATM network. Below is a list of our ATM locations and addresses: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Address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Dhaka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Plot 12, Gulshan Avenue, Gulshan-2, Dhaka-1212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Dhaka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101 Motijheel Commercial Area, Dhaka-1000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Chattogram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33 Agrabad C/A, Chattogram-4100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Sylhet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 Zindabazar, Sylhet-3100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Khulna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55 Upper Jessore Road, Khulna-9100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Rajshahi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 Boalia, Rajshahi-6000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Barisal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21 Sadar Road, Barisal-8200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Rangpur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40 Station Road, Rangpur-5400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Mymensingh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73 Kachijhuli, Mymensingh-2200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Cumilla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92 Kandirpar, Cumilla-3500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Narayanganj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 Tanbazar, Narayanganj-1400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Gazipur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65 Joydebpur, Gazipur-1700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Bogura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 Sherpur Road, Bogura-5800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Jessore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 Monihar More, Jessore-7400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Savar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44 Thana Road, Savar, Dhaka-1340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Sirajganj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77 Station Road, Sirajganj-6700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Tangail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 Pouroshova Road, Tangail-1900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Pabna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29 Hazi Ahmed Road, Pabna-6600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Need Help?</a:t>
            </a:r>
            <a:r>
              <a:rPr sz="2000"/>
              <a:t> Locate your nearest ATM with the ZX Bank Asia App or visit </a:t>
            </a:r>
            <a:r>
              <a:rPr sz="2000">
                <a:hlinkClick r:id="rId2"/>
              </a:rPr>
              <a:t>www.zxbank.asia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For 24/7 support:</a:t>
            </a:r>
            <a:br/>
            <a:r>
              <a:rPr/>
              <a:t>📞 Bangladesh Helpline: 16236</a:t>
            </a:r>
            <a:br/>
            <a:r>
              <a:rPr/>
              <a:t>✉️ Email: support.bd@zxbank.asia</a:t>
            </a:r>
          </a:p>
          <a:p>
            <a:pPr lvl="0" indent="0" marL="0">
              <a:buNone/>
            </a:pPr>
            <a:r>
              <a:rPr i="1"/>
              <a:t>Last updated: June 2024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2025-07-30T07:49:11Z</dcterms:created>
  <dcterms:modified xsi:type="dcterms:W3CDTF">2025-07-30T07:49:11Z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