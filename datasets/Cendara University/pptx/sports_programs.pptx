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cendarauniversity.edu/athletics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Cendara University Sports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Cendara University is proud to offer a vibrant sports program that encourages student engagement, teamwork, and excellence both on and off the field. Our university hosts a wide range of competitive varsity teams, popular intramural leagues, and accessible recreational opportunities for the entire campus community.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Varsity Sports Teams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Men’s Teams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Head Coach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Practice 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Recent Achievement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Basketball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Marcus Elliott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Harvell Arena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2023 Central League Champions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Soccer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Julian Glover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Thorndale Field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Semi-finalists, 2024 Intercollegiate Cup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Track &amp; Field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Todd Nakamoto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Ridgeview Stadium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Medalists, 2023 State Meet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Tennis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Paolo Rivera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Westbrook Courts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 Regional Runners-Up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Swimming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Leon Walsh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Darnell Aquatic Center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3rd Place, 2023 State Finals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Women’s Teams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Head Coach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Practice 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Recent Achievement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Volleyball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Ariana Schultz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Harvell Arena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2023 Southern Invitational Champions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Soccer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Maeve Donnelly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Thorndale Field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 Regional Finalists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Cross Country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Sophia Liang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Ridgeview Stadium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Team Gold, 2023 State Classic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Basketball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Natalia Rocha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Harvell Arena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Playoff Appearance, 2024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Swimming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Emily Bartell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Darnell Aquatic Center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All-State Swimmer, 2023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Co-ed and Club Teams</a:t>
            </a:r>
          </a:p>
          <a:p>
            <a:pPr lvl="0"/>
            <a:r>
              <a:rPr/>
              <a:t>Ultimate Frisbee (Coach: Riley Sato)</a:t>
            </a:r>
          </a:p>
          <a:p>
            <a:pPr lvl="0"/>
            <a:r>
              <a:rPr/>
              <a:t>Equestrian (Coach: Jennifer Mount)</a:t>
            </a:r>
          </a:p>
          <a:p>
            <a:pPr lvl="0"/>
            <a:r>
              <a:rPr/>
              <a:t>Badminton Club (President: Mia Shen)</a:t>
            </a:r>
          </a:p>
          <a:p>
            <a:pPr lvl="0"/>
            <a:r>
              <a:rPr/>
              <a:t>Table Tennis Club (President: Alex Mensah)</a:t>
            </a:r>
          </a:p>
          <a:p>
            <a:pPr lvl="0"/>
            <a:r>
              <a:rPr/>
              <a:t>Fencing Club (Coach: Samuel Dorsey)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Intramural Sports</a:t>
            </a:r>
          </a:p>
          <a:p>
            <a:pPr lvl="0" indent="0" marL="0">
              <a:buNone/>
            </a:pPr>
            <a:r>
              <a:rPr/>
              <a:t>Cendara University offers an active intramural program, providing friendly, on-campus competition for students, faculty, and staff of all skill levels.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Seasonal Intramural Leagues</a:t>
            </a:r>
          </a:p>
          <a:p>
            <a:pPr lvl="0"/>
            <a:r>
              <a:rPr b="1"/>
              <a:t>Flag Football (Fall)</a:t>
            </a:r>
          </a:p>
          <a:p>
            <a:pPr lvl="1"/>
            <a:r>
              <a:rPr/>
              <a:t>Eight teams; games on Sundays at 2:00pm</a:t>
            </a:r>
          </a:p>
          <a:p>
            <a:pPr lvl="1"/>
            <a:r>
              <a:rPr/>
              <a:t>Fall 2023 Champions: “The Cendara Chargers”</a:t>
            </a:r>
          </a:p>
          <a:p>
            <a:pPr lvl="0"/>
            <a:r>
              <a:rPr b="1"/>
              <a:t>3-on-3 Basketball (Winter)</a:t>
            </a:r>
          </a:p>
          <a:p>
            <a:pPr lvl="1"/>
            <a:r>
              <a:rPr/>
              <a:t>Twelve teams; games held weeknights at Harvell Arena</a:t>
            </a:r>
          </a:p>
          <a:p>
            <a:pPr lvl="0"/>
            <a:r>
              <a:rPr b="1"/>
              <a:t>Indoor Volleyball (Winter/Spring)</a:t>
            </a:r>
          </a:p>
          <a:p>
            <a:pPr lvl="1"/>
            <a:r>
              <a:rPr/>
              <a:t>Ten teams; open registration in January</a:t>
            </a:r>
          </a:p>
          <a:p>
            <a:pPr lvl="0"/>
            <a:r>
              <a:rPr b="1"/>
              <a:t>Softball (Spring)</a:t>
            </a:r>
          </a:p>
          <a:p>
            <a:pPr lvl="1"/>
            <a:r>
              <a:rPr/>
              <a:t>Sixteen teams; games at Greenwood Park</a:t>
            </a:r>
          </a:p>
          <a:p>
            <a:pPr lvl="0"/>
            <a:r>
              <a:rPr b="1"/>
              <a:t>Table Tennis Tournament (Spring)</a:t>
            </a:r>
          </a:p>
          <a:p>
            <a:pPr lvl="1"/>
            <a:r>
              <a:rPr/>
              <a:t>Singles and doubles brackets; April each year</a:t>
            </a:r>
          </a:p>
          <a:p>
            <a:pPr lvl="0" indent="0" marL="0">
              <a:buNone/>
            </a:pPr>
            <a:r>
              <a:rPr i="1"/>
              <a:t>All intramural finals are celebrated during the Cendara Sports Festival in April.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Recreation and Fitness Facilities</a:t>
            </a:r>
          </a:p>
          <a:p>
            <a:pPr lvl="0"/>
            <a:r>
              <a:rPr b="1"/>
              <a:t>Harvell Arena</a:t>
            </a:r>
            <a:r>
              <a:rPr/>
              <a:t>: Main gym for basketball, volleyball, and large events; seating capacity 2,500</a:t>
            </a:r>
          </a:p>
          <a:p>
            <a:pPr lvl="0"/>
            <a:r>
              <a:rPr b="1"/>
              <a:t>Darnell Aquatic Center</a:t>
            </a:r>
            <a:r>
              <a:rPr/>
              <a:t>: Eight-lane Olympic pool, diving boards, locker facilities</a:t>
            </a:r>
          </a:p>
          <a:p>
            <a:pPr lvl="0"/>
            <a:r>
              <a:rPr b="1"/>
              <a:t>Ridgeview Stadium</a:t>
            </a:r>
            <a:r>
              <a:rPr/>
              <a:t>: Synthetic track, soccer and field event zones</a:t>
            </a:r>
          </a:p>
          <a:p>
            <a:pPr lvl="0"/>
            <a:r>
              <a:rPr b="1"/>
              <a:t>Westbrook Tennis Courts</a:t>
            </a:r>
            <a:r>
              <a:rPr/>
              <a:t>: Six outdoor, two indoor courts</a:t>
            </a:r>
          </a:p>
          <a:p>
            <a:pPr lvl="0"/>
            <a:r>
              <a:rPr b="1"/>
              <a:t>Cendara Fitness Center</a:t>
            </a:r>
            <a:r>
              <a:rPr/>
              <a:t>: Open 6am–11pm, with cardio, weights, yoga, and group classes</a:t>
            </a:r>
          </a:p>
          <a:p>
            <a:pPr lvl="0"/>
            <a:r>
              <a:rPr b="1"/>
              <a:t>Thorndale Field</a:t>
            </a:r>
            <a:r>
              <a:rPr/>
              <a:t>: Multipurpose grass fields for soccer, lacrosse, and ultimate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Recent Sports Highlights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2023-2024 Academic Year</a:t>
            </a:r>
          </a:p>
          <a:p>
            <a:pPr lvl="0"/>
            <a:r>
              <a:rPr b="1"/>
              <a:t>Men’s Basketball secured their fourth consecutive Central League title, defeating Elmbridge University 62-54 in March 2024.</a:t>
            </a:r>
          </a:p>
          <a:p>
            <a:pPr lvl="0"/>
            <a:r>
              <a:rPr b="1"/>
              <a:t>Women’s Volleyball triumphed at the Southern Invitational, with MVP honors awarded to team captain Serena Morales.</a:t>
            </a:r>
          </a:p>
          <a:p>
            <a:pPr lvl="0"/>
            <a:r>
              <a:rPr b="1"/>
              <a:t>Cross Country teams swept state titles, led by individual golds from Lila Patel and Thomas Ayala.</a:t>
            </a:r>
          </a:p>
          <a:p>
            <a:pPr lvl="0"/>
            <a:r>
              <a:rPr b="1"/>
              <a:t>Cendara Swimming had their best-ever finish at State, with three relay teams setting university records.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Athlete Recognition and Scholarships</a:t>
            </a:r>
          </a:p>
          <a:p>
            <a:pPr lvl="0" indent="0" marL="0">
              <a:buNone/>
            </a:pPr>
            <a:r>
              <a:rPr/>
              <a:t>Cendara University annually celebrates student-athlete achievements at the Spring Sports Banquet.</a:t>
            </a:r>
          </a:p>
          <a:p>
            <a:pPr lvl="0" indent="0" marL="0">
              <a:buNone/>
            </a:pPr>
            <a:r>
              <a:rPr b="1"/>
              <a:t>2024 Major Award Winners:</a:t>
            </a:r>
          </a:p>
          <a:p>
            <a:pPr lvl="0"/>
            <a:r>
              <a:rPr i="1"/>
              <a:t>Athlete of the Year</a:t>
            </a:r>
            <a:r>
              <a:rPr/>
              <a:t>: Tessa Lim (Swimming)</a:t>
            </a:r>
          </a:p>
          <a:p>
            <a:pPr lvl="0"/>
            <a:r>
              <a:rPr i="1"/>
              <a:t>Scholar-Athlete Award</a:t>
            </a:r>
            <a:r>
              <a:rPr/>
              <a:t>: David O’Connor (Tennis; GPA 3.96)</a:t>
            </a:r>
          </a:p>
          <a:p>
            <a:pPr lvl="0"/>
            <a:r>
              <a:rPr i="1"/>
              <a:t>Spirit Award</a:t>
            </a:r>
            <a:r>
              <a:rPr/>
              <a:t>: Jalil Sandor (Soccer; Community leadership)</a:t>
            </a:r>
          </a:p>
          <a:p>
            <a:pPr lvl="0"/>
            <a:r>
              <a:rPr i="1"/>
              <a:t>Outstanding First-year Athlete</a:t>
            </a:r>
            <a:r>
              <a:rPr/>
              <a:t>: Nina Castillo (Cross Country)</a:t>
            </a:r>
          </a:p>
          <a:p>
            <a:pPr lvl="0" indent="0" marL="0">
              <a:buNone/>
            </a:pPr>
            <a:r>
              <a:rPr b="1"/>
              <a:t>Athletic Scholarships:</a:t>
            </a:r>
            <a:br/>
            <a:r>
              <a:rPr/>
              <a:t>Over $150,000 in athletic scholarships are awarded annually to incoming and returning athletes demonstrating both academic commitment and athletic excellence.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Policies and Code of Conduct</a:t>
            </a:r>
          </a:p>
          <a:p>
            <a:pPr lvl="0" indent="0" marL="0">
              <a:buNone/>
            </a:pPr>
            <a:r>
              <a:rPr/>
              <a:t>All participants in Cendara University sports programs are expected to abide by the </a:t>
            </a:r>
            <a:r>
              <a:rPr b="1"/>
              <a:t>Athletic Code of Conduct:</a:t>
            </a:r>
          </a:p>
          <a:p>
            <a:pPr lvl="0"/>
            <a:r>
              <a:rPr/>
              <a:t>Demonstrate sportsmanship and respect at all times, on and off the field.</a:t>
            </a:r>
          </a:p>
          <a:p>
            <a:pPr lvl="0"/>
            <a:r>
              <a:rPr/>
              <a:t>Maintain satisfactory academic standing (minimum 2.5 cumulative GPA for varsity athletes).</a:t>
            </a:r>
          </a:p>
          <a:p>
            <a:pPr lvl="0"/>
            <a:r>
              <a:rPr/>
              <a:t>Attend all games, practices, and team meetings unless formally excused.</a:t>
            </a:r>
          </a:p>
          <a:p>
            <a:pPr lvl="0"/>
            <a:r>
              <a:rPr/>
              <a:t>Refrain from performance-enhancing substances and comply with annual health screenings.</a:t>
            </a:r>
          </a:p>
          <a:p>
            <a:pPr lvl="0"/>
            <a:r>
              <a:rPr/>
              <a:t>Represent Cendara University positively during competitions and community events.</a:t>
            </a:r>
          </a:p>
          <a:p>
            <a:pPr lvl="0" indent="0" marL="0">
              <a:buNone/>
            </a:pPr>
            <a:r>
              <a:rPr/>
              <a:t>Violations of the Code may result in suspension from practice, competition, or dismissal from teams per decision of the Athletics Disciplinary Board.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to Get Involved</a:t>
            </a:r>
          </a:p>
          <a:p>
            <a:pPr lvl="0"/>
            <a:r>
              <a:rPr b="1"/>
              <a:t>Varsity Tryouts</a:t>
            </a:r>
            <a:r>
              <a:rPr/>
              <a:t>: Begin the last week of August; applications open June 15 each year on the Athletics Department website.</a:t>
            </a:r>
          </a:p>
          <a:p>
            <a:pPr lvl="0"/>
            <a:r>
              <a:rPr b="1"/>
              <a:t>Intramural Registration</a:t>
            </a:r>
            <a:r>
              <a:rPr/>
              <a:t>: Announced prior to each season; open to all enrolled students and staff; teams can be formed by residence halls, departments, or individually.</a:t>
            </a:r>
          </a:p>
          <a:p>
            <a:pPr lvl="0"/>
            <a:r>
              <a:rPr b="1"/>
              <a:t>Sports Club Memberships</a:t>
            </a:r>
            <a:r>
              <a:rPr/>
              <a:t>: Join by attending the annual Activities Fair (September) or emailing club officers directly.</a:t>
            </a:r>
          </a:p>
          <a:p>
            <a:pPr lvl="0" indent="0" marL="0">
              <a:buNone/>
            </a:pPr>
            <a:r>
              <a:rPr/>
              <a:t>For further information, contact the Athletics Department at athletics@cendara.edu or visit our office at Harvell Arena, Suite 102.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Athletics Department Staff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Email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Corrine Masters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Director of Athletics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cmasters@cendara.edu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Mason Tomlin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Associate Director, Facilities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mtomlin@cendara.edu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Isabelle Nwosu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Assistant Director, Compliance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inwosu@cendara.edu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Travis Glen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Varsity Programs Coordinator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tglen@cendara.edu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Gina Han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Fitness Center Manager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ghan@cendara.edu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schedules, results, and updates, visit:</a:t>
            </a:r>
            <a:br/>
            <a:r>
              <a:rPr b="1">
                <a:hlinkClick r:id="rId2"/>
              </a:rPr>
              <a:t>Cendara University Athletics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2025-07-29T15:04:53Z</dcterms:created>
  <dcterms:modified xsi:type="dcterms:W3CDTF">2025-07-29T15:04:53Z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