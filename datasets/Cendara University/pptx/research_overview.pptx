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5" Type="http://schemas.openxmlformats.org/officeDocument/2006/relationships/viewProps" Target="viewProps.xml" /><Relationship Id="rId1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7" Type="http://schemas.openxmlformats.org/officeDocument/2006/relationships/tableStyles" Target="tableStyles.xml" /><Relationship Id="rId16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Cendara University Research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Cendara University is recognized for its dynamic research environment, promoting innovation, collaboration, and societal impact across diverse fields. The university maintains a portfolio of vibrant research centers, robust funding partnerships, prolific faculty scholarship, and a tradition of distinguished achievements.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Major Research Centers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Center for Interdisciplinary Innovation (CII)</a:t>
            </a:r>
          </a:p>
          <a:p>
            <a:pPr lvl="0" indent="0" marL="0">
              <a:buNone/>
            </a:pPr>
            <a:r>
              <a:rPr b="1"/>
              <a:t>Established:</a:t>
            </a:r>
            <a:r>
              <a:rPr/>
              <a:t> 2023</a:t>
            </a:r>
            <a:br/>
            <a:r>
              <a:rPr b="1"/>
              <a:t>Director:</a:t>
            </a:r>
            <a:r>
              <a:rPr/>
              <a:t> Dr. Lucia Benton</a:t>
            </a:r>
            <a:br/>
            <a:r>
              <a:rPr b="1"/>
              <a:t>Mission:</a:t>
            </a:r>
            <a:r>
              <a:rPr/>
              <a:t> Fostering entrepreneurship and cross-disciplinary solutions to challenges such as climate change, urban development, and digital transformation.</a:t>
            </a:r>
            <a:br/>
            <a:r>
              <a:rPr b="1"/>
              <a:t>Current Projects:</a:t>
            </a:r>
            <a:br/>
            <a:r>
              <a:rPr/>
              <a:t>- Urban Resilience Initiative (collaborative project with the City of Riverdale) - Adaptive Learning Technologies in Higher Education - Community-Based Clean Water Solutions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Cendara Institute for Biomedical Research (CIBR)</a:t>
            </a:r>
          </a:p>
          <a:p>
            <a:pPr lvl="0" indent="0" marL="0">
              <a:buNone/>
            </a:pPr>
            <a:r>
              <a:rPr b="1"/>
              <a:t>Founded:</a:t>
            </a:r>
            <a:r>
              <a:rPr/>
              <a:t> 1997</a:t>
            </a:r>
            <a:br/>
            <a:r>
              <a:rPr b="1"/>
              <a:t>Director:</a:t>
            </a:r>
            <a:r>
              <a:rPr/>
              <a:t> Dr. Sven Rahmani</a:t>
            </a:r>
            <a:br/>
            <a:r>
              <a:rPr b="1"/>
              <a:t>Focus Areas:</a:t>
            </a:r>
            <a:r>
              <a:rPr/>
              <a:t> Cancer biology, regenerative medicine, neurodegenerative disease.</a:t>
            </a:r>
            <a:br/>
            <a:r>
              <a:rPr b="1"/>
              <a:t>Affiliations:</a:t>
            </a:r>
            <a:r>
              <a:rPr/>
              <a:t> Cendara University Hospital; national pharmaceutical partners</a:t>
            </a:r>
            <a:br/>
            <a:r>
              <a:rPr b="1"/>
              <a:t>Current Projects:</a:t>
            </a:r>
            <a:br/>
            <a:r>
              <a:rPr/>
              <a:t>- “Genomic Approaches in Alzheimer’s Prevention” (NIH-funded) - Stem Cell Therapy for Type 1 Diabetes - Collaborative Drug Discovery Grants with Lanton Pharmaceuticals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Center for Global Studies (CGS)</a:t>
            </a:r>
          </a:p>
          <a:p>
            <a:pPr lvl="0" indent="0" marL="0">
              <a:buNone/>
            </a:pPr>
            <a:r>
              <a:rPr b="1"/>
              <a:t>Established:</a:t>
            </a:r>
            <a:r>
              <a:rPr/>
              <a:t> 1998</a:t>
            </a:r>
            <a:br/>
            <a:r>
              <a:rPr b="1"/>
              <a:t>Director:</a:t>
            </a:r>
            <a:r>
              <a:rPr/>
              <a:t> Prof. Ye-Jin Hwang</a:t>
            </a:r>
            <a:br/>
            <a:r>
              <a:rPr b="1"/>
              <a:t>Research Priorities:</a:t>
            </a:r>
            <a:r>
              <a:rPr/>
              <a:t> Migration and diaspora, global public health, comparative education</a:t>
            </a:r>
            <a:br/>
            <a:r>
              <a:rPr b="1"/>
              <a:t>Programs:</a:t>
            </a:r>
            <a:br/>
            <a:r>
              <a:rPr/>
              <a:t>- International policy analysis in partnership with the United Nations Development Programme - Global Vaccine Outreach Assessment - Transnational Education Models Study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Santoro Digital Humanities Lab</a:t>
            </a:r>
          </a:p>
          <a:p>
            <a:pPr lvl="0" indent="0" marL="0">
              <a:buNone/>
            </a:pPr>
            <a:r>
              <a:rPr b="1"/>
              <a:t>Founded:</a:t>
            </a:r>
            <a:r>
              <a:rPr/>
              <a:t> 2016</a:t>
            </a:r>
            <a:br/>
            <a:r>
              <a:rPr b="1"/>
              <a:t>Director:</a:t>
            </a:r>
            <a:r>
              <a:rPr/>
              <a:t> Dr. Elliott Voss</a:t>
            </a:r>
            <a:br/>
            <a:r>
              <a:rPr b="1"/>
              <a:t>Purpose:</a:t>
            </a:r>
            <a:r>
              <a:rPr/>
              <a:t> Integration of digital tools and computational analysis into humanities research</a:t>
            </a:r>
            <a:br/>
            <a:r>
              <a:rPr b="1"/>
              <a:t>Highlights:</a:t>
            </a:r>
            <a:br/>
            <a:r>
              <a:rPr/>
              <a:t>- Mapping Lost Languages Project (funded by Mellon Foundation) - Interactive Digital Oral Histories initiative - Curation of Virtual Reality Literature Exhibits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Center for Sustainable Futures</a:t>
            </a:r>
          </a:p>
          <a:p>
            <a:pPr lvl="0" indent="0" marL="0">
              <a:buNone/>
            </a:pPr>
            <a:r>
              <a:rPr b="1"/>
              <a:t>Founded:</a:t>
            </a:r>
            <a:r>
              <a:rPr/>
              <a:t> 2010</a:t>
            </a:r>
            <a:br/>
            <a:r>
              <a:rPr b="1"/>
              <a:t>Director:</a:t>
            </a:r>
            <a:r>
              <a:rPr/>
              <a:t> Dr. Anika Mbogo</a:t>
            </a:r>
            <a:br/>
            <a:r>
              <a:rPr b="1"/>
              <a:t>Core Research Themes:</a:t>
            </a:r>
            <a:r>
              <a:rPr/>
              <a:t> Renewable energy, climate adaptation, environmental policy</a:t>
            </a:r>
            <a:br/>
            <a:r>
              <a:rPr b="1"/>
              <a:t>Facilities:</a:t>
            </a:r>
            <a:r>
              <a:rPr/>
              <a:t> 300 kW Solar Array Testbed, Green Roofs Pilot Project</a:t>
            </a:r>
            <a:br/>
            <a:r>
              <a:rPr b="1"/>
              <a:t>Flagship Initiatives:</a:t>
            </a:r>
            <a:br/>
            <a:r>
              <a:rPr/>
              <a:t>- Smart Microgrid Demonstration (Department of Energy/DOE grant) - Urban Biodiversity Index</a:t>
            </a:r>
            <a:br/>
            <a:r>
              <a:rPr/>
              <a:t>- Regional Clean Energy Policy Forum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Research Funding Sources</a:t>
            </a:r>
          </a:p>
          <a:p>
            <a:pPr lvl="0" indent="0" marL="0">
              <a:buNone/>
            </a:pPr>
            <a:r>
              <a:rPr/>
              <a:t>Cendara University secures significant research funding from diverse public and private sources. In FY2023-24, total competitive research funding reached $53.8 million. Key sources include: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Government and Public Agencies</a:t>
            </a:r>
          </a:p>
          <a:p>
            <a:pPr lvl="0"/>
            <a:r>
              <a:rPr b="1"/>
              <a:t>National Institutes of Health (NIH):</a:t>
            </a:r>
            <a:r>
              <a:rPr/>
              <a:t> Multi-year awards for genomics, public health, and neuroscience (total $14.9M)</a:t>
            </a:r>
          </a:p>
          <a:p>
            <a:pPr lvl="0"/>
            <a:r>
              <a:rPr b="1"/>
              <a:t>National Science Foundation (NSF):</a:t>
            </a:r>
            <a:r>
              <a:rPr/>
              <a:t> Grants supporting engineering education and computational social science ($9.3M)</a:t>
            </a:r>
          </a:p>
          <a:p>
            <a:pPr lvl="0"/>
            <a:r>
              <a:rPr b="1"/>
              <a:t>Department of Energy (DOE):</a:t>
            </a:r>
            <a:r>
              <a:rPr/>
              <a:t> Funding for sustainability and renewable energy research ($6.7M)</a:t>
            </a:r>
          </a:p>
          <a:p>
            <a:pPr lvl="0"/>
            <a:r>
              <a:rPr b="1"/>
              <a:t>State of Lendera Research Council:</a:t>
            </a:r>
            <a:r>
              <a:rPr/>
              <a:t> Ongoing support for emerging faculty and seed research ($2.1M)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Private Foundations &amp; Industry</a:t>
            </a:r>
          </a:p>
          <a:p>
            <a:pPr lvl="0"/>
            <a:r>
              <a:rPr b="1"/>
              <a:t>Mellon Foundation:</a:t>
            </a:r>
            <a:r>
              <a:rPr/>
              <a:t> Digital humanities innovation ($1.8M)</a:t>
            </a:r>
          </a:p>
          <a:p>
            <a:pPr lvl="0"/>
            <a:r>
              <a:rPr b="1"/>
              <a:t>Gardner Health Trust:</a:t>
            </a:r>
            <a:r>
              <a:rPr/>
              <a:t> Biomedical device research ($2.4M)</a:t>
            </a:r>
          </a:p>
          <a:p>
            <a:pPr lvl="0"/>
            <a:r>
              <a:rPr b="1"/>
              <a:t>Lanton Pharmaceuticals, Inc.:</a:t>
            </a:r>
            <a:r>
              <a:rPr/>
              <a:t> Joint neuropharmacology research agreements ($3.2M)</a:t>
            </a:r>
          </a:p>
          <a:p>
            <a:pPr lvl="0"/>
            <a:r>
              <a:rPr b="1"/>
              <a:t>EcoPower Solutions:</a:t>
            </a:r>
            <a:r>
              <a:rPr/>
              <a:t> Industry partnership for campus microgrid testbed ($1.1M)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University &amp; Alumni Support</a:t>
            </a:r>
          </a:p>
          <a:p>
            <a:pPr lvl="0"/>
            <a:r>
              <a:rPr b="1"/>
              <a:t>Cendara Innovation Fund:</a:t>
            </a:r>
            <a:r>
              <a:rPr/>
              <a:t> Awarding internal research seed grants ($2.7M)</a:t>
            </a:r>
          </a:p>
          <a:p>
            <a:pPr lvl="0"/>
            <a:r>
              <a:rPr b="1"/>
              <a:t>Alumni Endowed Research Chairs:</a:t>
            </a:r>
            <a:r>
              <a:rPr/>
              <a:t> Five chairs funded in environmental studies, engineering, education, business, and biology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Faculty Publications and Scholarly Output</a:t>
            </a:r>
          </a:p>
          <a:p>
            <a:pPr lvl="0" indent="0" marL="0">
              <a:buNone/>
            </a:pPr>
            <a:r>
              <a:rPr/>
              <a:t>Cendara faculty are actively engaged in producing influential scholarship across all major disciplines. In 2023 alone, faculty authored:</a:t>
            </a:r>
          </a:p>
          <a:p>
            <a:pPr lvl="0"/>
            <a:r>
              <a:rPr b="1"/>
              <a:t>412</a:t>
            </a:r>
            <a:r>
              <a:rPr/>
              <a:t> peer-reviewed journal articles</a:t>
            </a:r>
          </a:p>
          <a:p>
            <a:pPr lvl="0"/>
            <a:r>
              <a:rPr b="1"/>
              <a:t>19</a:t>
            </a:r>
            <a:r>
              <a:rPr/>
              <a:t> scholarly books and monographs</a:t>
            </a:r>
          </a:p>
          <a:p>
            <a:pPr lvl="0"/>
            <a:r>
              <a:rPr b="1"/>
              <a:t>34</a:t>
            </a:r>
            <a:r>
              <a:rPr/>
              <a:t> book chapters</a:t>
            </a:r>
          </a:p>
          <a:p>
            <a:pPr lvl="0"/>
            <a:r>
              <a:rPr b="1"/>
              <a:t>77</a:t>
            </a:r>
            <a:r>
              <a:rPr/>
              <a:t> conference proceedings papers</a:t>
            </a:r>
          </a:p>
          <a:p>
            <a:pPr lvl="0"/>
            <a:r>
              <a:rPr b="1"/>
              <a:t>9</a:t>
            </a:r>
            <a:r>
              <a:rPr/>
              <a:t> patents filed</a:t>
            </a:r>
          </a:p>
          <a:p>
            <a:pPr lvl="0" indent="0" marL="0">
              <a:buNone/>
            </a:pPr>
            <a:r>
              <a:rPr b="1"/>
              <a:t>Recent Notable Publications: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0000"/>
                <a:gridCol w="1270000"/>
                <a:gridCol w="1270000"/>
                <a:gridCol w="12700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Author(s)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Journal/Publisher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Year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Dr. Maya Lin &amp; Dr. Sunil Nair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“Adaptive Solar Grid Optimization in Urban Campuses”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i="1"/>
                        <a:t>Energy &amp; Environment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2024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Prof. Yasmin Daoud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i="1"/>
                        <a:t>Narrating the Nation: Migration Memory in Modern Literature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University of Holden Press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2023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Dr. Haruto Sakamoto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“Neuronal Pathways in Early Alzheimer’s: A Longitudinal Study”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i="1"/>
                        <a:t>Journal of Neuroscience Advances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2024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Dr. Lana Okoro &amp; team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“Virtual Reality for Cultural Preservation: A Case Study”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i="1"/>
                        <a:t>Digital Humanities Quarterly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2023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Dr. Felix Olsen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“Understanding Stem Cell Differentiation in Diabetic Models”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i="1"/>
                        <a:t>Cell Regeneration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2023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Prof. Marla Hayes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“The Impact of Microgrid Policies on Regional Energy Markets”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i="1"/>
                        <a:t>Journal of Policy Research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2023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Dr. Emiliano Vidal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“Smart Wearable Sensors for Public Health Surveillance”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i="1"/>
                        <a:t>Biomedical Engineering Letters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2024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Scholarly Achievements</a:t>
            </a:r>
          </a:p>
          <a:p>
            <a:pPr lvl="0" indent="0" marL="0">
              <a:buNone/>
            </a:pPr>
            <a:r>
              <a:rPr/>
              <a:t>Cendara University faculty and research teams have made a mark through high-impact discoveries, awards, and leadership in academic and public forums.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Recent Highlights (2022–2024):</a:t>
            </a:r>
          </a:p>
          <a:p>
            <a:pPr lvl="0"/>
            <a:r>
              <a:rPr b="1"/>
              <a:t>Dr. Haruto Sakamoto</a:t>
            </a:r>
            <a:r>
              <a:rPr/>
              <a:t> awarded the 2023 Lendera Prize in Neuroscience for breakthrough Alzheimer’s research.</a:t>
            </a:r>
          </a:p>
          <a:p>
            <a:pPr lvl="0"/>
            <a:r>
              <a:rPr b="1"/>
              <a:t>Urban Resilience Initiative</a:t>
            </a:r>
            <a:r>
              <a:rPr/>
              <a:t> (CII) awarded silver in the American Planning Association’s 2024 Innovation Awards.</a:t>
            </a:r>
          </a:p>
          <a:p>
            <a:pPr lvl="0"/>
            <a:r>
              <a:rPr b="1"/>
              <a:t>Dr. Maya Lin</a:t>
            </a:r>
            <a:r>
              <a:rPr/>
              <a:t> named to the National Academy of Engineering, 2024 cohort.</a:t>
            </a:r>
          </a:p>
          <a:p>
            <a:pPr lvl="0"/>
            <a:r>
              <a:rPr b="1"/>
              <a:t>Prof. Yasmin Daoud’s book</a:t>
            </a:r>
            <a:r>
              <a:rPr/>
              <a:t> </a:t>
            </a:r>
            <a:r>
              <a:rPr i="1"/>
              <a:t>Narrating the Nation</a:t>
            </a:r>
            <a:r>
              <a:rPr/>
              <a:t> selected as a finalist for the 2023 Griffin Literary Award.</a:t>
            </a:r>
          </a:p>
          <a:p>
            <a:pPr lvl="0"/>
            <a:r>
              <a:rPr b="1"/>
              <a:t>Center for Sustainable Futures</a:t>
            </a:r>
            <a:r>
              <a:rPr/>
              <a:t> led Cendara to rank #9 in the 2023 Green Campuses Index.</a:t>
            </a:r>
          </a:p>
          <a:p>
            <a:pPr lvl="0"/>
            <a:r>
              <a:rPr b="1"/>
              <a:t>Santoro Digital Humanities Lab</a:t>
            </a:r>
            <a:r>
              <a:rPr/>
              <a:t>’s “Mapping Lost Languages” recognized as a 2023 Digital Heritage Project of Distinction by the Digital Humanities Council.</a:t>
            </a:r>
          </a:p>
          <a:p>
            <a:pPr lvl="0"/>
            <a:r>
              <a:rPr b="1"/>
              <a:t>Dr. Emily Shong</a:t>
            </a:r>
            <a:r>
              <a:rPr/>
              <a:t> elected President of the Lendera State Psychological Association.</a:t>
            </a:r>
          </a:p>
          <a:p>
            <a:pPr lvl="0"/>
            <a:r>
              <a:rPr b="1"/>
              <a:t>Dr. Anika Mbogo</a:t>
            </a:r>
            <a:r>
              <a:rPr/>
              <a:t> appointed to the National Science Foundation’s Renewable Energy Advisory Panel, 2023-26.</a:t>
            </a:r>
          </a:p>
          <a:p>
            <a:pPr lvl="0"/>
            <a:r>
              <a:rPr b="1"/>
              <a:t>Patents Awarded:</a:t>
            </a:r>
          </a:p>
          <a:p>
            <a:pPr lvl="1"/>
            <a:r>
              <a:rPr/>
              <a:t>Rapid Saliva-Based COVID-19 Test Kit (CIBR, 2022)</a:t>
            </a:r>
          </a:p>
          <a:p>
            <a:pPr lvl="1"/>
            <a:r>
              <a:rPr/>
              <a:t>Microgrid Control Algorithm for Distributed Solar Arrays (2023)</a:t>
            </a:r>
          </a:p>
          <a:p>
            <a:pPr lvl="1"/>
            <a:r>
              <a:rPr/>
              <a:t>Augmented Reality Fieldwork Platform for Education (Digital Humanities, 2023)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Research Culture and Support</a:t>
            </a:r>
          </a:p>
          <a:p>
            <a:pPr lvl="0" indent="0" marL="0">
              <a:buNone/>
            </a:pPr>
            <a:r>
              <a:rPr/>
              <a:t>Cendara University cultivates research through:</a:t>
            </a:r>
          </a:p>
          <a:p>
            <a:pPr lvl="0"/>
            <a:r>
              <a:rPr/>
              <a:t>Annual Research Week (April): Showcases student and faculty projects, hosts public lectures, and sponsors the “Cendara Prize for Undergraduate Research.”</a:t>
            </a:r>
          </a:p>
          <a:p>
            <a:pPr lvl="0"/>
            <a:r>
              <a:rPr/>
              <a:t>Competitive internal research grants and mentoring for junior faculty.</a:t>
            </a:r>
          </a:p>
          <a:p>
            <a:pPr lvl="0"/>
            <a:r>
              <a:rPr/>
              <a:t>Graduate Research Fellowships (41 awarded in 2023–24).</a:t>
            </a:r>
          </a:p>
          <a:p>
            <a:pPr lvl="0"/>
            <a:r>
              <a:rPr/>
              <a:t>Active support from the Office of Research and Innovation, including workshops on grant writing, ethics, and public engagement.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Notable Recent Events</a:t>
            </a:r>
          </a:p>
          <a:p>
            <a:pPr lvl="0"/>
            <a:r>
              <a:rPr b="1"/>
              <a:t>2023</a:t>
            </a:r>
            <a:r>
              <a:rPr/>
              <a:t>: Inaugural Cendara Interdisciplinary Research Symposium attracted 400+ participants, including representatives from academia, industry, and government.</a:t>
            </a:r>
          </a:p>
          <a:p>
            <a:pPr lvl="0"/>
            <a:r>
              <a:rPr b="1"/>
              <a:t>2024</a:t>
            </a:r>
            <a:r>
              <a:rPr/>
              <a:t>: Launch of the “Global Health Futures Lecture Series” by CGS, featuring Nobel laureate Dr. Maria Sosa.</a:t>
            </a:r>
          </a:p>
          <a:p>
            <a:pPr lvl="0"/>
            <a:r>
              <a:rPr b="1"/>
              <a:t>2023</a:t>
            </a:r>
            <a:r>
              <a:rPr/>
              <a:t>: “Innovation in Action” Hackathon at CII—teams developed solutions addressing urban heat islands, accessible public transit, and disaster recovery communications.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Cendara University’s research enterprise is propelled by a culture of curiosity, diversity, and community-focused innovation. As it continues to expand its research footprint, the university remains steadfast in its goal: translating knowledge into real-world impact for the 21st century and beyond.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2025-07-29T15:04:37Z</dcterms:created>
  <dcterms:modified xsi:type="dcterms:W3CDTF">2025-07-29T15:04:37Z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