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2" Type="http://schemas.openxmlformats.org/officeDocument/2006/relationships/viewProps" Target="viewProps.xml" /><Relationship Id="rId4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4" Type="http://schemas.openxmlformats.org/officeDocument/2006/relationships/tableStyles" Target="tableStyles.xml" /><Relationship Id="rId4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Cendara University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Department of Public Health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Course Catalog 2024–2025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B.Sc. in Public Health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Required Courses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101 – Introduction to Public Health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None</a:t>
            </a:r>
            <a:br/>
            <a:r>
              <a:rPr b="1"/>
              <a:t>Description:</a:t>
            </a:r>
            <a:br/>
            <a:r>
              <a:rPr/>
              <a:t>A foundational survey of public health principles, history, and the role of public health in society. Topics include epidemiological methods, health systems, disease prevention, and community engagement.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110 – Global Health Perspectives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None</a:t>
            </a:r>
            <a:br/>
            <a:r>
              <a:rPr b="1"/>
              <a:t>Description:</a:t>
            </a:r>
            <a:br/>
            <a:r>
              <a:rPr/>
              <a:t>Explores global trends in morbidity and mortality, the impact of globalization on health, and major international health organizations. Students will examine case studies from the Global South and North.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120 – Health Policy and Management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Prerequisites:</a:t>
            </a:r>
            <a:r>
              <a:rPr/>
              <a:t> PH 101</a:t>
            </a:r>
            <a:br/>
            <a:r>
              <a:rPr b="1"/>
              <a:t>Description:</a:t>
            </a:r>
            <a:br/>
            <a:r>
              <a:rPr/>
              <a:t>Analysis of policy-making processes, organizational structure of healthcare systems, and principles of management in public health settings. Students will evaluate the effectiveness of local, national, and global health policies.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201 – Epidemiology I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Prerequisites:</a:t>
            </a:r>
            <a:r>
              <a:rPr/>
              <a:t> PH 101, PH 110</a:t>
            </a:r>
            <a:br/>
            <a:r>
              <a:rPr b="1"/>
              <a:t>Description:</a:t>
            </a:r>
            <a:br/>
            <a:r>
              <a:rPr/>
              <a:t>Introduction to concepts and methods in epidemiology, including study design, measures of disease frequency, and outbreak investigation. Application of epidemiological reasoning to current public health issues.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215 – Biostatistics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Prerequisites:</a:t>
            </a:r>
            <a:r>
              <a:rPr/>
              <a:t> PH 101 or MAT 100</a:t>
            </a:r>
            <a:br/>
            <a:r>
              <a:rPr b="1"/>
              <a:t>Description:</a:t>
            </a:r>
            <a:br/>
            <a:r>
              <a:rPr/>
              <a:t>Covers descriptive and inferential statistical methods relevant to public health research. Students use statistical software to analyze public health data and interpret findings.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230 – Environmental Health Science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101</a:t>
            </a:r>
            <a:br/>
            <a:r>
              <a:rPr b="1"/>
              <a:t>Description:</a:t>
            </a:r>
            <a:br/>
            <a:r>
              <a:rPr/>
              <a:t>Focuses on physical, chemical, and biological factors that affect human health. Topics include air and water quality, environmental toxins, and regulation of environmental health risks.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260 – Health Promotion and Behavior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101</a:t>
            </a:r>
            <a:br/>
            <a:r>
              <a:rPr b="1"/>
              <a:t>Description:</a:t>
            </a:r>
            <a:br/>
            <a:r>
              <a:rPr/>
              <a:t>Investigates theories and strategies for promoting healthy behaviors among populations, with emphasis on program design, social determinants of health, and behavioral change models.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350 – Practicum in Public Health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Completion of at least 75 credits; Department approval</a:t>
            </a:r>
            <a:br/>
            <a:r>
              <a:rPr b="1"/>
              <a:t>Description:</a:t>
            </a:r>
            <a:br/>
            <a:r>
              <a:rPr/>
              <a:t>Structured fieldwork experience in a community or public health organization. Students apply academic knowledge to practical challenges, culminating in a reflective report and presentation.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Elective Courses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320 – Infectious Disease Epidemiology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201</a:t>
            </a:r>
            <a:br/>
            <a:r>
              <a:rPr b="1"/>
              <a:t>Description:</a:t>
            </a:r>
            <a:br/>
            <a:r>
              <a:rPr/>
              <a:t>Examines epidemiological methods specific to infectious disease. Students analyze patterns, transmission dynamics, and intervention strategies for diseases such as HIV, tuberculosis, and COVID-19.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325 – Chronic Disease Epidemiology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201</a:t>
            </a:r>
            <a:br/>
            <a:r>
              <a:rPr b="1"/>
              <a:t>Description:</a:t>
            </a:r>
            <a:br/>
            <a:r>
              <a:rPr/>
              <a:t>Addresses epidemiology of non-communicable diseases including cardiovascular disease, diabetes, and cancer. Focus on surveillance, risk factor analysis, and prevention strategies.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331 – Occupational Health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230</a:t>
            </a:r>
            <a:br/>
            <a:r>
              <a:rPr b="1"/>
              <a:t>Description:</a:t>
            </a:r>
            <a:br/>
            <a:r>
              <a:rPr/>
              <a:t>Introduction to hazards in the workplace and strategies for risk mitigation. Topics include occupational diseases, workplace safety legislation, and occupational health program implementation.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340 – Maternal and Child Health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101</a:t>
            </a:r>
            <a:br/>
            <a:r>
              <a:rPr b="1"/>
              <a:t>Description:</a:t>
            </a:r>
            <a:br/>
            <a:r>
              <a:rPr/>
              <a:t>Explores public health issues affecting women, infants, and children. Emphasis on health disparities, program development, and policy interventions.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Concentration Courses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 i="1"/>
              <a:t>Epidemiology Concentration</a:t>
            </a:r>
          </a:p>
          <a:p>
            <a:pPr lvl="0"/>
            <a:r>
              <a:rPr/>
              <a:t>PH 405 – Advanced Epidemiologic Methods (Credits: 3)</a:t>
            </a:r>
            <a:br/>
            <a:r>
              <a:rPr b="1"/>
              <a:t>Prerequisites:</a:t>
            </a:r>
            <a:r>
              <a:rPr/>
              <a:t> PH 201, PH 215</a:t>
            </a:r>
            <a:br/>
            <a:r>
              <a:rPr/>
              <a:t>Coverage of advanced study designs, data analysis, and interpretation in epidemiological research. Weekly lab sessions include hands-on data analysis.</a:t>
            </a:r>
          </a:p>
          <a:p>
            <a:pPr lvl="0"/>
            <a:r>
              <a:rPr/>
              <a:t>PH 416 – Spatial Epidemiology (Credits: 3)</a:t>
            </a:r>
            <a:br/>
            <a:r>
              <a:rPr b="1"/>
              <a:t>Prerequisites:</a:t>
            </a:r>
            <a:r>
              <a:rPr/>
              <a:t> PH 201</a:t>
            </a:r>
            <a:br/>
            <a:r>
              <a:rPr/>
              <a:t>Application of geographical information systems (GIS) in public health for mapping and analyzing disease trends spatially.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 i="1"/>
              <a:t>Health Policy Concentration</a:t>
            </a:r>
          </a:p>
          <a:p>
            <a:pPr lvl="0"/>
            <a:r>
              <a:rPr/>
              <a:t>PH 410 – Health Economics (Credits: 3)</a:t>
            </a:r>
            <a:br/>
            <a:r>
              <a:rPr b="1"/>
              <a:t>Prerequisites:</a:t>
            </a:r>
            <a:r>
              <a:rPr/>
              <a:t> PH 120</a:t>
            </a:r>
            <a:br/>
            <a:r>
              <a:rPr/>
              <a:t>Economic analysis of health systems, cost-effectiveness in public health, and resource allocation in health care.</a:t>
            </a:r>
          </a:p>
          <a:p>
            <a:pPr lvl="0"/>
            <a:r>
              <a:rPr/>
              <a:t>PH 418 – Comparative Health Systems (Credits: 3)</a:t>
            </a:r>
            <a:br/>
            <a:r>
              <a:rPr b="1"/>
              <a:t>Prerequisites:</a:t>
            </a:r>
            <a:r>
              <a:rPr/>
              <a:t> PH 120</a:t>
            </a:r>
            <a:br/>
            <a:r>
              <a:rPr/>
              <a:t>Comparison of international health care systems, evaluation of policy reforms, and analysis of best practices.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 i="1"/>
              <a:t>Community Health Concentration</a:t>
            </a:r>
          </a:p>
          <a:p>
            <a:pPr lvl="0"/>
            <a:r>
              <a:rPr/>
              <a:t>PH 420 – Community Assessment and Intervention (Credits: 3)</a:t>
            </a:r>
            <a:br/>
            <a:r>
              <a:rPr b="1"/>
              <a:t>Prerequisites:</a:t>
            </a:r>
            <a:r>
              <a:rPr/>
              <a:t> PH 260</a:t>
            </a:r>
            <a:br/>
            <a:r>
              <a:rPr/>
              <a:t>Methods for community-based health assessment, planning, and interventions. Emphasis on participatory research and needs assessment.</a:t>
            </a:r>
          </a:p>
          <a:p>
            <a:pPr lvl="0"/>
            <a:r>
              <a:rPr/>
              <a:t>PH 430 – Program Planning and Evaluation (Credits: 3)</a:t>
            </a:r>
            <a:br/>
            <a:r>
              <a:rPr b="1"/>
              <a:t>Prerequisites:</a:t>
            </a:r>
            <a:r>
              <a:rPr/>
              <a:t> PH 260</a:t>
            </a:r>
            <a:br/>
            <a:r>
              <a:rPr/>
              <a:t>Introduction to designing, implementing, and evaluating public health programs within communities.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Capstone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499 – Senior Seminar in Public Health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Senior standing, completion of core courses</a:t>
            </a:r>
            <a:br/>
            <a:r>
              <a:rPr b="1"/>
              <a:t>Description:</a:t>
            </a:r>
            <a:br/>
            <a:r>
              <a:rPr/>
              <a:t>Integrative course focusing on analysis and synthesis of public health knowledge. Students complete a significant project or research paper addressing an emerging public health issue.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M.Sc. in Public Health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Core Graduate Courses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501 – Methods in Population Health Research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Prerequisites:</a:t>
            </a:r>
            <a:r>
              <a:rPr/>
              <a:t> Undergraduate degree in health sciences or related field</a:t>
            </a:r>
            <a:br/>
            <a:r>
              <a:rPr b="1"/>
              <a:t>Description:</a:t>
            </a:r>
            <a:br/>
            <a:r>
              <a:rPr/>
              <a:t>Seminar and lab-based exploration of quantitative and qualitative methods for population health research. Focus on research ethics, study design, data collection, and proposal development.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510 – Advanced Epidemiology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4</a:t>
            </a:r>
            <a:br/>
            <a:r>
              <a:rPr b="1"/>
              <a:t>Prerequisites:</a:t>
            </a:r>
            <a:r>
              <a:rPr/>
              <a:t> PH 201 or equivalent</a:t>
            </a:r>
            <a:br/>
            <a:r>
              <a:rPr b="1"/>
              <a:t>Description:</a:t>
            </a:r>
            <a:br/>
            <a:r>
              <a:rPr/>
              <a:t>Intensive study of epidemiologic theory and advanced analytic techniques. Topics include modeling, causal inference, and longitudinal data analysis.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520 – Health Informatics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None</a:t>
            </a:r>
            <a:br/>
            <a:r>
              <a:rPr b="1"/>
              <a:t>Description:</a:t>
            </a:r>
            <a:br/>
            <a:r>
              <a:rPr/>
              <a:t>Introduction to the use of health information systems, electronic health records, and data analytics in public health practice and research.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531 – Environmental and Occupational Health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None</a:t>
            </a:r>
            <a:br/>
            <a:r>
              <a:rPr b="1"/>
              <a:t>Description:</a:t>
            </a:r>
            <a:br/>
            <a:r>
              <a:rPr/>
              <a:t>Explores environmental and workplace hazards, assessment tools, and regulatory approaches. Case studies highlight the intersection of environment, policy, and health outcomes.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540 – Public Health Policy Analysis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120 or equivalent</a:t>
            </a:r>
            <a:br/>
            <a:r>
              <a:rPr b="1"/>
              <a:t>Description:</a:t>
            </a:r>
            <a:br/>
            <a:r>
              <a:rPr/>
              <a:t>Examines frameworks and tools for analyzing, developing, and evaluating public health policies. Emphasizes critical appraisal of policy interventions and their impacts.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550 – Leadership and Ethics in Public Health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None</a:t>
            </a:r>
            <a:br/>
            <a:r>
              <a:rPr b="1"/>
              <a:t>Description:</a:t>
            </a:r>
            <a:br/>
            <a:r>
              <a:rPr/>
              <a:t>Focuses on leadership principles, ethical issues in health, and professional conduct. Includes discussions of current dilemmas and leadership case studies.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590 – Thesis Research Seminar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Completion of at least 21 credits in M.Sc. program</a:t>
            </a:r>
            <a:br/>
            <a:r>
              <a:rPr b="1"/>
              <a:t>Description:</a:t>
            </a:r>
            <a:br/>
            <a:r>
              <a:rPr/>
              <a:t>Seminar supporting design and implementation of independent research. Students present progress and receive feedback from faculty and peers.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Graduate Electives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605 – Advanced Biostatistics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215 or equivalent; permission of instructor</a:t>
            </a:r>
            <a:br/>
            <a:r>
              <a:rPr b="1"/>
              <a:t>Description:</a:t>
            </a:r>
            <a:br/>
            <a:r>
              <a:rPr/>
              <a:t>Topics include multivariate analysis, survival analysis, and advanced modeling techniques with application to public health data sets.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610 – Health Program Evaluation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430 or equivalent</a:t>
            </a:r>
            <a:br/>
            <a:r>
              <a:rPr b="1"/>
              <a:t>Description:</a:t>
            </a:r>
            <a:br/>
            <a:r>
              <a:rPr/>
              <a:t>Evaluation frameworks and tools for assessing effectiveness and efficiency of community health interventions and health programs.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621 – Epidemiology of Non-Communicable Diseases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510</a:t>
            </a:r>
            <a:br/>
            <a:r>
              <a:rPr b="1"/>
              <a:t>Description:</a:t>
            </a:r>
            <a:br/>
            <a:r>
              <a:rPr/>
              <a:t>Detailed study of epidemiology, risk factors, and control strategies for chronic diseases and conditions with global and national relevance.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625 – Environmental Risk Assessment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531</a:t>
            </a:r>
            <a:br/>
            <a:r>
              <a:rPr b="1"/>
              <a:t>Description:</a:t>
            </a:r>
            <a:br/>
            <a:r>
              <a:rPr/>
              <a:t>Methods for evaluating environmental exposures, risk characterizations, and regulatory responses at the population level.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635 – Sexual and Reproductive Health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PH 340 or equivalent</a:t>
            </a:r>
            <a:br/>
            <a:r>
              <a:rPr b="1"/>
              <a:t>Description:</a:t>
            </a:r>
            <a:br/>
            <a:r>
              <a:rPr/>
              <a:t>Comprehensive overview of public health interventions, policies, and research in sexual and reproductive health, including maternal morbidity and access to reproductive health services.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645 – Health Communication Strategies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3</a:t>
            </a:r>
            <a:br/>
            <a:r>
              <a:rPr b="1"/>
              <a:t>Prerequisites:</a:t>
            </a:r>
            <a:r>
              <a:rPr/>
              <a:t> None</a:t>
            </a:r>
            <a:br/>
            <a:r>
              <a:rPr b="1"/>
              <a:t>Description:</a:t>
            </a:r>
            <a:br/>
            <a:r>
              <a:rPr/>
              <a:t>Design and assessment of health communication campaigns, use of digital media in health promotion, and the impact of communication on health behaviors.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PH 699 – Independent Research in Public Health</a:t>
            </a:r>
          </a:p>
          <a:p>
            <a:pPr lvl="0" indent="0" marL="0">
              <a:buNone/>
            </a:pPr>
            <a:r>
              <a:rPr b="1"/>
              <a:t>Credits:</a:t>
            </a:r>
            <a:r>
              <a:rPr/>
              <a:t> Variable (1–4)</a:t>
            </a:r>
            <a:br/>
            <a:r>
              <a:rPr b="1"/>
              <a:t>Prerequisites:</a:t>
            </a:r>
            <a:r>
              <a:rPr/>
              <a:t> Approval of faculty supervisor</a:t>
            </a:r>
            <a:br/>
            <a:r>
              <a:rPr b="1"/>
              <a:t>Description:</a:t>
            </a:r>
            <a:br/>
            <a:r>
              <a:rPr/>
              <a:t>Opportunity for students to pursue independent research under faculty guidance, culminating in a research report or manuscript for publication.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Additional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Department of Public Health encourages students to consult academic advisors for optimal course sequencing within their chosen concentration. Most courses are offered annually; selected electives may rotate in alternate years.</a:t>
            </a:r>
          </a:p>
          <a:p>
            <a:pPr lvl="0" indent="0" marL="0">
              <a:buNone/>
            </a:pPr>
            <a:r>
              <a:rPr/>
              <a:t>Questions regarding prerequisites, credit transfers, or program structure can be directed to the Public Health Office, Cendara University, or science.advising@cendara.edu.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2025-07-29T15:05:58Z</dcterms:created>
  <dcterms:modified xsi:type="dcterms:W3CDTF">2025-07-29T15:05:58Z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