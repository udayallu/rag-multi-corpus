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cendara.edu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acebook.com/CendaraUniversity" TargetMode="External" /><Relationship Id="rId3" Type="http://schemas.openxmlformats.org/officeDocument/2006/relationships/hyperlink" Target="https://twitter.com/CendaraUniv" TargetMode="External" /><Relationship Id="rId4" Type="http://schemas.openxmlformats.org/officeDocument/2006/relationships/hyperlink" Target="https://instagram.com/cendarauniversity" TargetMode="External" /><Relationship Id="rId5" Type="http://schemas.openxmlformats.org/officeDocument/2006/relationships/hyperlink" Target="https://linkedin.com/school/cendara-university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cendara.edu/contac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Cendara University. If you have questions, need support, or wish to reach a campus department, please use the following contact information.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University Main Contacts</a:t>
            </a:r>
          </a:p>
          <a:p>
            <a:pPr lvl="0"/>
            <a:r>
              <a:rPr b="1"/>
              <a:t>Main Campus Address:</a:t>
            </a:r>
          </a:p>
          <a:p>
            <a:pPr lvl="1"/>
            <a:r>
              <a:rPr/>
              <a:t>Cendara University</a:t>
            </a:r>
            <a:br/>
            <a:r>
              <a:rPr/>
              <a:t>410 University Crescent</a:t>
            </a:r>
            <a:br/>
            <a:r>
              <a:rPr/>
              <a:t>Silverbridge, MA 02489</a:t>
            </a:r>
            <a:br/>
            <a:r>
              <a:rPr/>
              <a:t>United States</a:t>
            </a:r>
          </a:p>
          <a:p>
            <a:pPr lvl="0"/>
            <a:r>
              <a:rPr b="1"/>
              <a:t>Main Switchboard:</a:t>
            </a:r>
          </a:p>
          <a:p>
            <a:pPr lvl="1" indent="-342900" marL="685800">
              <a:buAutoNum startAt="781" type="arabicParenBoth"/>
            </a:pPr>
            <a:r>
              <a:rPr/>
              <a:t>555-1000</a:t>
            </a:r>
          </a:p>
          <a:p>
            <a:pPr lvl="0"/>
            <a:r>
              <a:rPr b="1"/>
              <a:t>General Email Inquiries:</a:t>
            </a:r>
            <a:br/>
            <a:r>
              <a:rPr/>
              <a:t>info@cendara.edu</a:t>
            </a:r>
          </a:p>
          <a:p>
            <a:pPr lvl="0"/>
            <a:r>
              <a:rPr b="1"/>
              <a:t>Website:</a:t>
            </a:r>
            <a:br/>
            <a:r>
              <a:rPr>
                <a:hlinkClick r:id="rId2"/>
              </a:rPr>
              <a:t>www.cendara.edu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Departments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Hours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of Admissions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admissions@cendara.edu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Walters Hall, Room 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8:30am–5:00pm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Registrar’s Office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registrar@cendara.edu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Hayden Building, 1st Floor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9:00am–4:30pm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Financial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sfs@cendara.edu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Sterling Center, Room 210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8:00am–4:00pm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Help Desk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helpdesk@cendara.edu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 Commons, Lower 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8:00am–6:00pm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of Student Affairs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student.affairs@cendara.edu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Beckett Hall, Suite 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9:00am–5:00pm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Career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careers@cendara.edu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Oliver Center, Room 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8:30am–5:00pm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Disability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555-1085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disability.services@cendara.edu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Marcus Hall, Room 117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Mon–Fri, 9:00am–4:30pm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Library Reference Desk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555-1111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library@cendara.edu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Whitaker Library, Ground Floor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Mon–Sun, 8:00am–10:00pm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Campus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(781) 555-1120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security@cendara.edu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Pavilion, South Quad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24/7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College and School Contacts</a:t>
            </a:r>
          </a:p>
          <a:p>
            <a:pPr lvl="0"/>
            <a:r>
              <a:rPr b="1"/>
              <a:t>College of Liberal Arts</a:t>
            </a:r>
          </a:p>
          <a:p>
            <a:pPr lvl="1" indent="-342900" marL="685800">
              <a:buAutoNum startAt="781" type="arabicParenBoth"/>
            </a:pPr>
            <a:r>
              <a:rPr/>
              <a:t>555-1210 | cola@cendara.edu</a:t>
            </a:r>
          </a:p>
          <a:p>
            <a:pPr lvl="0"/>
            <a:r>
              <a:rPr b="1"/>
              <a:t>School of Engineering</a:t>
            </a:r>
          </a:p>
          <a:p>
            <a:pPr lvl="1" indent="-342900" marL="685800">
              <a:buAutoNum startAt="781" type="arabicParenBoth"/>
            </a:pPr>
            <a:r>
              <a:rPr/>
              <a:t>555-1310 | engineering@cendara.edu</a:t>
            </a:r>
          </a:p>
          <a:p>
            <a:pPr lvl="0"/>
            <a:r>
              <a:rPr b="1"/>
              <a:t>School of Business and Economics</a:t>
            </a:r>
          </a:p>
          <a:p>
            <a:pPr lvl="1" indent="-342900" marL="685800">
              <a:buAutoNum startAt="781" type="arabicParenBoth"/>
            </a:pPr>
            <a:r>
              <a:rPr/>
              <a:t>555-1410 | business@cendara.edu</a:t>
            </a:r>
          </a:p>
          <a:p>
            <a:pPr lvl="0"/>
            <a:r>
              <a:rPr b="1"/>
              <a:t>School of Natural Sciences</a:t>
            </a:r>
          </a:p>
          <a:p>
            <a:pPr lvl="1" indent="-342900" marL="685800">
              <a:buAutoNum startAt="781" type="arabicParenBoth"/>
            </a:pPr>
            <a:r>
              <a:rPr/>
              <a:t>555-1510 | sciences@cendara.edu</a:t>
            </a:r>
          </a:p>
          <a:p>
            <a:pPr lvl="0"/>
            <a:r>
              <a:rPr b="1"/>
              <a:t>School of Education</a:t>
            </a:r>
          </a:p>
          <a:p>
            <a:pPr lvl="1" indent="-342900" marL="685800">
              <a:buAutoNum startAt="781" type="arabicParenBoth"/>
            </a:pPr>
            <a:r>
              <a:rPr/>
              <a:t>555-1610 | education@cendara.edu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Support Services</a:t>
            </a:r>
          </a:p>
          <a:p>
            <a:pPr lvl="0"/>
            <a:r>
              <a:rPr b="1"/>
              <a:t>Counseling Center:</a:t>
            </a:r>
            <a:r>
              <a:rPr/>
              <a:t> (781) 555-1050 | counseling@cendara.edu</a:t>
            </a:r>
          </a:p>
          <a:p>
            <a:pPr lvl="0"/>
            <a:r>
              <a:rPr b="1"/>
              <a:t>Health Services:</a:t>
            </a:r>
            <a:r>
              <a:rPr/>
              <a:t> (781) 555-1060 | healthcenter@cendara.edu</a:t>
            </a:r>
          </a:p>
          <a:p>
            <a:pPr lvl="0"/>
            <a:r>
              <a:rPr b="1"/>
              <a:t>International Student Office:</a:t>
            </a:r>
            <a:r>
              <a:rPr/>
              <a:t> (781) 555-1090 | iso@cendara.edu</a:t>
            </a:r>
          </a:p>
          <a:p>
            <a:pPr lvl="0"/>
            <a:r>
              <a:rPr b="1"/>
              <a:t>Alumni Relations:</a:t>
            </a:r>
            <a:r>
              <a:rPr/>
              <a:t> (781) 555-1130 | alumni@cendara.edu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Social Media</a:t>
            </a:r>
          </a:p>
          <a:p>
            <a:pPr lvl="0"/>
            <a:r>
              <a:rPr b="1"/>
              <a:t>Facebook:</a:t>
            </a:r>
            <a:r>
              <a:rPr/>
              <a:t> </a:t>
            </a:r>
            <a:r>
              <a:rPr>
                <a:hlinkClick r:id="rId2"/>
              </a:rPr>
              <a:t>facebook.com/CendaraUniversity</a:t>
            </a:r>
          </a:p>
          <a:p>
            <a:pPr lvl="0"/>
            <a:r>
              <a:rPr b="1"/>
              <a:t>Twitter:</a:t>
            </a:r>
            <a:r>
              <a:rPr/>
              <a:t> </a:t>
            </a:r>
            <a:r>
              <a:rPr>
                <a:hlinkClick r:id="rId3"/>
              </a:rPr>
              <a:t>@CendaraUniv</a:t>
            </a:r>
          </a:p>
          <a:p>
            <a:pPr lvl="0"/>
            <a:r>
              <a:rPr b="1"/>
              <a:t>Instagram:</a:t>
            </a:r>
            <a:r>
              <a:rPr/>
              <a:t> </a:t>
            </a:r>
            <a:r>
              <a:rPr>
                <a:hlinkClick r:id="rId4"/>
              </a:rPr>
              <a:t>@cendarauniversity</a:t>
            </a:r>
          </a:p>
          <a:p>
            <a:pPr lvl="0"/>
            <a:r>
              <a:rPr b="1"/>
              <a:t>LinkedIn:</a:t>
            </a:r>
            <a:r>
              <a:rPr/>
              <a:t> </a:t>
            </a:r>
            <a:r>
              <a:rPr>
                <a:hlinkClick r:id="rId5"/>
              </a:rPr>
              <a:t>linkedin.com/school/cendara-university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further assistance, please visit our </a:t>
            </a:r>
            <a:r>
              <a:rPr>
                <a:hlinkClick r:id="rId2"/>
              </a:rPr>
              <a:t>Contact Us page</a:t>
            </a:r>
            <a:r>
              <a:rPr/>
              <a:t> or call our main switchboard during business hours.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2025-07-29T15:05:54Z</dcterms:created>
  <dcterms:modified xsi:type="dcterms:W3CDTF">2025-07-29T15:05:54Z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