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Department of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Course Catalog 2024–2025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Undergraduate Courses (B.A. in History)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101: Foundations of World History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An introductory survey of global historical developments from ancient civilizations to the early modern era. Topics include early societies, major world religions, trade networks, empires, and cross-cultural encounters.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115: Introduction to Historical Methods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 practical course exploring how historians investigate and interpret the past. Students gain experience with primary sources, historical arguments, and bibliography construction. Includes workshops on archival research and oral history interviews.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201: History of the United States to 1877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 comprehensive overview of American history from pre-colonial societies through Reconstruction. Focus on colonial life, the American Revolution, Constitution, Civil War, and post-war transformations.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213: Modern European History, 1789–Present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An analysis of major political, social, and cultural developments in Europe since the French Revolution. Topics include nationalism, industrialization, the world wars, the Cold War, and the European Union.</a:t>
            </a:r>
            <a:br/>
            <a:r>
              <a:rPr b="1"/>
              <a:t>Prerequisites:</a:t>
            </a:r>
            <a:r>
              <a:rPr/>
              <a:t> HIST 101 or consent of instructor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225: History of East Asia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An introduction to the histories of China, Japan, and Korea from ancient times to the 20th century. Emphasis on changing political structures, cultural exchanges, and regional conflicts.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320: Public History: Theory and Practice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This course explores the theory and practice of public history, including museum curation, historic preservation, and community history projects. Students participate in local public history initiatives and develop professional portfolios.</a:t>
            </a:r>
            <a:br/>
            <a:r>
              <a:rPr b="1"/>
              <a:t>Prerequisites:</a:t>
            </a:r>
            <a:r>
              <a:rPr/>
              <a:t> HIST 115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330: Gender in World History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 comparative study of gender roles and identities in various global societies from antiquity to the present. Includes examinations of family, labor, law, and cultural representations.</a:t>
            </a:r>
            <a:br/>
            <a:r>
              <a:rPr b="1"/>
              <a:t>Prerequisites:</a:t>
            </a:r>
            <a:r>
              <a:rPr/>
              <a:t> One 200-level HIST course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350: The Historian’s Craft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Advanced instruction in historiographical debates, interpretation of evidence, and historical writing. Culminates in a major research paper using primary and secondary sources.</a:t>
            </a:r>
            <a:br/>
            <a:r>
              <a:rPr b="1"/>
              <a:t>Prerequisites:</a:t>
            </a:r>
            <a:r>
              <a:rPr/>
              <a:t> HIST 115 and at least one 200-level HIST course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390: Special Topics in History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Seminar on selected themes or regions of historical inquiry, varying by semester (e.g., Migration in the Ancient World, African Kingdoms, Environmental History).</a:t>
            </a:r>
            <a:br/>
            <a:r>
              <a:rPr b="1"/>
              <a:t>Prerequisites:</a:t>
            </a:r>
            <a:r>
              <a:rPr/>
              <a:t> At least one 300-level HIST course or consent of instructor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495: Senior Seminar in History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Capstone course featuring advanced research, seminar discussion, and the preparation of a substantial thesis. Required for all senior majors.</a:t>
            </a:r>
            <a:br/>
            <a:r>
              <a:rPr b="1"/>
              <a:t>Prerequisites:</a:t>
            </a:r>
            <a:r>
              <a:rPr/>
              <a:t> HIST 350 and senior standing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Graduate Courses (M.A./Ph.D. in History)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505: Graduate Historiography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Intensive survey of historiographical traditions and theoretical approaches in historical scholarship. Students examine the evolution of historical writing, methodological debates, and contemporary trends in the discipline.</a:t>
            </a:r>
            <a:br/>
            <a:r>
              <a:rPr b="1"/>
              <a:t>Prerequisites:</a:t>
            </a:r>
            <a:r>
              <a:rPr/>
              <a:t> Admission to graduate program in History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511: Archival Research Methods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Hands-on training in archival theory, paleography, and digital archival tools. Includes fieldwork at the Cendara University Special Collections and local archives.</a:t>
            </a:r>
            <a:br/>
            <a:r>
              <a:rPr b="1"/>
              <a:t>Prerequisites:</a:t>
            </a:r>
            <a:r>
              <a:rPr/>
              <a:t> HIST 505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521: Seminar in Early Modern History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Graduate-level analysis of key issues in early modern global history. Emphasis on comparative empire studies, religious reforms, and scientific revolutions.</a:t>
            </a:r>
            <a:br/>
            <a:r>
              <a:rPr b="1"/>
              <a:t>Prerequisites:</a:t>
            </a:r>
            <a:r>
              <a:rPr/>
              <a:t> HIST 505 or consent of instructor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532: Topics in American Historiography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Explores major topics and methodological innovations in the writing of American history, with critical evaluation of primary and secondary sources.</a:t>
            </a:r>
            <a:br/>
            <a:r>
              <a:rPr b="1"/>
              <a:t>Prerequisites:</a:t>
            </a:r>
            <a:r>
              <a:rPr/>
              <a:t> HIST 505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545: Digital History and Public Engagement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This course introduces digital tools for historical research and public presentation, including GIS mapping, digital exhibition design, and social media outreach. Students develop and present collaborative digital projects.</a:t>
            </a:r>
            <a:br/>
            <a:r>
              <a:rPr b="1"/>
              <a:t>Prerequisites:</a:t>
            </a:r>
            <a:r>
              <a:rPr/>
              <a:t> HIST 511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587: History and Memory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An interdisciplinary seminar on the uses of memory in shaping historical narratives, including studies of commemoration, collective memory, and the politics of remembrance.</a:t>
            </a:r>
            <a:br/>
            <a:r>
              <a:rPr b="1"/>
              <a:t>Prerequisites:</a:t>
            </a:r>
            <a:r>
              <a:rPr/>
              <a:t> HIST 505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610: Advanced Research Seminar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Designed for students preparing thesis or dissertation projects. Students present their research, receive critiques, and engage in in-depth methodological discussions.</a:t>
            </a:r>
            <a:br/>
            <a:r>
              <a:rPr b="1"/>
              <a:t>Prerequisites:</a:t>
            </a:r>
            <a:r>
              <a:rPr/>
              <a:t> 18 graduate credit hours in History, including HIST 505 and HIST 511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 699: Dissertation Research</a:t>
            </a:r>
          </a:p>
          <a:p>
            <a:pPr lvl="0" indent="0" marL="0">
              <a:buNone/>
            </a:pPr>
            <a:r>
              <a:rPr b="1"/>
              <a:t>Credit Hours:</a:t>
            </a:r>
            <a:r>
              <a:rPr/>
              <a:t> Variable (1–9)</a:t>
            </a:r>
            <a:br/>
            <a:r>
              <a:rPr b="1"/>
              <a:t>Description:</a:t>
            </a:r>
            <a:br/>
            <a:r>
              <a:rPr/>
              <a:t>Independent research under the supervision of a faculty advisor leading to the doctoral dissertation. May be repeated for credit.</a:t>
            </a:r>
            <a:br/>
            <a:r>
              <a:rPr b="1"/>
              <a:t>Prerequisites:</a:t>
            </a:r>
            <a:r>
              <a:rPr/>
              <a:t> Admission to candidacy for Ph.D. in History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Some electives and special topics courses vary by semester and require departmental approval.</a:t>
            </a:r>
          </a:p>
          <a:p>
            <a:pPr lvl="0"/>
            <a:r>
              <a:rPr/>
              <a:t>For full degree requirements, see the Department of History program guidelines.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2025-07-29T15:05:02Z</dcterms:created>
  <dcterms:modified xsi:type="dcterms:W3CDTF">2025-07-29T15:05:02Z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