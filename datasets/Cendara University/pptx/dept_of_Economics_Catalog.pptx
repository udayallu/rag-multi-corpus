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www.cendara.edu/economics/course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Department of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Course Catalog 2024–2025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Undergraduate Program: B.Sc. in Economics</a:t>
            </a:r>
          </a:p>
          <a:p>
            <a:pPr lvl="0" indent="0" marL="0">
              <a:buNone/>
            </a:pPr>
            <a:r>
              <a:rPr/>
              <a:t>Specializations: Macroeconomics, Econometrics, International Economics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Undergraduate Courses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101: Principles of Microeconomics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Introduction to microeconomic theory, including supply and demand, market structures, consumer behavior, and the role of government. Emphasis on real-world applications and critical thinking about everyday economic issues.</a:t>
            </a:r>
            <a:br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102: Principles of Macroeconomics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Foundations of macroeconomics: national income, economic growth, unemployment, inflation, monetary and fiscal policy. Analysis of current macroeconomic challenges and policy debates.</a:t>
            </a:r>
            <a:br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201: Intermediate Microeconomics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Detailed study of consumer theory, production and costs, market equilibrium, and competitive markets. Introduction to strategic behavior and market failures.</a:t>
            </a:r>
            <a:br/>
            <a:r>
              <a:rPr b="1"/>
              <a:t>Prerequisites:</a:t>
            </a:r>
            <a:r>
              <a:rPr/>
              <a:t> ECON 101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202: Intermediate Macroeconomics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Examination of economic growth, business cycles, aggregate demand and supply, and the impacts of monetary and fiscal policies on national and global economies.</a:t>
            </a:r>
            <a:br/>
            <a:r>
              <a:rPr b="1"/>
              <a:t>Prerequisites:</a:t>
            </a:r>
            <a:r>
              <a:rPr/>
              <a:t> ECON 102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210: Statistics for Economists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Introduction to statistical concepts, probability theory, and data analysis in economics. Hands-on experience with statistical software and interpretation of economic data sets.</a:t>
            </a:r>
            <a:br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221: Introduction to Econometrics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Statistical techniques in estimating economic models: regression analysis, hypothesis testing, and forecasting. Practical applications using real-world data.</a:t>
            </a:r>
            <a:br/>
            <a:r>
              <a:rPr b="1"/>
              <a:t>Prerequisites:</a:t>
            </a:r>
            <a:r>
              <a:rPr/>
              <a:t> ECON 210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230: Money and Banking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Study of money, banking systems, and financial institutions. Analysis of central banking, monetary policy, and their effects on the economy.</a:t>
            </a:r>
            <a:br/>
            <a:r>
              <a:rPr b="1"/>
              <a:t>Prerequisites:</a:t>
            </a:r>
            <a:r>
              <a:rPr/>
              <a:t> ECON 102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240: International Economics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Theories of international trade, exchange rates, trade policy, and their impact on global economic relations. Discussion of current international economic issues.</a:t>
            </a:r>
            <a:br/>
            <a:r>
              <a:rPr b="1"/>
              <a:t>Prerequisites:</a:t>
            </a:r>
            <a:r>
              <a:rPr/>
              <a:t> ECON 101, ECON 102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270: Development Economics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Examination of economic development in low- and middle-income countries. Focus on poverty, inequality, population growth, and policy strategies for promoting sustainable development.</a:t>
            </a:r>
            <a:br/>
            <a:r>
              <a:rPr b="1"/>
              <a:t>Prerequisites:</a:t>
            </a:r>
            <a:r>
              <a:rPr/>
              <a:t> ECON 102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310: Public Finance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Economic analysis of government expenditures and tax policies. Role of government in resource allocation, income distribution, and economic stability.</a:t>
            </a:r>
            <a:br/>
            <a:r>
              <a:rPr b="1"/>
              <a:t>Prerequisites:</a:t>
            </a:r>
            <a:r>
              <a:rPr/>
              <a:t> ECON 201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320: Game Theory and Strategic Behavior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Introduction to the fundamentals of game theory, including Nash equilibrium, repeated games, and applications to business, politics, and economics.</a:t>
            </a:r>
            <a:br/>
            <a:r>
              <a:rPr b="1"/>
              <a:t>Prerequisites:</a:t>
            </a:r>
            <a:r>
              <a:rPr/>
              <a:t> ECON 201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350: Labor Economics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Analysis of labor markets, wage determination, employment, and the effects of unions and government policies on labor outcomes.</a:t>
            </a:r>
            <a:br/>
            <a:r>
              <a:rPr b="1"/>
              <a:t>Prerequisites:</a:t>
            </a:r>
            <a:r>
              <a:rPr/>
              <a:t> ECON 201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360: Environmental Economics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Study of the economics of environmental policy, natural resource management, and sustainability. Discussion of market-based solutions to environmental challenges.</a:t>
            </a:r>
            <a:br/>
            <a:r>
              <a:rPr b="1"/>
              <a:t>Prerequisites:</a:t>
            </a:r>
            <a:r>
              <a:rPr/>
              <a:t> ECON 201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399: Research Methods in Economics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Training in empirical research design, data collection, and interpretation of results. Preparation for honors thesis or upper-level research projects.</a:t>
            </a:r>
            <a:br/>
            <a:r>
              <a:rPr b="1"/>
              <a:t>Prerequisites:</a:t>
            </a:r>
            <a:r>
              <a:rPr/>
              <a:t> ECON 221, Junior standing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410: Senior Seminar in Economics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Capstone course requiring the completion and presentation of an independent research project. Emphasis on integrating theory, data, and policy analysis.</a:t>
            </a:r>
            <a:br/>
            <a:r>
              <a:rPr b="1"/>
              <a:t>Prerequisites:</a:t>
            </a:r>
            <a:r>
              <a:rPr/>
              <a:t> Senior standing, ECON 399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Undergraduate Electives</a:t>
            </a:r>
          </a:p>
          <a:p>
            <a:pPr lvl="0"/>
            <a:r>
              <a:rPr b="1"/>
              <a:t>ECON 273: Economics of Inequality</a:t>
            </a:r>
            <a:r>
              <a:rPr/>
              <a:t> (3 credits, Prerequisite: ECON 201)</a:t>
            </a:r>
            <a:br/>
            <a:r>
              <a:rPr/>
              <a:t>Focuses on measurement and determinants of economic inequality within and across countries.</a:t>
            </a:r>
          </a:p>
          <a:p>
            <a:pPr lvl="0"/>
            <a:r>
              <a:rPr b="1"/>
              <a:t>ECON 280: Behavioral Economics</a:t>
            </a:r>
            <a:r>
              <a:rPr/>
              <a:t> (3 credits, Prerequisite: ECON 201)</a:t>
            </a:r>
            <a:br/>
            <a:r>
              <a:rPr/>
              <a:t>Explores how psychological factors influence economic decision-making.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Graduate Program: M.Sc. in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Concentration: Advanced microeconomic and macroeconomic theory, applied research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Graduate Courses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501: Mathematical Methods for Economists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4</a:t>
            </a:r>
            <a:br/>
            <a:r>
              <a:rPr b="1"/>
              <a:t>Description:</a:t>
            </a:r>
            <a:br/>
            <a:r>
              <a:rPr/>
              <a:t>Advanced mathematical techniques for economic modeling: calculus, optimization, and linear algebra tailored to economic applications.</a:t>
            </a:r>
            <a:br/>
            <a:r>
              <a:rPr b="1"/>
              <a:t>Prerequisites:</a:t>
            </a:r>
            <a:r>
              <a:rPr/>
              <a:t> Undergraduate-level mathematics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510: Advanced Microeconomic Theory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4</a:t>
            </a:r>
            <a:br/>
            <a:r>
              <a:rPr b="1"/>
              <a:t>Description:</a:t>
            </a:r>
            <a:br/>
            <a:r>
              <a:rPr/>
              <a:t>Rigorous analysis of consumer and producer behavior, market equilibrium, general equilibrium, and welfare economics.</a:t>
            </a:r>
            <a:br/>
            <a:r>
              <a:rPr b="1"/>
              <a:t>Prerequisites:</a:t>
            </a:r>
            <a:r>
              <a:rPr/>
              <a:t> ECON 201 or equivalent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520: Advanced Macroeconomic Theory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4</a:t>
            </a:r>
            <a:br/>
            <a:r>
              <a:rPr b="1"/>
              <a:t>Description:</a:t>
            </a:r>
            <a:br/>
            <a:r>
              <a:rPr/>
              <a:t>Explores advanced models of economic growth, expectations, and policy analysis. Topics include real business cycle theory and dynamic stochastic general equilibrium.</a:t>
            </a:r>
            <a:br/>
            <a:r>
              <a:rPr b="1"/>
              <a:t>Prerequisites:</a:t>
            </a:r>
            <a:r>
              <a:rPr/>
              <a:t> ECON 202 or equivalent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530: Econometric Theory and Methods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4</a:t>
            </a:r>
            <a:br/>
            <a:r>
              <a:rPr b="1"/>
              <a:t>Description:</a:t>
            </a:r>
            <a:br/>
            <a:r>
              <a:rPr/>
              <a:t>Advanced methods in estimation, hypothesis testing, time series analysis, and panel data models. Implementation using econometric software.</a:t>
            </a:r>
            <a:br/>
            <a:r>
              <a:rPr b="1"/>
              <a:t>Prerequisites:</a:t>
            </a:r>
            <a:r>
              <a:rPr/>
              <a:t> ECON 221, undergraduate-level statistics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561: International Trade and Finance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Contemporary theory and practice of international trade, capital flows, exchange rates, and the global financial system.</a:t>
            </a:r>
            <a:br/>
            <a:r>
              <a:rPr b="1"/>
              <a:t>Prerequisites:</a:t>
            </a:r>
            <a:r>
              <a:rPr/>
              <a:t> ECON 240 or equivalent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570: Applied Policy Analysis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Methodologies for evaluating the economic impact of public policies in areas such as health, education, and taxation. Emphasis on cost-benefit analysis and real-world case studies.</a:t>
            </a:r>
            <a:br/>
            <a:r>
              <a:rPr b="1"/>
              <a:t>Prerequisites:</a:t>
            </a:r>
            <a:r>
              <a:rPr/>
              <a:t> ECON 510, ECON 530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590: Research Seminar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3</a:t>
            </a:r>
            <a:br/>
            <a:r>
              <a:rPr b="1"/>
              <a:t>Description:</a:t>
            </a:r>
            <a:br/>
            <a:r>
              <a:rPr/>
              <a:t>Weekly seminar addressing current research topics in economics. Presentations by faculty, visiting scholars, and students.</a:t>
            </a:r>
            <a:br/>
            <a:r>
              <a:rPr b="1"/>
              <a:t>Prerequisites:</a:t>
            </a:r>
            <a:r>
              <a:rPr/>
              <a:t> Enrollment in M.Sc. program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ECON 599: Thesis in Economics</a:t>
            </a:r>
          </a:p>
          <a:p>
            <a:pPr lvl="0" indent="0" marL="0">
              <a:buNone/>
            </a:pPr>
            <a:r>
              <a:rPr b="1"/>
              <a:t>Credits</a:t>
            </a:r>
            <a:r>
              <a:rPr/>
              <a:t>: 6</a:t>
            </a:r>
            <a:br/>
            <a:r>
              <a:rPr b="1"/>
              <a:t>Description:</a:t>
            </a:r>
            <a:br/>
            <a:r>
              <a:rPr/>
              <a:t>Supervised independent research culminating in a written thesis and oral defense. Open only to M.Sc. candidates in their final term.</a:t>
            </a:r>
            <a:br/>
            <a:r>
              <a:rPr b="1"/>
              <a:t>Prerequisites:</a:t>
            </a:r>
            <a:r>
              <a:rPr/>
              <a:t> Completion of core M.Sc. coursework and approval of thesis proposal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Graduate Electives</a:t>
            </a:r>
          </a:p>
          <a:p>
            <a:pPr lvl="0"/>
            <a:r>
              <a:rPr b="1"/>
              <a:t>ECON 582: Topics in Development Economics</a:t>
            </a:r>
            <a:r>
              <a:rPr/>
              <a:t> (3 credits, Prerequisites: ECON 510)</a:t>
            </a:r>
            <a:br/>
            <a:r>
              <a:rPr/>
              <a:t>In-depth study of advanced issues in economic development, including field experiments and policy interventions.</a:t>
            </a:r>
          </a:p>
          <a:p>
            <a:pPr lvl="0"/>
            <a:r>
              <a:rPr b="1"/>
              <a:t>ECON 584: Advanced Econometrics</a:t>
            </a:r>
            <a:r>
              <a:rPr/>
              <a:t> (3 credits, Prerequisites: ECON 530)</a:t>
            </a:r>
            <a:br/>
            <a:r>
              <a:rPr/>
              <a:t>Advanced topics: limited dependent variables, instrumental variables, and nonlinear models.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additional information, please contact the Department of Economics at economics@cendara.edu, or consult the full course catalog at </a:t>
            </a:r>
            <a:r>
              <a:rPr>
                <a:hlinkClick r:id="rId2"/>
              </a:rPr>
              <a:t>www.cendara.edu/economics/courses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2025-07-29T15:05:38Z</dcterms:created>
  <dcterms:modified xsi:type="dcterms:W3CDTF">2025-07-29T15:05:38Z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