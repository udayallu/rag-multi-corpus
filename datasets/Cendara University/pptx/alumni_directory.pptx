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linkedin.com/in/rachelmontrose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linkedin.com/in/tariqalhussain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twitter.com/lphistory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linkedin.com/in/minhchaues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linkedin.com/in/ethanrivers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lumni.cendara.edu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mentoring.cendara.edu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 Alumni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the Cendara University Alumni Directory, your gateway to connecting with fellow graduates and the broader university community. This directory offers up-to-date contact details and highlights networking opportunities for professional development and social engagement.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Featured Alumni Listings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Rachel A. Montrose</a:t>
            </a:r>
          </a:p>
          <a:p>
            <a:pPr lvl="0"/>
            <a:r>
              <a:rPr b="1"/>
              <a:t>Graduation Year:</a:t>
            </a:r>
            <a:r>
              <a:rPr/>
              <a:t> 2012</a:t>
            </a:r>
            <a:br/>
          </a:p>
          <a:p>
            <a:pPr lvl="0"/>
            <a:r>
              <a:rPr b="1"/>
              <a:t>Degree:</a:t>
            </a:r>
            <a:r>
              <a:rPr/>
              <a:t> Bachelor of Science in Computer Science</a:t>
            </a:r>
            <a:br/>
          </a:p>
          <a:p>
            <a:pPr lvl="0"/>
            <a:r>
              <a:rPr b="1"/>
              <a:t>Current Position:</a:t>
            </a:r>
            <a:r>
              <a:rPr/>
              <a:t> Lead Software Developer, Nebula Systems Ltd.</a:t>
            </a:r>
            <a:br/>
          </a:p>
          <a:p>
            <a:pPr lvl="0"/>
            <a:r>
              <a:rPr b="1"/>
              <a:t>Location:</a:t>
            </a:r>
            <a:r>
              <a:rPr/>
              <a:t> San Francisco, CA</a:t>
            </a:r>
            <a:br/>
          </a:p>
          <a:p>
            <a:pPr lvl="0"/>
            <a:r>
              <a:rPr b="1"/>
              <a:t>Email:</a:t>
            </a:r>
            <a:r>
              <a:rPr/>
              <a:t> r.montrose@alumni.cendara.edu</a:t>
            </a:r>
            <a:br/>
          </a:p>
          <a:p>
            <a:pPr lvl="0"/>
            <a:r>
              <a:rPr b="1"/>
              <a:t>LinkedIn:</a:t>
            </a:r>
            <a:r>
              <a:rPr/>
              <a:t> </a:t>
            </a:r>
            <a:r>
              <a:rPr>
                <a:hlinkClick r:id="rId2"/>
              </a:rPr>
              <a:t>linkedin.com/in/rachelmontrose</a:t>
            </a:r>
            <a:br/>
          </a:p>
          <a:p>
            <a:pPr lvl="0"/>
            <a:r>
              <a:rPr b="1"/>
              <a:t>Networking Interests:</a:t>
            </a:r>
            <a:r>
              <a:rPr/>
              <a:t> Startup mentorship, Women in Tech initiative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Tariq Al-Hussain</a:t>
            </a:r>
          </a:p>
          <a:p>
            <a:pPr lvl="0"/>
            <a:r>
              <a:rPr b="1"/>
              <a:t>Graduation Year:</a:t>
            </a:r>
            <a:r>
              <a:rPr/>
              <a:t> 2017</a:t>
            </a:r>
            <a:br/>
          </a:p>
          <a:p>
            <a:pPr lvl="0"/>
            <a:r>
              <a:rPr b="1"/>
              <a:t>Degree:</a:t>
            </a:r>
            <a:r>
              <a:rPr/>
              <a:t> Master of Business Administration</a:t>
            </a:r>
            <a:br/>
          </a:p>
          <a:p>
            <a:pPr lvl="0"/>
            <a:r>
              <a:rPr b="1"/>
              <a:t>Current Position:</a:t>
            </a:r>
            <a:r>
              <a:rPr/>
              <a:t> Regional Marketing Manager, Apex Health Corp.</a:t>
            </a:r>
            <a:br/>
          </a:p>
          <a:p>
            <a:pPr lvl="0"/>
            <a:r>
              <a:rPr b="1"/>
              <a:t>Location:</a:t>
            </a:r>
            <a:r>
              <a:rPr/>
              <a:t> Dubai, UAE</a:t>
            </a:r>
            <a:br/>
          </a:p>
          <a:p>
            <a:pPr lvl="0"/>
            <a:r>
              <a:rPr b="1"/>
              <a:t>Email:</a:t>
            </a:r>
            <a:r>
              <a:rPr/>
              <a:t> tariq.alhussain@alumni.cendara.edu</a:t>
            </a:r>
            <a:br/>
          </a:p>
          <a:p>
            <a:pPr lvl="0"/>
            <a:r>
              <a:rPr b="1"/>
              <a:t>LinkedIn:</a:t>
            </a:r>
            <a:r>
              <a:rPr/>
              <a:t> </a:t>
            </a:r>
            <a:r>
              <a:rPr>
                <a:hlinkClick r:id="rId2"/>
              </a:rPr>
              <a:t>linkedin.com/in/tariqalhussain</a:t>
            </a:r>
            <a:br/>
          </a:p>
          <a:p>
            <a:pPr lvl="0"/>
            <a:r>
              <a:rPr b="1"/>
              <a:t>Networking Interests:</a:t>
            </a:r>
            <a:r>
              <a:rPr/>
              <a:t> International business, Healthcare management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Lauren Pembridge</a:t>
            </a:r>
          </a:p>
          <a:p>
            <a:pPr lvl="0"/>
            <a:r>
              <a:rPr b="1"/>
              <a:t>Graduation Year:</a:t>
            </a:r>
            <a:r>
              <a:rPr/>
              <a:t> 2009</a:t>
            </a:r>
            <a:br/>
          </a:p>
          <a:p>
            <a:pPr lvl="0"/>
            <a:r>
              <a:rPr b="1"/>
              <a:t>Degree:</a:t>
            </a:r>
            <a:r>
              <a:rPr/>
              <a:t> BA History</a:t>
            </a:r>
            <a:br/>
          </a:p>
          <a:p>
            <a:pPr lvl="0"/>
            <a:r>
              <a:rPr b="1"/>
              <a:t>Current Position:</a:t>
            </a:r>
            <a:r>
              <a:rPr/>
              <a:t> Assistant Curator, New Haven History Museum</a:t>
            </a:r>
            <a:br/>
          </a:p>
          <a:p>
            <a:pPr lvl="0"/>
            <a:r>
              <a:rPr b="1"/>
              <a:t>Location:</a:t>
            </a:r>
            <a:r>
              <a:rPr/>
              <a:t> New Haven, CT</a:t>
            </a:r>
            <a:br/>
          </a:p>
          <a:p>
            <a:pPr lvl="0"/>
            <a:r>
              <a:rPr b="1"/>
              <a:t>Email:</a:t>
            </a:r>
            <a:r>
              <a:rPr/>
              <a:t> l.pembridge@alumni.cendara.edu</a:t>
            </a:r>
            <a:br/>
          </a:p>
          <a:p>
            <a:pPr lvl="0"/>
            <a:r>
              <a:rPr b="1"/>
              <a:t>Twitter:</a:t>
            </a:r>
            <a:r>
              <a:rPr/>
              <a:t> </a:t>
            </a:r>
            <a:r>
              <a:rPr>
                <a:hlinkClick r:id="rId2"/>
              </a:rPr>
              <a:t>@lphistory</a:t>
            </a:r>
            <a:br/>
          </a:p>
          <a:p>
            <a:pPr lvl="0"/>
            <a:r>
              <a:rPr b="1"/>
              <a:t>Networking Interests:</a:t>
            </a:r>
            <a:r>
              <a:rPr/>
              <a:t> Arts and Culture, Historical research collaborations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Dr. Minh Chau Nguyen</a:t>
            </a:r>
          </a:p>
          <a:p>
            <a:pPr lvl="0"/>
            <a:r>
              <a:rPr b="1"/>
              <a:t>Graduation Year:</a:t>
            </a:r>
            <a:r>
              <a:rPr/>
              <a:t> 2014</a:t>
            </a:r>
            <a:br/>
          </a:p>
          <a:p>
            <a:pPr lvl="0"/>
            <a:r>
              <a:rPr b="1"/>
              <a:t>Degree:</a:t>
            </a:r>
            <a:r>
              <a:rPr/>
              <a:t> PhD in Environmental Sciences</a:t>
            </a:r>
            <a:br/>
          </a:p>
          <a:p>
            <a:pPr lvl="0"/>
            <a:r>
              <a:rPr b="1"/>
              <a:t>Current Position:</a:t>
            </a:r>
            <a:r>
              <a:rPr/>
              <a:t> Senior Researcher, Pacific Institute for Climate Studies</a:t>
            </a:r>
            <a:br/>
          </a:p>
          <a:p>
            <a:pPr lvl="0"/>
            <a:r>
              <a:rPr b="1"/>
              <a:t>Location:</a:t>
            </a:r>
            <a:r>
              <a:rPr/>
              <a:t> Hanoi, Vietnam</a:t>
            </a:r>
            <a:br/>
          </a:p>
          <a:p>
            <a:pPr lvl="0"/>
            <a:r>
              <a:rPr b="1"/>
              <a:t>Email:</a:t>
            </a:r>
            <a:r>
              <a:rPr/>
              <a:t> minh.nguyen@alumni.cendara.edu</a:t>
            </a:r>
            <a:br/>
          </a:p>
          <a:p>
            <a:pPr lvl="0"/>
            <a:r>
              <a:rPr b="1"/>
              <a:t>LinkedIn:</a:t>
            </a:r>
            <a:r>
              <a:rPr/>
              <a:t> </a:t>
            </a:r>
            <a:r>
              <a:rPr>
                <a:hlinkClick r:id="rId2"/>
              </a:rPr>
              <a:t>linkedin.com/in/minhchaues</a:t>
            </a:r>
            <a:br/>
          </a:p>
          <a:p>
            <a:pPr lvl="0"/>
            <a:r>
              <a:rPr b="1"/>
              <a:t>Networking Interests:</a:t>
            </a:r>
            <a:r>
              <a:rPr/>
              <a:t> Climate science, Environmental policy advocacy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Ethan K. Rivers</a:t>
            </a:r>
          </a:p>
          <a:p>
            <a:pPr lvl="0"/>
            <a:r>
              <a:rPr b="1"/>
              <a:t>Graduation Year:</a:t>
            </a:r>
            <a:r>
              <a:rPr/>
              <a:t> 2021</a:t>
            </a:r>
            <a:br/>
          </a:p>
          <a:p>
            <a:pPr lvl="0"/>
            <a:r>
              <a:rPr b="1"/>
              <a:t>Degree:</a:t>
            </a:r>
            <a:r>
              <a:rPr/>
              <a:t> Bachelor of Engineering - Civil</a:t>
            </a:r>
            <a:br/>
          </a:p>
          <a:p>
            <a:pPr lvl="0"/>
            <a:r>
              <a:rPr b="1"/>
              <a:t>Current Position:</a:t>
            </a:r>
            <a:r>
              <a:rPr/>
              <a:t> Junior Project Engineer, Stonecrest Construction</a:t>
            </a:r>
            <a:br/>
          </a:p>
          <a:p>
            <a:pPr lvl="0"/>
            <a:r>
              <a:rPr b="1"/>
              <a:t>Location:</a:t>
            </a:r>
            <a:r>
              <a:rPr/>
              <a:t> Vancouver, BC</a:t>
            </a:r>
            <a:br/>
          </a:p>
          <a:p>
            <a:pPr lvl="0"/>
            <a:r>
              <a:rPr b="1"/>
              <a:t>Email:</a:t>
            </a:r>
            <a:r>
              <a:rPr/>
              <a:t> ethan.rivers@alumni.cendara.edu</a:t>
            </a:r>
            <a:br/>
          </a:p>
          <a:p>
            <a:pPr lvl="0"/>
            <a:r>
              <a:rPr b="1"/>
              <a:t>LinkedIn:</a:t>
            </a:r>
            <a:r>
              <a:rPr/>
              <a:t> </a:t>
            </a:r>
            <a:r>
              <a:rPr>
                <a:hlinkClick r:id="rId2"/>
              </a:rPr>
              <a:t>linkedin.com/in/ethanrivers</a:t>
            </a:r>
            <a:br/>
          </a:p>
          <a:p>
            <a:pPr lvl="0"/>
            <a:r>
              <a:rPr b="1"/>
              <a:t>Networking Interests:</a:t>
            </a:r>
            <a:r>
              <a:rPr/>
              <a:t> Green construction, Intern mentorship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Alumni Networking Resources</a:t>
            </a:r>
          </a:p>
          <a:p>
            <a:pPr lvl="0" indent="0" marL="0">
              <a:buNone/>
            </a:pPr>
            <a:r>
              <a:rPr/>
              <a:t>Cendara University fosters lifelong connections through a variety of exclusive resources available to alumni and current students: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Cendara Alumni Portal</a:t>
            </a:r>
          </a:p>
          <a:p>
            <a:pPr lvl="0"/>
            <a:r>
              <a:rPr b="1"/>
              <a:t>Website:</a:t>
            </a:r>
            <a:r>
              <a:rPr/>
              <a:t> </a:t>
            </a:r>
            <a:r>
              <a:rPr>
                <a:hlinkClick r:id="rId2"/>
              </a:rPr>
              <a:t>alumni.cendara.edu</a:t>
            </a:r>
            <a:br/>
          </a:p>
          <a:p>
            <a:pPr lvl="0"/>
            <a:r>
              <a:rPr/>
              <a:t>Secure directory for searching graduates by city, discipline, or profession</a:t>
            </a:r>
          </a:p>
          <a:p>
            <a:pPr lvl="0"/>
            <a:r>
              <a:rPr/>
              <a:t>Profile updates and career achievements sharing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Regional Alumni Chapters</a:t>
            </a:r>
          </a:p>
          <a:p>
            <a:pPr lvl="0"/>
            <a:r>
              <a:rPr b="1"/>
              <a:t>Cendara Bay Area Club</a:t>
            </a:r>
            <a:r>
              <a:rPr/>
              <a:t>: Quarterly mixers and tech seminars in San Francisco</a:t>
            </a:r>
          </a:p>
          <a:p>
            <a:pPr lvl="0"/>
            <a:r>
              <a:rPr b="1"/>
              <a:t>Cendara London Society</a:t>
            </a:r>
            <a:r>
              <a:rPr/>
              <a:t>: Cultural evenings and guest speaker panels</a:t>
            </a:r>
          </a:p>
          <a:p>
            <a:pPr lvl="0"/>
            <a:r>
              <a:rPr b="1"/>
              <a:t>Southeast Asia Alumni Network</a:t>
            </a:r>
            <a:r>
              <a:rPr/>
              <a:t>: Annual leadership summit in Kuala Lumpur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Career Networking Events</a:t>
            </a:r>
          </a:p>
          <a:p>
            <a:pPr lvl="0"/>
            <a:r>
              <a:rPr b="1"/>
              <a:t>Annual Career Connect</a:t>
            </a:r>
            <a:r>
              <a:rPr/>
              <a:t> (April): Alumni and student panel discussions, resume workshops, job fair</a:t>
            </a:r>
          </a:p>
          <a:p>
            <a:pPr lvl="0"/>
            <a:r>
              <a:rPr b="1"/>
              <a:t>Mentorship Week</a:t>
            </a:r>
            <a:r>
              <a:rPr/>
              <a:t> (September): Alumni pairing with final-year students for career advice</a:t>
            </a:r>
          </a:p>
          <a:p>
            <a:pPr lvl="0"/>
            <a:r>
              <a:rPr b="1"/>
              <a:t>Webinar Series:</a:t>
            </a:r>
            <a:r>
              <a:rPr/>
              <a:t> Monthly online forums on topics ranging from entrepreneurship to nonprofit leadership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Professional Interest Groups</a:t>
            </a:r>
          </a:p>
          <a:p>
            <a:pPr lvl="0"/>
            <a:r>
              <a:rPr b="1"/>
              <a:t>Women in STEM Network:</a:t>
            </a:r>
            <a:r>
              <a:rPr/>
              <a:t> Supporting gender equity in science and engineering</a:t>
            </a:r>
          </a:p>
          <a:p>
            <a:pPr lvl="0"/>
            <a:r>
              <a:rPr b="1"/>
              <a:t>Cendara Entrepreneurs Collective:</a:t>
            </a:r>
            <a:r>
              <a:rPr/>
              <a:t> Start-up networking and resource sharing</a:t>
            </a:r>
          </a:p>
          <a:p>
            <a:pPr lvl="0"/>
            <a:r>
              <a:rPr b="1"/>
              <a:t>Arts &amp; Letters Circle:</a:t>
            </a:r>
            <a:r>
              <a:rPr/>
              <a:t> Alumni in creative fields meet for virtual and live salons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Connecting Current Students with Alumni</a:t>
            </a:r>
          </a:p>
          <a:p>
            <a:pPr lvl="0" indent="0" marL="0">
              <a:buNone/>
            </a:pPr>
            <a:r>
              <a:rPr/>
              <a:t>Students are encouraged to:</a:t>
            </a:r>
          </a:p>
          <a:p>
            <a:pPr lvl="0"/>
            <a:r>
              <a:rPr b="1"/>
              <a:t>Register for Alumni Mentors:</a:t>
            </a:r>
            <a:r>
              <a:rPr/>
              <a:t> Sign up at </a:t>
            </a:r>
            <a:r>
              <a:rPr>
                <a:hlinkClick r:id="rId2"/>
              </a:rPr>
              <a:t>mentoring.cendara.edu</a:t>
            </a:r>
            <a:br/>
          </a:p>
          <a:p>
            <a:pPr lvl="0"/>
            <a:r>
              <a:rPr b="1"/>
              <a:t>Attend Networking Nights:</a:t>
            </a:r>
            <a:r>
              <a:rPr/>
              <a:t> Scheduled monthly in the Student Union Ballroom</a:t>
            </a:r>
            <a:br/>
          </a:p>
          <a:p>
            <a:pPr lvl="0"/>
            <a:r>
              <a:rPr b="1"/>
              <a:t>Access the Online Directory:</a:t>
            </a:r>
            <a:r>
              <a:rPr/>
              <a:t> Contact alumni for informational interviews and internship opportunities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Contact the Cendara University Alumni Relations Office</a:t>
            </a:r>
          </a:p>
          <a:p>
            <a:pPr lvl="0"/>
            <a:r>
              <a:rPr b="1"/>
              <a:t>Address:</a:t>
            </a:r>
            <a:r>
              <a:rPr/>
              <a:t> Alumni House, 3 Westlake Drive, Cendara City, NY 14921</a:t>
            </a:r>
            <a:br/>
          </a:p>
          <a:p>
            <a:pPr lvl="0"/>
            <a:r>
              <a:rPr b="1"/>
              <a:t>Email:</a:t>
            </a:r>
            <a:r>
              <a:rPr/>
              <a:t> alumni@cendara.edu</a:t>
            </a:r>
            <a:br/>
          </a:p>
          <a:p>
            <a:pPr lvl="0"/>
            <a:r>
              <a:rPr b="1"/>
              <a:t>Phone:</a:t>
            </a:r>
            <a:r>
              <a:rPr/>
              <a:t> +1 (845) 555-1879</a:t>
            </a:r>
            <a:br/>
          </a:p>
          <a:p>
            <a:pPr lvl="0"/>
            <a:r>
              <a:rPr b="1"/>
              <a:t>Office Hours:</a:t>
            </a:r>
            <a:r>
              <a:rPr/>
              <a:t> Monday-Friday, 9:00am–5:30pm</a:t>
            </a:r>
          </a:p>
          <a:p>
            <a:pPr lvl="0" indent="0" marL="0">
              <a:buNone/>
            </a:pPr>
            <a:r>
              <a:rPr/>
              <a:t>If you would like to update your information or have questions about alumni resources, please contact the Alumni Relations Office or visit our main portal.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Building Connections. Celebrating Success. Enhancing Cendara Pride.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2025-07-29T15:04:09Z</dcterms:created>
  <dcterms:modified xsi:type="dcterms:W3CDTF">2025-07-29T15:04:09Z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