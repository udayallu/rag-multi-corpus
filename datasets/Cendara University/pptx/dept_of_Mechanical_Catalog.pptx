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Department of Mechanical Engineering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B.Eng./M.Eng. in Mechanical Engineering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a comprehensive listing of all Mechanical Engineering courses offered for undergraduate (B.Eng.) and graduate (M.Eng.) students. Each entry includes the course code, title, description, prerequisites, and assigned credit hours.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Undergraduate Courses (B.Eng.)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101: Introduction to Mechanical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An overview of the field of mechanical engineering, including its history, fundamental principles, and modern applications. Topics include major subdisciplines, an introduction to engineering ethics, and industry practices.</a:t>
            </a:r>
            <a:br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111: Engineering Graphics &amp; CAD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Fundamental skills in technical drawing, computer-aided design (CAD), and blueprint reading. Introduction to CAD software for creating, annotating, and analyzing engineering designs.</a:t>
            </a:r>
            <a:br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122: Engineering Mechanics I – Statics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Covers the fundamentals of statics, including force systems, equilibrium, structural analysis, centroids, and moments of inertia. Designed for engineering problem-solving.</a:t>
            </a:r>
            <a:br/>
            <a:r>
              <a:rPr b="1"/>
              <a:t>Prerequisites:</a:t>
            </a:r>
            <a:r>
              <a:rPr/>
              <a:t> MATH 120 (Calculus I)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123: Engineering Mechanics II –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Study of particles and rigid bodies in motion, Newton’s laws, kinematics, kinetics, work and energy, impulse and momentum.</a:t>
            </a:r>
            <a:br/>
            <a:r>
              <a:rPr b="1"/>
              <a:t>Prerequisites:</a:t>
            </a:r>
            <a:r>
              <a:rPr/>
              <a:t> MECH 122 (Engineering Mechanics I)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201: Materials Science for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Explores the structures, properties, testing, and applications of metals, polymers, ceramics, and composites. Discussion of selection criteria for materials in mechanical systems.</a:t>
            </a:r>
            <a:br/>
            <a:r>
              <a:rPr b="1"/>
              <a:t>Prerequisites:</a:t>
            </a:r>
            <a:r>
              <a:rPr/>
              <a:t> CHEM 105 (General Chemistry I)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231: Thermodynamics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Introduces the first and second laws of thermodynamics, basic thermodynamic properties, simple systems, energy transformations, and entropy concepts.</a:t>
            </a:r>
            <a:br/>
            <a:r>
              <a:rPr b="1"/>
              <a:t>Prerequisites:</a:t>
            </a:r>
            <a:r>
              <a:rPr/>
              <a:t> PHYS 130 (General Physics I); MATH 121 (Calculus II)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241: Fluid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Study of fluids at rest and in motion, including properties, hydrostatics, conservation laws, and applications to engineering systems.</a:t>
            </a:r>
            <a:br/>
            <a:r>
              <a:rPr b="1"/>
              <a:t>Prerequisites:</a:t>
            </a:r>
            <a:r>
              <a:rPr/>
              <a:t> MECH 122 (Engineering Mechanics I), MECH 231 (Thermodynamics I)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252: Manufacturing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Overview of modern and traditional manufacturing processes such as casting, forming, machining, welding, and additive manufacturing. Laboratory demonstrations included.</a:t>
            </a:r>
            <a:br/>
            <a:r>
              <a:rPr b="1"/>
              <a:t>Prerequisites:</a:t>
            </a:r>
            <a:r>
              <a:rPr/>
              <a:t> MECH 201 (Materials Science)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263: Computer-Aided Manufacturing (CAM)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Application of CAM technologies, programming CNC machines, and process planning in manufacturing. Includes practical exercises using industry-standard CAM software.</a:t>
            </a:r>
            <a:br/>
            <a:r>
              <a:rPr b="1"/>
              <a:t>Prerequisites:</a:t>
            </a:r>
            <a:r>
              <a:rPr/>
              <a:t> MECH 111 (Engineering Graphics &amp; CAD)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272: Mechatronics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Integration of mechanical, electrical, and computer systems in intelligent machines. Focus on microcontrollers, sensors, actuators, and system integration.</a:t>
            </a:r>
            <a:br/>
            <a:r>
              <a:rPr b="1"/>
              <a:t>Prerequisites:</a:t>
            </a:r>
            <a:r>
              <a:rPr/>
              <a:t> EECS 210 (Intro to Electronics), MECH 122 (Engineering Mechanics I)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321: Mechanics of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Covers stress and strain analysis, axial loading, bending, shear, torsion, deflection, and stability of structural members. Laboratory component included.</a:t>
            </a:r>
            <a:br/>
            <a:r>
              <a:rPr b="1"/>
              <a:t>Prerequisites:</a:t>
            </a:r>
            <a:r>
              <a:rPr/>
              <a:t> MECH 123 (Engineering Mechanics II), MECH 201 (Materials Science)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331: Thermodynamics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Advanced concepts in thermodynamics, including cycles for power and refrigeration, mixtures, chemical reactions, and an introduction to heat transfer.</a:t>
            </a:r>
            <a:br/>
            <a:r>
              <a:rPr b="1"/>
              <a:t>Prerequisites:</a:t>
            </a:r>
            <a:r>
              <a:rPr/>
              <a:t> MECH 231 (Thermodynamics I)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342: Heat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Principles of heat conduction, convection, and radiation with engineering applications. Includes numerical analysis of heat transfer problems.</a:t>
            </a:r>
            <a:br/>
            <a:r>
              <a:rPr b="1"/>
              <a:t>Prerequisites:</a:t>
            </a:r>
            <a:r>
              <a:rPr/>
              <a:t> MECH 231 (Thermodynamics I), MATH 222 (Differential Equations)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353: Mechanical Design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Fundamental approaches in mechanical design, including analysis and selection of mechanical elements such as gears, shafts, and fasteners. Team-based design project.</a:t>
            </a:r>
            <a:br/>
            <a:r>
              <a:rPr b="1"/>
              <a:t>Prerequisites:</a:t>
            </a:r>
            <a:r>
              <a:rPr/>
              <a:t> MECH 321 (Mechanics of Materials)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354: Mechanical Design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Advanced topics in product design, reliability, optimization techniques, and design for manufacturability. Capstone design project.</a:t>
            </a:r>
            <a:br/>
            <a:r>
              <a:rPr b="1"/>
              <a:t>Prerequisites:</a:t>
            </a:r>
            <a:r>
              <a:rPr/>
              <a:t> MECH 353 (Mechanical Design I)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371: Dynamics of Machinery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Kinematics and dynamics of machines including linkages, cams, gears, and balancing of rotating and reciprocating masses.</a:t>
            </a:r>
            <a:br/>
            <a:r>
              <a:rPr b="1"/>
              <a:t>Prerequisites:</a:t>
            </a:r>
            <a:r>
              <a:rPr/>
              <a:t> MECH 123 (Engineering Mechanics II)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401: Senior Project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2</a:t>
            </a:r>
            <a:br/>
            <a:r>
              <a:rPr b="1"/>
              <a:t>Description:</a:t>
            </a:r>
            <a:br/>
            <a:r>
              <a:rPr/>
              <a:t>Proposal and conceptual design phase of a major team-based engineering project. Emphasis on project planning, literature review, and ethics.</a:t>
            </a:r>
            <a:br/>
            <a:r>
              <a:rPr b="1"/>
              <a:t>Prerequisites:</a:t>
            </a:r>
            <a:r>
              <a:rPr/>
              <a:t> Senior standing in Mechanical Engineering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402: Senior Project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Description:</a:t>
            </a:r>
            <a:br/>
            <a:r>
              <a:rPr/>
              <a:t>Completion and presentation of a team engineering project, including design, analysis, prototyping, and reporting.</a:t>
            </a:r>
            <a:br/>
            <a:r>
              <a:rPr b="1"/>
              <a:t>Prerequisites:</a:t>
            </a:r>
            <a:r>
              <a:rPr/>
              <a:t> MECH 401 (Senior Project I)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Graduate Courses (M.Eng.)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510: Advanced Thermodynamics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In-depth exploration of thermodynamic theory for complex systems, including exergy analysis, multi-phase systems, and non-equilibrium thermodynamics.</a:t>
            </a:r>
            <a:br/>
            <a:r>
              <a:rPr b="1"/>
              <a:t>Prerequisites:</a:t>
            </a:r>
            <a:r>
              <a:rPr/>
              <a:t> MECH 331 (Thermodynamics II) or equivalent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521: Finite Element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Theory and application of the finite element method for solving mechanical engineering problems in solid mechanics, heat transfer, and fluid flow.</a:t>
            </a:r>
            <a:br/>
            <a:r>
              <a:rPr b="1"/>
              <a:t>Prerequisites:</a:t>
            </a:r>
            <a:r>
              <a:rPr/>
              <a:t> MECH 321 (Mechanics of Materials); recommended: MATH 350 (Numerical Methods)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531: Robotics and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Principles of robotics, manipulators, sensor integration, motion planning, and computer vision for automated mechanical systems. Industrial case studies included.</a:t>
            </a:r>
            <a:br/>
            <a:r>
              <a:rPr b="1"/>
              <a:t>Prerequisites:</a:t>
            </a:r>
            <a:r>
              <a:rPr/>
              <a:t> MECH 272 (Mechatronics) or consent of instructor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542: Advanced Fluid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Covers advanced fluid dynamics topics including compressible flow, boundary layers, turbulence modeling, and computational techniques.</a:t>
            </a:r>
            <a:br/>
            <a:r>
              <a:rPr b="1"/>
              <a:t>Prerequisites:</a:t>
            </a:r>
            <a:r>
              <a:rPr/>
              <a:t> MECH 241 (Fluid Mechanics)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556: Sustainable Energy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Analysis of renewable energy systems, including solar, wind, geothermal, and bioenergy. Focus on engineering design and sustainability assessment.</a:t>
            </a:r>
            <a:br/>
            <a:r>
              <a:rPr b="1"/>
              <a:t>Prerequisites:</a:t>
            </a:r>
            <a:r>
              <a:rPr/>
              <a:t> MECH 331 (Thermodynamics II) or consent of instructor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570: Mechanical Systems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Dynamic modeling and control of mechanical systems using classical and modern methods. Includes simulation and analysis using MATLAB/Simulink.</a:t>
            </a:r>
            <a:br/>
            <a:r>
              <a:rPr b="1"/>
              <a:t>Prerequisites:</a:t>
            </a:r>
            <a:r>
              <a:rPr/>
              <a:t> MECH 371 (Dynamics of Machinery); recommended: EECS 305 (Control Systems)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590: Research Seminar in Mechanical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1</a:t>
            </a:r>
            <a:br/>
            <a:r>
              <a:rPr b="1"/>
              <a:t>Description:</a:t>
            </a:r>
            <a:br/>
            <a:r>
              <a:rPr/>
              <a:t>Weekly seminars on current research topics in mechanical engineering. Participation in research discussions and presentations by faculty and guest speakers.</a:t>
            </a:r>
            <a:br/>
            <a:r>
              <a:rPr b="1"/>
              <a:t>Prerequisites:</a:t>
            </a:r>
            <a:r>
              <a:rPr/>
              <a:t> Graduate standing in Mechanical Engineering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598: Independent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2–4</a:t>
            </a:r>
            <a:br/>
            <a:r>
              <a:rPr b="1"/>
              <a:t>Description:</a:t>
            </a:r>
            <a:br/>
            <a:r>
              <a:rPr/>
              <a:t>Individual study or research under faculty supervision in an area of special interest to the student. Requires approval of supervising faculty and department chair.</a:t>
            </a:r>
            <a:br/>
            <a:r>
              <a:rPr b="1"/>
              <a:t>Prerequisites:</a:t>
            </a:r>
            <a:r>
              <a:rPr/>
              <a:t> Graduate standing; instructor consent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 599: Graduate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6</a:t>
            </a:r>
            <a:br/>
            <a:r>
              <a:rPr b="1"/>
              <a:t>Description:</a:t>
            </a:r>
            <a:br/>
            <a:r>
              <a:rPr/>
              <a:t>Original research under the guidance of a faculty advisor, culminating in a written thesis and oral defense before a faculty committee.</a:t>
            </a:r>
            <a:br/>
            <a:r>
              <a:rPr b="1"/>
              <a:t>Prerequisites:</a:t>
            </a:r>
            <a:r>
              <a:rPr/>
              <a:t> Completion of at least 18 graduate credits; approval of thesis proposal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further information and course planning, please consult the Academic Advising Office or the Department of Mechanical Engineering at mecheng@cendara.edu.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2025-07-29T15:04:49Z</dcterms:created>
  <dcterms:modified xsi:type="dcterms:W3CDTF">2025-07-29T15:04:49Z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