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 Affiliations &amp; Exchange Programs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International University Partnerships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maintains robust institutional affiliations with leading universities and educational organizations around the world. These partnerships facilitate academic collaboration, research initiatives, faculty exchanges, and student mobility.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A. Active Affiliations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Partner 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 of Collaboration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 Initiated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Areas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Humboldt School of Technology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Germany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 &amp; Faculty Exchange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Engineering, Informatics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Royal Institute of Social Sciences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United Kingdom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Research Consortium, Joint Seminars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Sociology, Public Policy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East Asia University Consortium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Japan, S. Korea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 Degree Programs, Summer Schools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Language, Business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Pontifica Universidad del Sur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Short-term Study Abroad, Joint Grants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Environmental Science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Université de la Loire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Sabbatical Exchange, Workshops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Humanities, Linguistics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Victoria State University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Australia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Semester Abroad, Joint Research Funds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Marine Biology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B. Academic Networks</a:t>
            </a:r>
          </a:p>
          <a:p>
            <a:pPr lvl="0" indent="0" marL="0">
              <a:buNone/>
            </a:pPr>
            <a:r>
              <a:rPr/>
              <a:t>Cendara University is an active member of:</a:t>
            </a:r>
          </a:p>
          <a:p>
            <a:pPr lvl="0"/>
            <a:r>
              <a:rPr b="1"/>
              <a:t>Global Education Connect (GEC):</a:t>
            </a:r>
            <a:r>
              <a:rPr/>
              <a:t> A network of 250+ universities fostering global teaching and learning innovation.</a:t>
            </a:r>
          </a:p>
          <a:p>
            <a:pPr lvl="0"/>
            <a:r>
              <a:rPr b="1"/>
              <a:t>Consortium for Sustainability R&amp;D:</a:t>
            </a:r>
            <a:r>
              <a:rPr/>
              <a:t> Focused on climate resilience and environmental sciences.</a:t>
            </a:r>
          </a:p>
          <a:p>
            <a:pPr lvl="0"/>
            <a:r>
              <a:rPr b="1"/>
              <a:t>Intercollegiate Language Partners (ILP):</a:t>
            </a:r>
            <a:r>
              <a:rPr/>
              <a:t> Collaborative projects in translation, interpretation, and cross-cultural communication.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Student Exchange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University’s Office of International Affairs (OIA) manages a diverse portfolio of exchange opportunities for both inbound and outbound students.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A. Outbound Exchange Programs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Semester &amp; Year-Long Exchanges</a:t>
            </a:r>
          </a:p>
          <a:p>
            <a:pPr lvl="0"/>
            <a:r>
              <a:rPr b="1"/>
              <a:t>Eligibility:</a:t>
            </a:r>
            <a:r>
              <a:rPr/>
              <a:t> Fully enrolled undergraduate or graduate students, minimum GPA 3.0, language proficiency as required by host.</a:t>
            </a:r>
          </a:p>
          <a:p>
            <a:pPr lvl="0"/>
            <a:r>
              <a:rPr b="1"/>
              <a:t>Destinations (2024/25 academic year):</a:t>
            </a:r>
          </a:p>
          <a:p>
            <a:pPr lvl="1"/>
            <a:r>
              <a:rPr/>
              <a:t>Humboldt School of Technology, Berlin (Engineering)</a:t>
            </a:r>
          </a:p>
          <a:p>
            <a:pPr lvl="1"/>
            <a:r>
              <a:rPr/>
              <a:t>Royal Institute of Social Sciences, London (Political Science &amp; Sociology)</a:t>
            </a:r>
          </a:p>
          <a:p>
            <a:pPr lvl="1"/>
            <a:r>
              <a:rPr/>
              <a:t>Université de la Loire, Tours (French Studies, Philosophy)</a:t>
            </a:r>
          </a:p>
          <a:p>
            <a:pPr lvl="1"/>
            <a:r>
              <a:rPr/>
              <a:t>Victoria State University, Melbourne (Environmental Sciences, Marine Biology)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Summer Programs</a:t>
            </a:r>
          </a:p>
          <a:p>
            <a:pPr lvl="0"/>
            <a:r>
              <a:rPr b="1"/>
              <a:t>East Asia Cultural Immersion (Seoul, Tokyo):</a:t>
            </a:r>
            <a:r>
              <a:rPr/>
              <a:t> 6-week program featuring language courses, company visits, and cultural excursions.</a:t>
            </a:r>
          </a:p>
          <a:p>
            <a:pPr lvl="0"/>
            <a:r>
              <a:rPr b="1"/>
              <a:t>Pontifica Universidad del Sur (Santiago):</a:t>
            </a:r>
            <a:r>
              <a:rPr/>
              <a:t> 4-week Sustainability and Community Action project.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B. Inbound Exchange Opportunities</a:t>
            </a:r>
          </a:p>
          <a:p>
            <a:pPr lvl="0" indent="0" marL="0">
              <a:buNone/>
            </a:pPr>
            <a:r>
              <a:rPr/>
              <a:t>Cendara University welcomes over 70 exchange students annually from partner institutions. The following services are provided:</a:t>
            </a:r>
          </a:p>
          <a:p>
            <a:pPr lvl="0"/>
            <a:r>
              <a:rPr/>
              <a:t>Pre-arrival orientation</a:t>
            </a:r>
          </a:p>
          <a:p>
            <a:pPr lvl="0"/>
            <a:r>
              <a:rPr/>
              <a:t>Dedicated exchange student housing in Sterling Residence Hall</a:t>
            </a:r>
          </a:p>
          <a:p>
            <a:pPr lvl="0"/>
            <a:r>
              <a:rPr/>
              <a:t>Academic advising and language support</a:t>
            </a:r>
          </a:p>
          <a:p>
            <a:pPr lvl="0"/>
            <a:r>
              <a:rPr/>
              <a:t>Peer mentorship and local culture introduction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Faculty &amp; Researcher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Faculty and research staff at Cendara University have access to:</a:t>
            </a:r>
          </a:p>
          <a:p>
            <a:pPr lvl="0"/>
            <a:r>
              <a:rPr b="1"/>
              <a:t>Sabbatical Placement:</a:t>
            </a:r>
            <a:r>
              <a:rPr/>
              <a:t> Up to 2 semesters at Université de la Loire (Humanities Faculty) or Humboldt School of Technology (STEM departments).</a:t>
            </a:r>
          </a:p>
          <a:p>
            <a:pPr lvl="0"/>
            <a:r>
              <a:rPr b="1"/>
              <a:t>Research Collaboration Grants:</a:t>
            </a:r>
            <a:r>
              <a:rPr/>
              <a:t> Joint funding with partner institutions for bi-annual themed workshops and collaborative research, e.g., the Royal Institute of Social Sciences’ annual Urban Studies Colloquium.</a:t>
            </a:r>
          </a:p>
          <a:p>
            <a:pPr lvl="0"/>
            <a:r>
              <a:rPr b="1"/>
              <a:t>Teaching Fellowships:</a:t>
            </a:r>
            <a:r>
              <a:rPr/>
              <a:t> Visiting faculty positions at East Asia University Consortium with curriculum development roles and teaching assignments.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Visiting Scholars Program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Visiting Scholars Program offers short-term residencies (2–12 months) for faculty and postdoctoral researchers affiliated with partner universities.</a:t>
            </a:r>
          </a:p>
          <a:p>
            <a:pPr lvl="0" indent="0" marL="0">
              <a:buNone/>
            </a:pPr>
            <a:r>
              <a:rPr b="1"/>
              <a:t>2023–2024 Recent Visiting Scholars: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Home 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Cendara Host Department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Hanae Sakamoto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East Asia University, Japan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Linguistics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Mar–Aug 2023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Department of Modern Languages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Prof. Rohan Nambiar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Victoria State University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Marine Ecology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Jan–Jun 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School of Environmental Studies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Inés Villalobos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Pontifica Universidad del Sur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Urban Sociology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Aug–Dec 2023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Department of Sociology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How to Apply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Cendara University Students:</a:t>
            </a:r>
          </a:p>
          <a:p>
            <a:pPr lvl="0"/>
            <a:r>
              <a:rPr/>
              <a:t>Attend a mandatory Exchange Program Information Session (monthly, OIA Conference Room).</a:t>
            </a:r>
          </a:p>
          <a:p>
            <a:pPr lvl="0"/>
            <a:r>
              <a:rPr/>
              <a:t>Consult with academic advisors for course and credit transfer planning.</a:t>
            </a:r>
          </a:p>
          <a:p>
            <a:pPr lvl="0"/>
            <a:r>
              <a:rPr/>
              <a:t>Submit complete application and supporting materials (transcript, personal statement, recommendation letter) by </a:t>
            </a:r>
            <a:r>
              <a:rPr b="1"/>
              <a:t>March 1 (Fall)</a:t>
            </a:r>
            <a:r>
              <a:rPr/>
              <a:t> or </a:t>
            </a:r>
            <a:r>
              <a:rPr b="1"/>
              <a:t>October 1 (Spring)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For Inbound Students:</a:t>
            </a:r>
          </a:p>
          <a:p>
            <a:pPr lvl="0"/>
            <a:r>
              <a:rPr/>
              <a:t>Must be nominated by partner institution coordinator.</a:t>
            </a:r>
          </a:p>
          <a:p>
            <a:pPr lvl="0"/>
            <a:r>
              <a:rPr/>
              <a:t>Submit online application via Cendara University OIA Portal.</a:t>
            </a:r>
          </a:p>
          <a:p>
            <a:pPr lvl="0"/>
            <a:r>
              <a:rPr/>
              <a:t>Provide proof of English proficiency (TOEFL iBT ≥ 80 or IELTS ≥ 6.0 unless enrolled in English-medium program).</a:t>
            </a:r>
          </a:p>
          <a:p>
            <a:pPr lvl="0" indent="0" marL="0">
              <a:buNone/>
            </a:pPr>
            <a:r>
              <a:rPr b="1"/>
              <a:t>For Faculty/Researchers:</a:t>
            </a:r>
          </a:p>
          <a:p>
            <a:pPr lvl="0"/>
            <a:r>
              <a:rPr/>
              <a:t>Contact departmental international liaison for available placements.</a:t>
            </a:r>
          </a:p>
          <a:p>
            <a:pPr lvl="0"/>
            <a:r>
              <a:rPr/>
              <a:t>Prepare research proposal or teaching plan.</a:t>
            </a:r>
          </a:p>
          <a:p>
            <a:pPr lvl="0"/>
            <a:r>
              <a:rPr/>
              <a:t>Attach CV and evidence of institutional support from home university.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Contact &amp; Additional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Cendara University Office of International Affairs</a:t>
            </a:r>
          </a:p>
          <a:p>
            <a:pPr lvl="0"/>
            <a:r>
              <a:rPr/>
              <a:t>Email: international.affairs@cendara.edu</a:t>
            </a:r>
          </a:p>
          <a:p>
            <a:pPr lvl="0"/>
            <a:r>
              <a:rPr/>
              <a:t>Phone: +1 (839) 452-0108</a:t>
            </a:r>
          </a:p>
          <a:p>
            <a:pPr lvl="0"/>
            <a:r>
              <a:rPr/>
              <a:t>Location: Hathaway Building, Room 210, Cendara University Main Campus</a:t>
            </a:r>
          </a:p>
          <a:p>
            <a:pPr lvl="0"/>
            <a:r>
              <a:rPr/>
              <a:t>Exchange Program Coordinator: Ms. Leila Campos</a:t>
            </a:r>
          </a:p>
          <a:p>
            <a:pPr lvl="0"/>
            <a:r>
              <a:rPr/>
              <a:t>Website: https://www.cendara.edu/international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complete list of partner institutions and detailed program guides, visit the Office of International Affairs or consult the Exchange Handbook (2024 edition).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2025-07-29T15:06:10Z</dcterms:created>
  <dcterms:modified xsi:type="dcterms:W3CDTF">2025-07-29T15:06:10Z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