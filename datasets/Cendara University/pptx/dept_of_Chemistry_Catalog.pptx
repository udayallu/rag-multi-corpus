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3" Type="http://schemas.openxmlformats.org/officeDocument/2006/relationships/slide" Target="slides/slide22.xml" /><Relationship Id="rId24" Type="http://schemas.openxmlformats.org/officeDocument/2006/relationships/slide" Target="slides/slide23.xml" /><Relationship Id="rId25" Type="http://schemas.openxmlformats.org/officeDocument/2006/relationships/slide" Target="slides/slide24.xml" /><Relationship Id="rId26" Type="http://schemas.openxmlformats.org/officeDocument/2006/relationships/slide" Target="slides/slide25.xml" /><Relationship Id="rId28" Type="http://schemas.openxmlformats.org/officeDocument/2006/relationships/viewProps" Target="viewProps.xml" /><Relationship Id="rId27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30" Type="http://schemas.openxmlformats.org/officeDocument/2006/relationships/tableStyles" Target="tableStyles.xml" /><Relationship Id="rId29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Cendara University Course Catalog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Department of Chemistry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Academic Year 2024–2025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Undergraduate Courses (B.Sc. in Chemistry)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CHEM 101: General Chemistry I</a:t>
            </a:r>
          </a:p>
          <a:p>
            <a:pPr lvl="0"/>
            <a:r>
              <a:rPr b="1"/>
              <a:t>Credits:</a:t>
            </a:r>
            <a:r>
              <a:rPr/>
              <a:t> 3</a:t>
            </a:r>
          </a:p>
          <a:p>
            <a:pPr lvl="0"/>
            <a:r>
              <a:rPr b="1"/>
              <a:t>Description:</a:t>
            </a:r>
            <a:br/>
            <a:r>
              <a:rPr/>
              <a:t>Introduction to chemical principles including atomic structure, bonding, stoichiometry, and periodic properties. Laboratory work emphasizes basic techniques, data analysis, and safety.</a:t>
            </a:r>
          </a:p>
          <a:p>
            <a:pPr lvl="0"/>
            <a:r>
              <a:rPr b="1"/>
              <a:t>Prerequisites:</a:t>
            </a:r>
            <a:r>
              <a:rPr/>
              <a:t> None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CHEM 102: General Chemistry II</a:t>
            </a:r>
          </a:p>
          <a:p>
            <a:pPr lvl="0"/>
            <a:r>
              <a:rPr b="1"/>
              <a:t>Credits:</a:t>
            </a:r>
            <a:r>
              <a:rPr/>
              <a:t> 3</a:t>
            </a:r>
            <a:br/>
          </a:p>
          <a:p>
            <a:pPr lvl="0"/>
            <a:r>
              <a:rPr b="1"/>
              <a:t>Description:</a:t>
            </a:r>
            <a:br/>
            <a:r>
              <a:rPr/>
              <a:t>Continuation of CHEM 101. Topics include chemical equilibria, acids and bases, thermodynamics, kinetics, and an introduction to electrochemistry. Laboratory includes quantitative analysis and experimentation.</a:t>
            </a:r>
          </a:p>
          <a:p>
            <a:pPr lvl="0"/>
            <a:r>
              <a:rPr b="1"/>
              <a:t>Prerequisites:</a:t>
            </a:r>
            <a:r>
              <a:rPr/>
              <a:t> CHEM 101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CHEM 201: Organic Chemistry I</a:t>
            </a:r>
          </a:p>
          <a:p>
            <a:pPr lvl="0"/>
            <a:r>
              <a:rPr b="1"/>
              <a:t>Credits:</a:t>
            </a:r>
            <a:r>
              <a:rPr/>
              <a:t> 3</a:t>
            </a:r>
            <a:br/>
          </a:p>
          <a:p>
            <a:pPr lvl="0"/>
            <a:r>
              <a:rPr b="1"/>
              <a:t>Description:</a:t>
            </a:r>
            <a:br/>
            <a:r>
              <a:rPr/>
              <a:t>Study of the structure, nomenclature, reactivity, and synthesis of aliphatic and aromatic hydrocarbons, alcohols, and halides. Emphasis on reaction mechanisms and stereochemistry. Laboratory explores organic synthesis and purification techniques.</a:t>
            </a:r>
          </a:p>
          <a:p>
            <a:pPr lvl="0"/>
            <a:r>
              <a:rPr b="1"/>
              <a:t>Prerequisites:</a:t>
            </a:r>
            <a:r>
              <a:rPr/>
              <a:t> CHEM 102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CHEM 202: Organic Chemistry II</a:t>
            </a:r>
          </a:p>
          <a:p>
            <a:pPr lvl="0"/>
            <a:r>
              <a:rPr b="1"/>
              <a:t>Credits:</a:t>
            </a:r>
            <a:r>
              <a:rPr/>
              <a:t> 3</a:t>
            </a:r>
            <a:br/>
          </a:p>
          <a:p>
            <a:pPr lvl="0"/>
            <a:r>
              <a:rPr b="1"/>
              <a:t>Description:</a:t>
            </a:r>
            <a:br/>
            <a:r>
              <a:rPr/>
              <a:t>A deeper exploration of organic chemistry covering carbonyl compounds, amines, biomolecules, and advanced reaction mechanisms. Laboratory components focus on multi-step syntheses, spectroscopy, and qualitative organic analysis.</a:t>
            </a:r>
          </a:p>
          <a:p>
            <a:pPr lvl="0"/>
            <a:r>
              <a:rPr b="1"/>
              <a:t>Prerequisites:</a:t>
            </a:r>
            <a:r>
              <a:rPr/>
              <a:t> CHEM 201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CHEM 205: Analytical Chemistry</a:t>
            </a:r>
          </a:p>
          <a:p>
            <a:pPr lvl="0"/>
            <a:r>
              <a:rPr b="1"/>
              <a:t>Credits:</a:t>
            </a:r>
            <a:r>
              <a:rPr/>
              <a:t> 4</a:t>
            </a:r>
            <a:br/>
          </a:p>
          <a:p>
            <a:pPr lvl="0"/>
            <a:r>
              <a:rPr b="1"/>
              <a:t>Description:</a:t>
            </a:r>
            <a:br/>
            <a:r>
              <a:rPr/>
              <a:t>Comprehensive examination of quantitative chemical analysis, including gravimetric, volumetric, and instrumental methods. Laboratory experience with titrations, spectrophotometry, and chromatography.</a:t>
            </a:r>
          </a:p>
          <a:p>
            <a:pPr lvl="0"/>
            <a:r>
              <a:rPr b="1"/>
              <a:t>Prerequisites:</a:t>
            </a:r>
            <a:r>
              <a:rPr/>
              <a:t> CHEM 102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CHEM 210: Inorganic Chemistry I</a:t>
            </a:r>
          </a:p>
          <a:p>
            <a:pPr lvl="0"/>
            <a:r>
              <a:rPr b="1"/>
              <a:t>Credits:</a:t>
            </a:r>
            <a:r>
              <a:rPr/>
              <a:t> 3</a:t>
            </a:r>
            <a:br/>
          </a:p>
          <a:p>
            <a:pPr lvl="0"/>
            <a:r>
              <a:rPr b="1"/>
              <a:t>Description:</a:t>
            </a:r>
            <a:br/>
            <a:r>
              <a:rPr/>
              <a:t>Fundamentals of inorganic chemistry: atomic structure, periodic trends, bonding theories, acid-base chemistry, coordination compounds. Laboratory includes synthesis and characterization of inorganic complexes.</a:t>
            </a:r>
          </a:p>
          <a:p>
            <a:pPr lvl="0"/>
            <a:r>
              <a:rPr b="1"/>
              <a:t>Prerequisites:</a:t>
            </a:r>
            <a:r>
              <a:rPr/>
              <a:t> CHEM 102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CHEM 301: Physical Chemistry I</a:t>
            </a:r>
          </a:p>
          <a:p>
            <a:pPr lvl="0"/>
            <a:r>
              <a:rPr b="1"/>
              <a:t>Credits:</a:t>
            </a:r>
            <a:r>
              <a:rPr/>
              <a:t> 3</a:t>
            </a:r>
            <a:br/>
          </a:p>
          <a:p>
            <a:pPr lvl="0"/>
            <a:r>
              <a:rPr b="1"/>
              <a:t>Description:</a:t>
            </a:r>
            <a:br/>
            <a:r>
              <a:rPr/>
              <a:t>Thermodynamics, gases, phase equilibria, and properties of solutions. Laboratory incorporates experimental determination of thermodynamic properties and data analysis.</a:t>
            </a:r>
          </a:p>
          <a:p>
            <a:pPr lvl="0"/>
            <a:r>
              <a:rPr b="1"/>
              <a:t>Prerequisites:</a:t>
            </a:r>
            <a:r>
              <a:rPr/>
              <a:t> CHEM 205, MATH 201 (Calculus I)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CHEM 302: Physical Chemistry II</a:t>
            </a:r>
          </a:p>
          <a:p>
            <a:pPr lvl="0"/>
            <a:r>
              <a:rPr b="1"/>
              <a:t>Credits:</a:t>
            </a:r>
            <a:r>
              <a:rPr/>
              <a:t> 3</a:t>
            </a:r>
            <a:br/>
          </a:p>
          <a:p>
            <a:pPr lvl="0"/>
            <a:r>
              <a:rPr b="1"/>
              <a:t>Description:</a:t>
            </a:r>
            <a:br/>
            <a:r>
              <a:rPr/>
              <a:t>Kinetics, quantum chemistry, molecular spectroscopy, and statistical thermodynamics. Laboratory includes experiments on reaction rates and spectroscopic measurements.</a:t>
            </a:r>
          </a:p>
          <a:p>
            <a:pPr lvl="0"/>
            <a:r>
              <a:rPr b="1"/>
              <a:t>Prerequisites:</a:t>
            </a:r>
            <a:r>
              <a:rPr/>
              <a:t> CHEM 301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CHEM 320: Instrumental Methods of Analysis</a:t>
            </a:r>
          </a:p>
          <a:p>
            <a:pPr lvl="0"/>
            <a:r>
              <a:rPr b="1"/>
              <a:t>Credits:</a:t>
            </a:r>
            <a:r>
              <a:rPr/>
              <a:t> 4</a:t>
            </a:r>
            <a:br/>
          </a:p>
          <a:p>
            <a:pPr lvl="0"/>
            <a:r>
              <a:rPr b="1"/>
              <a:t>Description:</a:t>
            </a:r>
            <a:br/>
            <a:r>
              <a:rPr/>
              <a:t>Advanced techniques in chemical analysis using spectroscopy, chromatography, electrochemistry, and mass spectrometry. Hands-on laboratory training with modern analytical instruments.</a:t>
            </a:r>
          </a:p>
          <a:p>
            <a:pPr lvl="0"/>
            <a:r>
              <a:rPr b="1"/>
              <a:t>Prerequisites:</a:t>
            </a:r>
            <a:r>
              <a:rPr/>
              <a:t> CHEM 205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CHEM 350: Biochemistry</a:t>
            </a:r>
          </a:p>
          <a:p>
            <a:pPr lvl="0"/>
            <a:r>
              <a:rPr b="1"/>
              <a:t>Credits:</a:t>
            </a:r>
            <a:r>
              <a:rPr/>
              <a:t> 3</a:t>
            </a:r>
            <a:br/>
          </a:p>
          <a:p>
            <a:pPr lvl="0"/>
            <a:r>
              <a:rPr b="1"/>
              <a:t>Description:</a:t>
            </a:r>
            <a:br/>
            <a:r>
              <a:rPr/>
              <a:t>Principles of biochemistry focusing on proteins, enzymes, metabolism, and nucleic acids. Laboratory component includes enzyme assays and molecular techniques.</a:t>
            </a:r>
          </a:p>
          <a:p>
            <a:pPr lvl="0"/>
            <a:r>
              <a:rPr b="1"/>
              <a:t>Prerequisites:</a:t>
            </a:r>
            <a:r>
              <a:rPr/>
              <a:t> CHEM 202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CHEM 401: Advanced Inorganic Chemistry</a:t>
            </a:r>
          </a:p>
          <a:p>
            <a:pPr lvl="0"/>
            <a:r>
              <a:rPr b="1"/>
              <a:t>Credits:</a:t>
            </a:r>
            <a:r>
              <a:rPr/>
              <a:t> 3</a:t>
            </a:r>
            <a:br/>
          </a:p>
          <a:p>
            <a:pPr lvl="0"/>
            <a:r>
              <a:rPr b="1"/>
              <a:t>Description:</a:t>
            </a:r>
            <a:br/>
            <a:r>
              <a:rPr/>
              <a:t>In-depth study of transition metal chemistry, organometallics, solid-state structures, and bioinorganic processes. Students conduct advanced laboratory synthesis and characterization.</a:t>
            </a:r>
          </a:p>
          <a:p>
            <a:pPr lvl="0"/>
            <a:r>
              <a:rPr b="1"/>
              <a:t>Prerequisites:</a:t>
            </a:r>
            <a:r>
              <a:rPr/>
              <a:t> CHEM 210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CHEM 410: Research Methods in Chemistry</a:t>
            </a:r>
          </a:p>
          <a:p>
            <a:pPr lvl="0"/>
            <a:r>
              <a:rPr b="1"/>
              <a:t>Credits:</a:t>
            </a:r>
            <a:r>
              <a:rPr/>
              <a:t> 2</a:t>
            </a:r>
            <a:br/>
          </a:p>
          <a:p>
            <a:pPr lvl="0"/>
            <a:r>
              <a:rPr b="1"/>
              <a:t>Description:</a:t>
            </a:r>
            <a:br/>
            <a:r>
              <a:rPr/>
              <a:t>Training in research methodology, experimental design, literature review, data interpretation, and scientific communication. Students develop an independent research proposal.</a:t>
            </a:r>
          </a:p>
          <a:p>
            <a:pPr lvl="0"/>
            <a:r>
              <a:rPr b="1"/>
              <a:t>Prerequisites:</a:t>
            </a:r>
            <a:r>
              <a:rPr/>
              <a:t> Junior standing in Chemistry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CHEM 495: Senior Thesis</a:t>
            </a:r>
          </a:p>
          <a:p>
            <a:pPr lvl="0"/>
            <a:r>
              <a:rPr b="1"/>
              <a:t>Credits:</a:t>
            </a:r>
            <a:r>
              <a:rPr/>
              <a:t> 6</a:t>
            </a:r>
            <a:br/>
          </a:p>
          <a:p>
            <a:pPr lvl="0"/>
            <a:r>
              <a:rPr b="1"/>
              <a:t>Description:</a:t>
            </a:r>
            <a:br/>
            <a:r>
              <a:rPr/>
              <a:t>Capstone research project undertaken under faculty supervision. Students conduct original research, write a formal thesis, and present their findings to the department.</a:t>
            </a:r>
          </a:p>
          <a:p>
            <a:pPr lvl="0"/>
            <a:r>
              <a:rPr b="1"/>
              <a:t>Prerequisites:</a:t>
            </a:r>
            <a:r>
              <a:rPr/>
              <a:t> CHEM 410, Senior standing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Graduate Courses (M.Sc. in Chemistry)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CHEM 511: Advanced Organic Synthesis</a:t>
            </a:r>
          </a:p>
          <a:p>
            <a:pPr lvl="0"/>
            <a:r>
              <a:rPr b="1"/>
              <a:t>Credits:</a:t>
            </a:r>
            <a:r>
              <a:rPr/>
              <a:t> 4</a:t>
            </a:r>
            <a:br/>
          </a:p>
          <a:p>
            <a:pPr lvl="0"/>
            <a:r>
              <a:rPr b="1"/>
              <a:t>Description:</a:t>
            </a:r>
            <a:br/>
            <a:r>
              <a:rPr/>
              <a:t>Synthesis of complex organic molecules, asymmetric catalysis, and retrosynthetic analysis. Emphasis on literature review and advanced reaction mechanisms. Laboratory involves multi-step synthetic routes and purification.</a:t>
            </a:r>
          </a:p>
          <a:p>
            <a:pPr lvl="0"/>
            <a:r>
              <a:rPr b="1"/>
              <a:t>Prerequisites:</a:t>
            </a:r>
            <a:r>
              <a:rPr/>
              <a:t> Admission to M.Sc. program; undergraduate Organic Chemistry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CHEM 521: Spectroscopic Methods</a:t>
            </a:r>
          </a:p>
          <a:p>
            <a:pPr lvl="0"/>
            <a:r>
              <a:rPr b="1"/>
              <a:t>Credits:</a:t>
            </a:r>
            <a:r>
              <a:rPr/>
              <a:t> 3</a:t>
            </a:r>
            <a:br/>
          </a:p>
          <a:p>
            <a:pPr lvl="0"/>
            <a:r>
              <a:rPr b="1"/>
              <a:t>Description:</a:t>
            </a:r>
            <a:br/>
            <a:r>
              <a:rPr/>
              <a:t>Instruction in NMR, IR, MS, UV-Vis, and X-ray crystallography for structural determination. Laboratory focuses on sample preparation and data interpretation for research contexts.</a:t>
            </a:r>
          </a:p>
          <a:p>
            <a:pPr lvl="0"/>
            <a:r>
              <a:rPr b="1"/>
              <a:t>Prerequisites:</a:t>
            </a:r>
            <a:r>
              <a:rPr/>
              <a:t> Graduate standing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CHEM 531: Computational Chemistry</a:t>
            </a:r>
          </a:p>
          <a:p>
            <a:pPr lvl="0"/>
            <a:r>
              <a:rPr b="1"/>
              <a:t>Credits:</a:t>
            </a:r>
            <a:r>
              <a:rPr/>
              <a:t> 3</a:t>
            </a:r>
            <a:br/>
          </a:p>
          <a:p>
            <a:pPr lvl="0"/>
            <a:r>
              <a:rPr b="1"/>
              <a:t>Description:</a:t>
            </a:r>
            <a:br/>
            <a:r>
              <a:rPr/>
              <a:t>Methods and software for quantum chemical calculations, molecular modeling, and simulation of chemical systems. Application to molecular structure and reaction mechanism problems.</a:t>
            </a:r>
          </a:p>
          <a:p>
            <a:pPr lvl="0"/>
            <a:r>
              <a:rPr b="1"/>
              <a:t>Prerequisites:</a:t>
            </a:r>
            <a:r>
              <a:rPr/>
              <a:t> Physical Chemistry (undergraduate)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CHEM 541: Advanced Analytical Chemistry</a:t>
            </a:r>
          </a:p>
          <a:p>
            <a:pPr lvl="0"/>
            <a:r>
              <a:rPr b="1"/>
              <a:t>Credits:</a:t>
            </a:r>
            <a:r>
              <a:rPr/>
              <a:t> 3</a:t>
            </a:r>
            <a:br/>
          </a:p>
          <a:p>
            <a:pPr lvl="0"/>
            <a:r>
              <a:rPr b="1"/>
              <a:t>Description:</a:t>
            </a:r>
            <a:br/>
            <a:r>
              <a:rPr/>
              <a:t>Recent advances in analytical techniques, miniature sensors, environmental and clinical analysis. Laboratory includes projects using advanced instrumentation and data evaluation.</a:t>
            </a:r>
          </a:p>
          <a:p>
            <a:pPr lvl="0"/>
            <a:r>
              <a:rPr b="1"/>
              <a:t>Prerequisites:</a:t>
            </a:r>
            <a:r>
              <a:rPr/>
              <a:t> Analytical Chemistry (undergraduate)</a:t>
            </a:r>
          </a:p>
        </p:txBody>
      </p:sp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CHEM 551: Organometallic Chemistry</a:t>
            </a:r>
          </a:p>
          <a:p>
            <a:pPr lvl="0"/>
            <a:r>
              <a:rPr b="1"/>
              <a:t>Credits:</a:t>
            </a:r>
            <a:r>
              <a:rPr/>
              <a:t> 3</a:t>
            </a:r>
            <a:br/>
          </a:p>
          <a:p>
            <a:pPr lvl="0"/>
            <a:r>
              <a:rPr b="1"/>
              <a:t>Description:</a:t>
            </a:r>
            <a:br/>
            <a:r>
              <a:rPr/>
              <a:t>The chemistry of metal-carbon bonds and applications in catalysis, materials, and biological systems. Includes critical reading of primary literature and a seminar component.</a:t>
            </a:r>
          </a:p>
          <a:p>
            <a:pPr lvl="0"/>
            <a:r>
              <a:rPr b="1"/>
              <a:t>Prerequisites:</a:t>
            </a:r>
            <a:r>
              <a:rPr/>
              <a:t> Inorganic Chemistry (undergraduate)</a:t>
            </a:r>
          </a:p>
        </p:txBody>
      </p:sp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CHEM 560: Topics in Supramolecular Chemistry</a:t>
            </a:r>
          </a:p>
          <a:p>
            <a:pPr lvl="0"/>
            <a:r>
              <a:rPr b="1"/>
              <a:t>Credits:</a:t>
            </a:r>
            <a:r>
              <a:rPr/>
              <a:t> 2</a:t>
            </a:r>
            <a:br/>
          </a:p>
          <a:p>
            <a:pPr lvl="0"/>
            <a:r>
              <a:rPr b="1"/>
              <a:t>Description:</a:t>
            </a:r>
            <a:br/>
            <a:r>
              <a:rPr/>
              <a:t>Study of non-covalent interactions, host-guest systems, and molecular recognition. Discussion-based seminar with literature presentations and review writing.</a:t>
            </a:r>
          </a:p>
          <a:p>
            <a:pPr lvl="0"/>
            <a:r>
              <a:rPr b="1"/>
              <a:t>Prerequisites:</a:t>
            </a:r>
            <a:r>
              <a:rPr/>
              <a:t> Graduate standing</a:t>
            </a:r>
          </a:p>
        </p:txBody>
      </p:sp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CHEM 611: Research Seminar</a:t>
            </a:r>
          </a:p>
          <a:p>
            <a:pPr lvl="0"/>
            <a:r>
              <a:rPr b="1"/>
              <a:t>Credits:</a:t>
            </a:r>
            <a:r>
              <a:rPr/>
              <a:t> 1</a:t>
            </a:r>
            <a:br/>
          </a:p>
          <a:p>
            <a:pPr lvl="0"/>
            <a:r>
              <a:rPr b="1"/>
              <a:t>Description:</a:t>
            </a:r>
            <a:br/>
            <a:r>
              <a:rPr/>
              <a:t>Weekly presentations by students, faculty, and visiting scholars on current research topics in chemistry. Students are required to present at least once during their program.</a:t>
            </a:r>
          </a:p>
          <a:p>
            <a:pPr lvl="0"/>
            <a:r>
              <a:rPr b="1"/>
              <a:t>Prerequisites:</a:t>
            </a:r>
            <a:r>
              <a:rPr/>
              <a:t> Graduate standing</a:t>
            </a:r>
          </a:p>
        </p:txBody>
      </p:sp>
    </p:spTree>
  </p:cSld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CHEM 699: Master’s Thesis Research</a:t>
            </a:r>
          </a:p>
          <a:p>
            <a:pPr lvl="0"/>
            <a:r>
              <a:rPr b="1"/>
              <a:t>Credits:</a:t>
            </a:r>
            <a:r>
              <a:rPr/>
              <a:t> 12 (variable)</a:t>
            </a:r>
            <a:br/>
          </a:p>
          <a:p>
            <a:pPr lvl="0"/>
            <a:r>
              <a:rPr b="1"/>
              <a:t>Description:</a:t>
            </a:r>
            <a:br/>
            <a:r>
              <a:rPr/>
              <a:t>Independent, faculty-guided research culminating in the defense of an original thesis. Students conduct experimental, theoretical, or computational research and present their findings at a departmental seminar.</a:t>
            </a:r>
          </a:p>
          <a:p>
            <a:pPr lvl="0"/>
            <a:r>
              <a:rPr b="1"/>
              <a:t>Prerequisites:</a:t>
            </a:r>
            <a:r>
              <a:rPr/>
              <a:t> Completion of at least 18 credits of graduate coursework in Chemistry</a:t>
            </a:r>
          </a:p>
        </p:txBody>
      </p:sp>
    </p:spTree>
  </p:cSld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Key to Course Codes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CHEM 1XX, 2XX</a:t>
            </a:r>
            <a:r>
              <a:rPr/>
              <a:t>: Introductory and foundational undergraduate courses</a:t>
            </a:r>
          </a:p>
          <a:p>
            <a:pPr lvl="0"/>
            <a:r>
              <a:rPr b="1"/>
              <a:t>CHEM 3XX, 4XX</a:t>
            </a:r>
            <a:r>
              <a:rPr/>
              <a:t>: Advanced undergraduate and capstone courses</a:t>
            </a:r>
          </a:p>
          <a:p>
            <a:pPr lvl="0"/>
            <a:r>
              <a:rPr b="1"/>
              <a:t>CHEM 5XX, 6XX</a:t>
            </a:r>
            <a:r>
              <a:rPr/>
              <a:t>: Graduate courses</a:t>
            </a:r>
          </a:p>
        </p:txBody>
      </p:sp>
    </p:spTree>
  </p:cSld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For further details regarding course sequencing, electives, or individualized study options, please contact the Office of the Registrar (registrar@cendara.edu) or the Department of Chemistry (chem.dept@cendara.edu).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2025-07-29T15:05:22Z</dcterms:created>
  <dcterms:modified xsi:type="dcterms:W3CDTF">2025-07-29T15:05:22Z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