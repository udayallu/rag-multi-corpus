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9" Type="http://schemas.openxmlformats.org/officeDocument/2006/relationships/tableStyles" Target="tableStyles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Biology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Catalog 2024–2025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Undergraduate Courses (B.Sc. in Biology)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101 — Principles of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An introduction to the fundamental concepts of biology, including cell structure, genetics, evolution, and ecology. Emphasis on the scientific method, laboratory research, and data analysis.</a:t>
            </a:r>
          </a:p>
          <a:p>
            <a:pPr lvl="0"/>
            <a:r>
              <a:rPr b="1"/>
              <a:t>Prerequisites:</a:t>
            </a:r>
            <a:br/>
            <a:r>
              <a:rPr/>
              <a:t>None</a:t>
            </a:r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115 — Marine Diversity and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 comprehensive exploration of marine ecosystems, focusing on organismal diversity, ecological interactions, and adaptation. Includes fieldwork in coastal environments and laboratory identification.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101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121 — Introduction to Molecular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Covers the structure and function of biomolecules, DNA replication, gene expression, and genetic technologies. Laboratory work includes DNA extraction and electrophoresis.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101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201 — Botany: Plant Life and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Examination of plant anatomy, physiology, and evolution. Study of plant responses to the environment, photosynthesis, and biodiversity in terrestrial ecosystems.</a:t>
            </a:r>
            <a:br/>
          </a:p>
          <a:p>
            <a:pPr lvl="0"/>
            <a:r>
              <a:rPr b="1"/>
              <a:t>Prerequisites:</a:t>
            </a:r>
            <a:br/>
            <a:r>
              <a:rPr/>
              <a:t>BIOL 101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221 — Genetics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Fundamental principles of heredity, gene function, and genetic analysis in prokaryotes and eukaryotes. Focus on Mendelian genetics, chromosomal theory, and modern genomics.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121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235 —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Concepts in population, community, and ecosystem ecology. Topics include biodiversity, energy flow, nutrient cycling, and human impacts on biological systems. Includes field data collection and statistical analysis.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101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243 — Research Methods in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An introduction to experimental design, scientific writing, and quantitative analysis in biological research. Students develop skills in critical reading, hypothesis testing, and use of laboratory and field techniques.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101</a:t>
            </a:r>
            <a:br/>
            <a:r>
              <a:rPr/>
              <a:t>MATH 150 (or concurrent enrollment)</a:t>
            </a:r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311 — Cell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Structure and function of eukaryotic cells, including membranes, organelles, and cytoskeleton. Explores cell communication, cycle regulation, and apoptosis with hands-on microscope work.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121</a:t>
            </a:r>
            <a:br/>
            <a:r>
              <a:rPr/>
              <a:t>CHEM 110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318 — Marine Biology Field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An immersive field-based course covering marine organisms, habitats, and ecological monitoring techniques. Includes a week-long research trip to the Gulf of Cendara.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115</a:t>
            </a:r>
            <a:br/>
            <a:r>
              <a:rPr/>
              <a:t>BIOL 235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350 — Evolutionary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Explores the mechanisms of evolution, natural selection, population genetics, and speciation. Integrates case studies and evolutionary analysis across major taxa.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221</a:t>
            </a:r>
            <a:br/>
            <a:r>
              <a:rPr/>
              <a:t>BIOL 235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390 — Conservation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Principles and practice of conserving biodiversity. Topics include species extinction, habitat loss, and ecological restoration. Includes group projects with local conservation agencies.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235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410 — Senior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Culminating research project under faculty supervision. Students design and execute original research, culminating in a written thesis and public defense.</a:t>
            </a:r>
          </a:p>
          <a:p>
            <a:pPr lvl="0"/>
            <a:r>
              <a:rPr b="1"/>
              <a:t>Prerequisites:</a:t>
            </a:r>
            <a:br/>
            <a:r>
              <a:rPr/>
              <a:t>Senior standing in Biology</a:t>
            </a:r>
            <a:br/>
            <a:r>
              <a:rPr/>
              <a:t>BIOL 243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Graduate Courses (M.Sc./Ph.D. in Biology)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501 — Advanced Molecular Genetics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In-depth analysis of genetic mechanisms at the molecular level. Topics include gene regulation, epigenetics, genomics, and CRISPR technologies. Lab includes genome editing techniques.</a:t>
            </a:r>
          </a:p>
          <a:p>
            <a:pPr lvl="0"/>
            <a:r>
              <a:rPr b="1"/>
              <a:t>Prerequisites:</a:t>
            </a:r>
            <a:br/>
            <a:r>
              <a:rPr/>
              <a:t>Undergraduate degree in Biology or consent of instructor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512 — Cell Structure and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Advanced study of cellular architecture, signal transduction, and microscopy methods. Investigates cell dynamics using live-cell imaging and flow cytometry.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311 or equivalent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4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523 — Population and Quantitative Genetics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Explores genetic variation within populations, heritability, genetic mapping, and genome-wide association studies. Includes hands-on analysis with bioinformatics tools.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221 or consent of instructor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540 — Conservation and Restoration Ecology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Evaluation of theoretical and practical approaches to ecosystem restoration and conservation. Emphasizes adaptive management, population viability analysis, and conservation policy.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235 or graduate standing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558 — Current Topics in Marine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Seminar-style course focused on emerging research in marine biology, including climate change impacts, ocean acidification, and molecular tools in marine research.</a:t>
            </a:r>
            <a:br/>
          </a:p>
          <a:p>
            <a:pPr lvl="0"/>
            <a:r>
              <a:rPr b="1"/>
              <a:t>Prerequisites:</a:t>
            </a:r>
            <a:br/>
            <a:r>
              <a:rPr/>
              <a:t>Graduate standing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601 — Research Methods and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Training in experimental design, advanced statistics, and grant writing for biological research. Includes workshops on R and statistical modeling.</a:t>
            </a:r>
          </a:p>
          <a:p>
            <a:pPr lvl="0"/>
            <a:r>
              <a:rPr b="1"/>
              <a:t>Prerequisites:</a:t>
            </a:r>
            <a:br/>
            <a:r>
              <a:rPr/>
              <a:t>Graduate standing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621 — Genomics and Proteomics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Analysis of whole-genome data and protein expression profiles. Emphasis on next-generation sequencing, bioinformatics, and mass spectrometry.</a:t>
            </a:r>
          </a:p>
          <a:p>
            <a:pPr lvl="0"/>
            <a:r>
              <a:rPr b="1"/>
              <a:t>Prerequisites:</a:t>
            </a:r>
            <a:br/>
            <a:r>
              <a:rPr/>
              <a:t>BIOL 501 or instructor consent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3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698 — Graduate Seminar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Weekly seminar series featuring guest speakers, student research presentations, and discussions of current literature in genetics, conservation, and cell biology.</a:t>
            </a:r>
          </a:p>
          <a:p>
            <a:pPr lvl="0"/>
            <a:r>
              <a:rPr b="1"/>
              <a:t>Prerequisites:</a:t>
            </a:r>
            <a:br/>
            <a:r>
              <a:rPr/>
              <a:t>Graduate standing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1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BIOL 699 — Doctoral Thesis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Description:</a:t>
            </a:r>
            <a:br/>
            <a:r>
              <a:rPr/>
              <a:t>Independent, original research conducted under faculty supervision, culminating in a written dissertation and oral defense.</a:t>
            </a:r>
          </a:p>
          <a:p>
            <a:pPr lvl="0"/>
            <a:r>
              <a:rPr b="1"/>
              <a:t>Prerequisites:</a:t>
            </a:r>
            <a:br/>
            <a:r>
              <a:rPr/>
              <a:t>Admission to Ph.D. candidacy</a:t>
            </a:r>
            <a:br/>
          </a:p>
          <a:p>
            <a:pPr lvl="0"/>
            <a:r>
              <a:rPr b="1"/>
              <a:t>Credit Hours:</a:t>
            </a:r>
            <a:br/>
            <a:r>
              <a:rPr/>
              <a:t>Variable (1–12 per term)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Concentration and Specialization Tracks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Molecular Biology (B.Sc. &amp; Graduate)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Emphasizes advanced coursework in BIOL 121, BIOL 311, BIOL 501, BIOL 621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Ecology (B.Sc.)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Focused on BIOL 235, BIOL 350, and BIOL 390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Marine Biology (B.Sc./Graduate)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Central courses: BIOL 115, BIOL 318, BIOL 558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Genetics (Graduate)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Recommended: BIOL 501, BIOL 523, BIOL 621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Conservation Biology (Graduate)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Core: BIOL 540, BIOL 390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Cell Biology (Graduate)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courses: BIOL 512, BIOL 621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For full program requirements and course schedules, consult the Department of Biology website or contact the departmental advisor (Dr. Nadia Lam, nadia.lam@cendara.edu).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2025-07-29T15:06:14Z</dcterms:created>
  <dcterms:modified xsi:type="dcterms:W3CDTF">2025-07-29T15:06:14Z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