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4" Type="http://schemas.openxmlformats.org/officeDocument/2006/relationships/viewProps" Target="viewProps.xml" /><Relationship Id="rId33" Type="http://schemas.openxmlformats.org/officeDocument/2006/relationships/presProps" Target="presProps.xml" /><Relationship Id="rId1" Type="http://schemas.openxmlformats.org/officeDocument/2006/relationships/slideMaster" Target="slideMasters/slideMaster1.xml" /><Relationship Id="rId36" Type="http://schemas.openxmlformats.org/officeDocument/2006/relationships/tableStyles" Target="tableStyles.xml" /><Relationship Id="rId3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Cendara University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Department of Nursing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B.N.S. in Nursing — Course Catalog</a:t>
            </a:r>
          </a:p>
        </p:txBody>
      </p:sp>
      <p:sp>
        <p:nvSpPr>
          <p:cNvPr id="3" name="Content Placeholder 2"/>
          <p:cNvSpPr>
            <a:spLocks noGrp="1"/>
          </p:cNvSpPr>
          <p:nvPr>
            <p:ph idx="1"/>
          </p:nvPr>
        </p:nvSpPr>
        <p:spPr/>
        <p:txBody>
          <a:bodyPr/>
          <a:lstStyle/>
          <a:p>
            <a:pPr lvl="0" indent="0" marL="0">
              <a:buNone/>
            </a:pPr>
            <a:r>
              <a:rPr/>
              <a:t>The Bachelor of Nursing Science (B.N.S.) program at Cendara University is designed to prepare students for registered nurse licensure and to excel in modern clinical environments. The curriculum blends rigorous academic coursework with hands-on experience in partner hospitals.</a:t>
            </a:r>
          </a:p>
          <a:p>
            <a:pPr lvl="0" indent="0" marL="0">
              <a:buNone/>
            </a:pPr>
            <a:r>
              <a:rPr/>
              <a:t>Below is a comprehensive catalog of undergraduate courses offered by the Department of Nursing. Each listing includes the course title, code, detailed description, prerequisites, and credit hours.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Year 1 Courses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101: Foundations of Professional Nursing</a:t>
            </a:r>
          </a:p>
        </p:txBody>
      </p:sp>
      <p:sp>
        <p:nvSpPr>
          <p:cNvPr id="3" name="Content Placeholder 2"/>
          <p:cNvSpPr>
            <a:spLocks noGrp="1"/>
          </p:cNvSpPr>
          <p:nvPr>
            <p:ph idx="1"/>
          </p:nvPr>
        </p:nvSpPr>
        <p:spPr/>
        <p:txBody>
          <a:bodyPr/>
          <a:lstStyle/>
          <a:p>
            <a:pPr lvl="0"/>
            <a:r>
              <a:rPr b="1"/>
              <a:t>Description:</a:t>
            </a:r>
            <a:br/>
            <a:r>
              <a:rPr/>
              <a:t>Introduces the core principles, history, and ethical standards of the nursing profession. Emphasizes patient-centered care, communication skills, and professional conduct.</a:t>
            </a:r>
          </a:p>
          <a:p>
            <a:pPr lvl="0"/>
            <a:r>
              <a:rPr b="1"/>
              <a:t>Prerequisites:</a:t>
            </a:r>
            <a:r>
              <a:rPr/>
              <a:t> None</a:t>
            </a:r>
            <a:br/>
          </a:p>
          <a:p>
            <a:pPr lvl="0"/>
            <a:r>
              <a:rPr b="1"/>
              <a:t>Credit Hours:</a:t>
            </a:r>
            <a:r>
              <a:rPr/>
              <a:t> 3</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111: Human Anatomy &amp; Physiology I</a:t>
            </a:r>
          </a:p>
        </p:txBody>
      </p:sp>
      <p:sp>
        <p:nvSpPr>
          <p:cNvPr id="3" name="Content Placeholder 2"/>
          <p:cNvSpPr>
            <a:spLocks noGrp="1"/>
          </p:cNvSpPr>
          <p:nvPr>
            <p:ph idx="1"/>
          </p:nvPr>
        </p:nvSpPr>
        <p:spPr/>
        <p:txBody>
          <a:bodyPr/>
          <a:lstStyle/>
          <a:p>
            <a:pPr lvl="0"/>
            <a:r>
              <a:rPr b="1"/>
              <a:t>Description:</a:t>
            </a:r>
            <a:br/>
            <a:r>
              <a:rPr/>
              <a:t>Focuses on the structural and functional organization of the human body with emphasis on the musculoskeletal, nervous, and cardiovascular systems.</a:t>
            </a:r>
          </a:p>
          <a:p>
            <a:pPr lvl="0"/>
            <a:r>
              <a:rPr b="1"/>
              <a:t>Prerequisites:</a:t>
            </a:r>
            <a:r>
              <a:rPr/>
              <a:t> None</a:t>
            </a:r>
            <a:br/>
          </a:p>
          <a:p>
            <a:pPr lvl="0"/>
            <a:r>
              <a:rPr b="1"/>
              <a:t>Credit Hours:</a:t>
            </a:r>
            <a:r>
              <a:rPr/>
              <a:t> 4</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112: Human Anatomy &amp; Physiology II</a:t>
            </a:r>
          </a:p>
        </p:txBody>
      </p:sp>
      <p:sp>
        <p:nvSpPr>
          <p:cNvPr id="3" name="Content Placeholder 2"/>
          <p:cNvSpPr>
            <a:spLocks noGrp="1"/>
          </p:cNvSpPr>
          <p:nvPr>
            <p:ph idx="1"/>
          </p:nvPr>
        </p:nvSpPr>
        <p:spPr/>
        <p:txBody>
          <a:bodyPr/>
          <a:lstStyle/>
          <a:p>
            <a:pPr lvl="0"/>
            <a:r>
              <a:rPr b="1"/>
              <a:t>Description:</a:t>
            </a:r>
            <a:br/>
            <a:r>
              <a:rPr/>
              <a:t>Continues NURS 111 with a focus on the respiratory, digestive, urinary, and reproductive systems. Includes laboratory sessions and case studies.</a:t>
            </a:r>
          </a:p>
          <a:p>
            <a:pPr lvl="0"/>
            <a:r>
              <a:rPr b="1"/>
              <a:t>Prerequisites:</a:t>
            </a:r>
            <a:r>
              <a:rPr/>
              <a:t> NURS 111</a:t>
            </a:r>
            <a:br/>
          </a:p>
          <a:p>
            <a:pPr lvl="0"/>
            <a:r>
              <a:rPr b="1"/>
              <a:t>Credit Hours:</a:t>
            </a:r>
            <a:r>
              <a:rPr/>
              <a:t> 4</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120: Health Assessment</a:t>
            </a:r>
          </a:p>
        </p:txBody>
      </p:sp>
      <p:sp>
        <p:nvSpPr>
          <p:cNvPr id="3" name="Content Placeholder 2"/>
          <p:cNvSpPr>
            <a:spLocks noGrp="1"/>
          </p:cNvSpPr>
          <p:nvPr>
            <p:ph idx="1"/>
          </p:nvPr>
        </p:nvSpPr>
        <p:spPr/>
        <p:txBody>
          <a:bodyPr/>
          <a:lstStyle/>
          <a:p>
            <a:pPr lvl="0"/>
            <a:r>
              <a:rPr b="1"/>
              <a:t>Description:</a:t>
            </a:r>
            <a:br/>
            <a:r>
              <a:rPr/>
              <a:t>Offers theoretical and practical foundations in physical assessment techniques, including the use of diagnostic equipment and patient interviewing.</a:t>
            </a:r>
          </a:p>
          <a:p>
            <a:pPr lvl="0"/>
            <a:r>
              <a:rPr b="1"/>
              <a:t>Prerequisites:</a:t>
            </a:r>
            <a:r>
              <a:rPr/>
              <a:t> NURS 111 (may be taken concurrently)</a:t>
            </a:r>
            <a:br/>
          </a:p>
          <a:p>
            <a:pPr lvl="0"/>
            <a:r>
              <a:rPr b="1"/>
              <a:t>Credit Hours:</a:t>
            </a:r>
            <a:r>
              <a:rPr/>
              <a:t> 3</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130: Introduction to Clinical Practice</a:t>
            </a:r>
          </a:p>
        </p:txBody>
      </p:sp>
      <p:sp>
        <p:nvSpPr>
          <p:cNvPr id="3" name="Content Placeholder 2"/>
          <p:cNvSpPr>
            <a:spLocks noGrp="1"/>
          </p:cNvSpPr>
          <p:nvPr>
            <p:ph idx="1"/>
          </p:nvPr>
        </p:nvSpPr>
        <p:spPr/>
        <p:txBody>
          <a:bodyPr/>
          <a:lstStyle/>
          <a:p>
            <a:pPr lvl="0"/>
            <a:r>
              <a:rPr b="1"/>
              <a:t>Description:</a:t>
            </a:r>
            <a:br/>
            <a:r>
              <a:rPr/>
              <a:t>Provides supervised clinical experiences in a laboratory and hospital setting. Focus on basic nursing skills such as hygiene, infection control, and patient mobility.</a:t>
            </a:r>
          </a:p>
          <a:p>
            <a:pPr lvl="0"/>
            <a:r>
              <a:rPr b="1"/>
              <a:t>Prerequisites:</a:t>
            </a:r>
            <a:r>
              <a:rPr/>
              <a:t> NURS 101, NURS 111</a:t>
            </a:r>
            <a:br/>
          </a:p>
          <a:p>
            <a:pPr lvl="0"/>
            <a:r>
              <a:rPr b="1"/>
              <a:t>Credit Hours:</a:t>
            </a:r>
            <a:r>
              <a:rPr/>
              <a:t> 3</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Year 2 Courses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210: Microbiology for Nurses</a:t>
            </a:r>
          </a:p>
        </p:txBody>
      </p:sp>
      <p:sp>
        <p:nvSpPr>
          <p:cNvPr id="3" name="Content Placeholder 2"/>
          <p:cNvSpPr>
            <a:spLocks noGrp="1"/>
          </p:cNvSpPr>
          <p:nvPr>
            <p:ph idx="1"/>
          </p:nvPr>
        </p:nvSpPr>
        <p:spPr/>
        <p:txBody>
          <a:bodyPr/>
          <a:lstStyle/>
          <a:p>
            <a:pPr lvl="0"/>
            <a:r>
              <a:rPr b="1"/>
              <a:t>Description:</a:t>
            </a:r>
            <a:br/>
            <a:r>
              <a:rPr/>
              <a:t>Explores major concepts of microbiology relevant to nursing, including pathogens, infection control, and the immune response.</a:t>
            </a:r>
          </a:p>
          <a:p>
            <a:pPr lvl="0"/>
            <a:r>
              <a:rPr b="1"/>
              <a:t>Prerequisites:</a:t>
            </a:r>
            <a:r>
              <a:rPr/>
              <a:t> NURS 112</a:t>
            </a:r>
            <a:br/>
          </a:p>
          <a:p>
            <a:pPr lvl="0"/>
            <a:r>
              <a:rPr b="1"/>
              <a:t>Credit Hours:</a:t>
            </a:r>
            <a:r>
              <a:rPr/>
              <a:t> 3</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212: Pharmacology I</a:t>
            </a:r>
          </a:p>
        </p:txBody>
      </p:sp>
      <p:sp>
        <p:nvSpPr>
          <p:cNvPr id="3" name="Content Placeholder 2"/>
          <p:cNvSpPr>
            <a:spLocks noGrp="1"/>
          </p:cNvSpPr>
          <p:nvPr>
            <p:ph idx="1"/>
          </p:nvPr>
        </p:nvSpPr>
        <p:spPr/>
        <p:txBody>
          <a:bodyPr/>
          <a:lstStyle/>
          <a:p>
            <a:pPr lvl="0"/>
            <a:r>
              <a:rPr b="1"/>
              <a:t>Description:</a:t>
            </a:r>
            <a:br/>
            <a:r>
              <a:rPr/>
              <a:t>Covers fundamental pharmacological principles, drug classifications, and medication administration safety for entry-level nurses.</a:t>
            </a:r>
          </a:p>
          <a:p>
            <a:pPr lvl="0"/>
            <a:r>
              <a:rPr b="1"/>
              <a:t>Prerequisites:</a:t>
            </a:r>
            <a:r>
              <a:rPr/>
              <a:t> NURS 112</a:t>
            </a:r>
            <a:br/>
          </a:p>
          <a:p>
            <a:pPr lvl="0"/>
            <a:r>
              <a:rPr b="1"/>
              <a:t>Credit Hours:</a:t>
            </a:r>
            <a:r>
              <a:rPr/>
              <a:t> 3</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220: Medical-Surgical Nursing I</a:t>
            </a:r>
          </a:p>
        </p:txBody>
      </p:sp>
      <p:sp>
        <p:nvSpPr>
          <p:cNvPr id="3" name="Content Placeholder 2"/>
          <p:cNvSpPr>
            <a:spLocks noGrp="1"/>
          </p:cNvSpPr>
          <p:nvPr>
            <p:ph idx="1"/>
          </p:nvPr>
        </p:nvSpPr>
        <p:spPr/>
        <p:txBody>
          <a:bodyPr/>
          <a:lstStyle/>
          <a:p>
            <a:pPr lvl="0"/>
            <a:r>
              <a:rPr b="1"/>
              <a:t>Description:</a:t>
            </a:r>
            <a:br/>
            <a:r>
              <a:rPr/>
              <a:t>Introduces the care of adults experiencing common medical and surgical health problems. Integrates knowledge across body systems with emphasis on assessment and intervention.</a:t>
            </a:r>
          </a:p>
          <a:p>
            <a:pPr lvl="0"/>
            <a:r>
              <a:rPr b="1"/>
              <a:t>Prerequisites:</a:t>
            </a:r>
            <a:r>
              <a:rPr/>
              <a:t> NURS 120, NURS 130</a:t>
            </a:r>
            <a:br/>
          </a:p>
          <a:p>
            <a:pPr lvl="0"/>
            <a:r>
              <a:rPr b="1"/>
              <a:t>Credit Hours:</a:t>
            </a:r>
            <a:r>
              <a:rPr/>
              <a:t> 4</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221: Medical-Surgical Nursing II</a:t>
            </a:r>
          </a:p>
        </p:txBody>
      </p:sp>
      <p:sp>
        <p:nvSpPr>
          <p:cNvPr id="3" name="Content Placeholder 2"/>
          <p:cNvSpPr>
            <a:spLocks noGrp="1"/>
          </p:cNvSpPr>
          <p:nvPr>
            <p:ph idx="1"/>
          </p:nvPr>
        </p:nvSpPr>
        <p:spPr/>
        <p:txBody>
          <a:bodyPr/>
          <a:lstStyle/>
          <a:p>
            <a:pPr lvl="0"/>
            <a:r>
              <a:rPr b="1"/>
              <a:t>Description:</a:t>
            </a:r>
            <a:br/>
            <a:r>
              <a:rPr/>
              <a:t>Builds on NURS 220 by addressing complex health conditions and advanced intervention techniques. Includes simulation and clinical rotations.</a:t>
            </a:r>
          </a:p>
          <a:p>
            <a:pPr lvl="0"/>
            <a:r>
              <a:rPr b="1"/>
              <a:t>Prerequisites:</a:t>
            </a:r>
            <a:r>
              <a:rPr/>
              <a:t> NURS 220</a:t>
            </a:r>
            <a:br/>
          </a:p>
          <a:p>
            <a:pPr lvl="0"/>
            <a:r>
              <a:rPr b="1"/>
              <a:t>Credit Hours:</a:t>
            </a:r>
            <a:r>
              <a:rPr/>
              <a:t> 4</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231: Nursing Research &amp; Evidence-Based Practice</a:t>
            </a:r>
          </a:p>
        </p:txBody>
      </p:sp>
      <p:sp>
        <p:nvSpPr>
          <p:cNvPr id="3" name="Content Placeholder 2"/>
          <p:cNvSpPr>
            <a:spLocks noGrp="1"/>
          </p:cNvSpPr>
          <p:nvPr>
            <p:ph idx="1"/>
          </p:nvPr>
        </p:nvSpPr>
        <p:spPr/>
        <p:txBody>
          <a:bodyPr/>
          <a:lstStyle/>
          <a:p>
            <a:pPr lvl="0"/>
            <a:r>
              <a:rPr b="1"/>
              <a:t>Description:</a:t>
            </a:r>
            <a:br/>
            <a:r>
              <a:rPr/>
              <a:t>Examines the principles and processes of nursing research. Develops skills in appraising evidence and applying findings to clinical decisions.</a:t>
            </a:r>
          </a:p>
          <a:p>
            <a:pPr lvl="0"/>
            <a:r>
              <a:rPr b="1"/>
              <a:t>Prerequisites:</a:t>
            </a:r>
            <a:r>
              <a:rPr/>
              <a:t> NURS 120, NURS 130</a:t>
            </a:r>
            <a:br/>
          </a:p>
          <a:p>
            <a:pPr lvl="0"/>
            <a:r>
              <a:rPr b="1"/>
              <a:t>Credit Hours:</a:t>
            </a:r>
            <a:r>
              <a:rPr/>
              <a:t> 3</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Year 3 Courses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310: Pediatric Nursing</a:t>
            </a:r>
          </a:p>
        </p:txBody>
      </p:sp>
      <p:sp>
        <p:nvSpPr>
          <p:cNvPr id="3" name="Content Placeholder 2"/>
          <p:cNvSpPr>
            <a:spLocks noGrp="1"/>
          </p:cNvSpPr>
          <p:nvPr>
            <p:ph idx="1"/>
          </p:nvPr>
        </p:nvSpPr>
        <p:spPr/>
        <p:txBody>
          <a:bodyPr/>
          <a:lstStyle/>
          <a:p>
            <a:pPr lvl="0"/>
            <a:r>
              <a:rPr b="1"/>
              <a:t>Description:</a:t>
            </a:r>
            <a:br/>
            <a:r>
              <a:rPr/>
              <a:t>Covers nursing care for children and adolescents, including developmental stages, health promotion, and family-centered care.</a:t>
            </a:r>
          </a:p>
          <a:p>
            <a:pPr lvl="0"/>
            <a:r>
              <a:rPr b="1"/>
              <a:t>Prerequisites:</a:t>
            </a:r>
            <a:r>
              <a:rPr/>
              <a:t> NURS 220</a:t>
            </a:r>
            <a:br/>
          </a:p>
          <a:p>
            <a:pPr lvl="0"/>
            <a:r>
              <a:rPr b="1"/>
              <a:t>Credit Hours:</a:t>
            </a:r>
            <a:r>
              <a:rPr/>
              <a:t> 3</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312: Maternity &amp; Women’s Health Nursing</a:t>
            </a:r>
          </a:p>
        </p:txBody>
      </p:sp>
      <p:sp>
        <p:nvSpPr>
          <p:cNvPr id="3" name="Content Placeholder 2"/>
          <p:cNvSpPr>
            <a:spLocks noGrp="1"/>
          </p:cNvSpPr>
          <p:nvPr>
            <p:ph idx="1"/>
          </p:nvPr>
        </p:nvSpPr>
        <p:spPr/>
        <p:txBody>
          <a:bodyPr/>
          <a:lstStyle/>
          <a:p>
            <a:pPr lvl="0"/>
            <a:r>
              <a:rPr b="1"/>
              <a:t>Description:</a:t>
            </a:r>
            <a:br/>
            <a:r>
              <a:rPr/>
              <a:t>Examines nursing roles in prenatal, perinatal, and postpartum care. Addresses family planning, newborn assessment, and reproductive health issues.</a:t>
            </a:r>
          </a:p>
          <a:p>
            <a:pPr lvl="0"/>
            <a:r>
              <a:rPr b="1"/>
              <a:t>Prerequisites:</a:t>
            </a:r>
            <a:r>
              <a:rPr/>
              <a:t> NURS 221</a:t>
            </a:r>
            <a:br/>
          </a:p>
          <a:p>
            <a:pPr lvl="0"/>
            <a:r>
              <a:rPr b="1"/>
              <a:t>Credit Hours:</a:t>
            </a:r>
            <a:r>
              <a:rPr/>
              <a:t> 3</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319: Pathophysiology</a:t>
            </a:r>
          </a:p>
        </p:txBody>
      </p:sp>
      <p:sp>
        <p:nvSpPr>
          <p:cNvPr id="3" name="Content Placeholder 2"/>
          <p:cNvSpPr>
            <a:spLocks noGrp="1"/>
          </p:cNvSpPr>
          <p:nvPr>
            <p:ph idx="1"/>
          </p:nvPr>
        </p:nvSpPr>
        <p:spPr/>
        <p:txBody>
          <a:bodyPr/>
          <a:lstStyle/>
          <a:p>
            <a:pPr lvl="0"/>
            <a:r>
              <a:rPr b="1"/>
              <a:t>Description:</a:t>
            </a:r>
            <a:br/>
            <a:r>
              <a:rPr/>
              <a:t>Detailed study of altered physiological processes in major body systems as related to disease processes encountered in nursing practice.</a:t>
            </a:r>
          </a:p>
          <a:p>
            <a:pPr lvl="0"/>
            <a:r>
              <a:rPr b="1"/>
              <a:t>Prerequisites:</a:t>
            </a:r>
            <a:r>
              <a:rPr/>
              <a:t> NURS 112</a:t>
            </a:r>
            <a:br/>
          </a:p>
          <a:p>
            <a:pPr lvl="0"/>
            <a:r>
              <a:rPr b="1"/>
              <a:t>Credit Hours:</a:t>
            </a:r>
            <a:r>
              <a:rPr/>
              <a:t> 3</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330: Mental Health Nursing</a:t>
            </a:r>
          </a:p>
        </p:txBody>
      </p:sp>
      <p:sp>
        <p:nvSpPr>
          <p:cNvPr id="3" name="Content Placeholder 2"/>
          <p:cNvSpPr>
            <a:spLocks noGrp="1"/>
          </p:cNvSpPr>
          <p:nvPr>
            <p:ph idx="1"/>
          </p:nvPr>
        </p:nvSpPr>
        <p:spPr/>
        <p:txBody>
          <a:bodyPr/>
          <a:lstStyle/>
          <a:p>
            <a:pPr lvl="0"/>
            <a:r>
              <a:rPr b="1"/>
              <a:t>Description:</a:t>
            </a:r>
            <a:br/>
            <a:r>
              <a:rPr/>
              <a:t>Focuses on therapeutic communication, psychiatric disorders, and evidence-based interventions in mental health settings.</a:t>
            </a:r>
          </a:p>
          <a:p>
            <a:pPr lvl="0"/>
            <a:r>
              <a:rPr b="1"/>
              <a:t>Prerequisites:</a:t>
            </a:r>
            <a:r>
              <a:rPr/>
              <a:t> NURS 221</a:t>
            </a:r>
            <a:br/>
          </a:p>
          <a:p>
            <a:pPr lvl="0"/>
            <a:r>
              <a:rPr b="1"/>
              <a:t>Credit Hours:</a:t>
            </a:r>
            <a:r>
              <a:rPr/>
              <a:t> 3</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340: Community Health Nursing</a:t>
            </a:r>
          </a:p>
        </p:txBody>
      </p:sp>
      <p:sp>
        <p:nvSpPr>
          <p:cNvPr id="3" name="Content Placeholder 2"/>
          <p:cNvSpPr>
            <a:spLocks noGrp="1"/>
          </p:cNvSpPr>
          <p:nvPr>
            <p:ph idx="1"/>
          </p:nvPr>
        </p:nvSpPr>
        <p:spPr/>
        <p:txBody>
          <a:bodyPr/>
          <a:lstStyle/>
          <a:p>
            <a:pPr lvl="0"/>
            <a:r>
              <a:rPr b="1"/>
              <a:t>Description:</a:t>
            </a:r>
            <a:br/>
            <a:r>
              <a:rPr/>
              <a:t>Prepares students to employ health promotion and disease prevention strategies, conduct assessments, and plan interventions in community settings.</a:t>
            </a:r>
          </a:p>
          <a:p>
            <a:pPr lvl="0"/>
            <a:r>
              <a:rPr b="1"/>
              <a:t>Prerequisites:</a:t>
            </a:r>
            <a:r>
              <a:rPr/>
              <a:t> NURS 231</a:t>
            </a:r>
            <a:br/>
          </a:p>
          <a:p>
            <a:pPr lvl="0"/>
            <a:r>
              <a:rPr b="1"/>
              <a:t>Credit Hours:</a:t>
            </a:r>
            <a:r>
              <a:rPr/>
              <a:t> 3</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Year 4 Courses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410: Leadership &amp; Management in Nursing</a:t>
            </a:r>
          </a:p>
        </p:txBody>
      </p:sp>
      <p:sp>
        <p:nvSpPr>
          <p:cNvPr id="3" name="Content Placeholder 2"/>
          <p:cNvSpPr>
            <a:spLocks noGrp="1"/>
          </p:cNvSpPr>
          <p:nvPr>
            <p:ph idx="1"/>
          </p:nvPr>
        </p:nvSpPr>
        <p:spPr/>
        <p:txBody>
          <a:bodyPr/>
          <a:lstStyle/>
          <a:p>
            <a:pPr lvl="0"/>
            <a:r>
              <a:rPr b="1"/>
              <a:t>Description:</a:t>
            </a:r>
            <a:br/>
            <a:r>
              <a:rPr/>
              <a:t>Explores concepts of leadership, management theory, and interprofessional teamwork in healthcare settings. Includes quality improvement and resource management.</a:t>
            </a:r>
          </a:p>
          <a:p>
            <a:pPr lvl="0"/>
            <a:r>
              <a:rPr b="1"/>
              <a:t>Prerequisites:</a:t>
            </a:r>
            <a:r>
              <a:rPr/>
              <a:t> NURS 221, Senior Standing</a:t>
            </a:r>
            <a:br/>
          </a:p>
          <a:p>
            <a:pPr lvl="0"/>
            <a:r>
              <a:rPr b="1"/>
              <a:t>Credit Hours:</a:t>
            </a:r>
            <a:r>
              <a:rPr/>
              <a:t> 3</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420: Advanced Clinical Practicum</a:t>
            </a:r>
          </a:p>
        </p:txBody>
      </p:sp>
      <p:sp>
        <p:nvSpPr>
          <p:cNvPr id="3" name="Content Placeholder 2"/>
          <p:cNvSpPr>
            <a:spLocks noGrp="1"/>
          </p:cNvSpPr>
          <p:nvPr>
            <p:ph idx="1"/>
          </p:nvPr>
        </p:nvSpPr>
        <p:spPr/>
        <p:txBody>
          <a:bodyPr/>
          <a:lstStyle/>
          <a:p>
            <a:pPr lvl="0"/>
            <a:r>
              <a:rPr b="1"/>
              <a:t>Description:</a:t>
            </a:r>
            <a:br/>
            <a:r>
              <a:rPr/>
              <a:t>Provides intensive clinical immersion across multiple specialties, including critical care, emergency, and surgical nursing. Students work closely with assigned preceptors in partner hospitals.</a:t>
            </a:r>
          </a:p>
          <a:p>
            <a:pPr lvl="0"/>
            <a:r>
              <a:rPr b="1"/>
              <a:t>Prerequisites:</a:t>
            </a:r>
            <a:r>
              <a:rPr/>
              <a:t> NURS 221, completion of all previous clinical courses</a:t>
            </a:r>
            <a:br/>
          </a:p>
          <a:p>
            <a:pPr lvl="0"/>
            <a:r>
              <a:rPr b="1"/>
              <a:t>Credit Hours:</a:t>
            </a:r>
            <a:r>
              <a:rPr/>
              <a:t> 6</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431: Nursing Ethics &amp; Health Policy</a:t>
            </a:r>
          </a:p>
        </p:txBody>
      </p:sp>
      <p:sp>
        <p:nvSpPr>
          <p:cNvPr id="3" name="Content Placeholder 2"/>
          <p:cNvSpPr>
            <a:spLocks noGrp="1"/>
          </p:cNvSpPr>
          <p:nvPr>
            <p:ph idx="1"/>
          </p:nvPr>
        </p:nvSpPr>
        <p:spPr/>
        <p:txBody>
          <a:bodyPr/>
          <a:lstStyle/>
          <a:p>
            <a:pPr lvl="0"/>
            <a:r>
              <a:rPr b="1"/>
              <a:t>Description:</a:t>
            </a:r>
            <a:br/>
            <a:r>
              <a:rPr/>
              <a:t>Studies ethical dilemmas in nursing practice, legal responsibilities, and the impact of health policy on patient care and professional standards.</a:t>
            </a:r>
          </a:p>
          <a:p>
            <a:pPr lvl="0"/>
            <a:r>
              <a:rPr b="1"/>
              <a:t>Prerequisites:</a:t>
            </a:r>
            <a:r>
              <a:rPr/>
              <a:t> NURS 231</a:t>
            </a:r>
            <a:br/>
          </a:p>
          <a:p>
            <a:pPr lvl="0"/>
            <a:r>
              <a:rPr b="1"/>
              <a:t>Credit Hours:</a:t>
            </a:r>
            <a:r>
              <a:rPr/>
              <a:t> 3</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440: Capstone Seminar</a:t>
            </a:r>
          </a:p>
        </p:txBody>
      </p:sp>
      <p:sp>
        <p:nvSpPr>
          <p:cNvPr id="3" name="Content Placeholder 2"/>
          <p:cNvSpPr>
            <a:spLocks noGrp="1"/>
          </p:cNvSpPr>
          <p:nvPr>
            <p:ph idx="1"/>
          </p:nvPr>
        </p:nvSpPr>
        <p:spPr/>
        <p:txBody>
          <a:bodyPr/>
          <a:lstStyle/>
          <a:p>
            <a:pPr lvl="0"/>
            <a:r>
              <a:rPr b="1"/>
              <a:t>Description:</a:t>
            </a:r>
            <a:br/>
            <a:r>
              <a:rPr/>
              <a:t>Integrates learning from all previous coursework and clinical experiences. Preparation for the national licensure exam (NCLEX-RN) and transition to professional practice.</a:t>
            </a:r>
          </a:p>
          <a:p>
            <a:pPr lvl="0"/>
            <a:r>
              <a:rPr b="1"/>
              <a:t>Prerequisites:</a:t>
            </a:r>
            <a:r>
              <a:rPr/>
              <a:t> NURS 420 (may be taken concurrently)</a:t>
            </a:r>
            <a:br/>
          </a:p>
          <a:p>
            <a:pPr lvl="0"/>
            <a:r>
              <a:rPr b="1"/>
              <a:t>Credit Hours:</a:t>
            </a:r>
            <a:r>
              <a:rPr/>
              <a:t> 3</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Elective Courses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350: Gerontological Nursing</a:t>
            </a:r>
          </a:p>
        </p:txBody>
      </p:sp>
      <p:sp>
        <p:nvSpPr>
          <p:cNvPr id="3" name="Content Placeholder 2"/>
          <p:cNvSpPr>
            <a:spLocks noGrp="1"/>
          </p:cNvSpPr>
          <p:nvPr>
            <p:ph idx="1"/>
          </p:nvPr>
        </p:nvSpPr>
        <p:spPr/>
        <p:txBody>
          <a:bodyPr/>
          <a:lstStyle/>
          <a:p>
            <a:pPr lvl="0"/>
            <a:r>
              <a:rPr b="1"/>
              <a:t>Description:</a:t>
            </a:r>
            <a:br/>
            <a:r>
              <a:rPr/>
              <a:t>Explores the unique healthcare needs and challenges in nursing older adults. Addresses chronic disease management, cognitive decline, and elder care advocacy.</a:t>
            </a:r>
          </a:p>
          <a:p>
            <a:pPr lvl="0"/>
            <a:r>
              <a:rPr b="1"/>
              <a:t>Prerequisites:</a:t>
            </a:r>
            <a:r>
              <a:rPr/>
              <a:t> NURS 221</a:t>
            </a:r>
            <a:br/>
          </a:p>
          <a:p>
            <a:pPr lvl="0"/>
            <a:r>
              <a:rPr b="1"/>
              <a:t>Credit Hours:</a:t>
            </a:r>
            <a:r>
              <a:rPr/>
              <a:t> 3</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355: Nursing Informatics</a:t>
            </a:r>
          </a:p>
        </p:txBody>
      </p:sp>
      <p:sp>
        <p:nvSpPr>
          <p:cNvPr id="3" name="Content Placeholder 2"/>
          <p:cNvSpPr>
            <a:spLocks noGrp="1"/>
          </p:cNvSpPr>
          <p:nvPr>
            <p:ph idx="1"/>
          </p:nvPr>
        </p:nvSpPr>
        <p:spPr/>
        <p:txBody>
          <a:bodyPr/>
          <a:lstStyle/>
          <a:p>
            <a:pPr lvl="0"/>
            <a:r>
              <a:rPr b="1"/>
              <a:t>Description:</a:t>
            </a:r>
            <a:br/>
            <a:r>
              <a:rPr/>
              <a:t>Introduces digital health records, data management, and the role of informatics in evidence-based nursing practice.</a:t>
            </a:r>
          </a:p>
          <a:p>
            <a:pPr lvl="0"/>
            <a:r>
              <a:rPr b="1"/>
              <a:t>Prerequisites:</a:t>
            </a:r>
            <a:r>
              <a:rPr/>
              <a:t> NURS 231</a:t>
            </a:r>
            <a:br/>
          </a:p>
          <a:p>
            <a:pPr lvl="0"/>
            <a:r>
              <a:rPr b="1"/>
              <a:t>Credit Hours:</a:t>
            </a:r>
            <a:r>
              <a:rPr/>
              <a:t> 2</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NURS 360: Disaster &amp; Emergency Nursing</a:t>
            </a:r>
          </a:p>
        </p:txBody>
      </p:sp>
      <p:sp>
        <p:nvSpPr>
          <p:cNvPr id="3" name="Content Placeholder 2"/>
          <p:cNvSpPr>
            <a:spLocks noGrp="1"/>
          </p:cNvSpPr>
          <p:nvPr>
            <p:ph idx="1"/>
          </p:nvPr>
        </p:nvSpPr>
        <p:spPr/>
        <p:txBody>
          <a:bodyPr/>
          <a:lstStyle/>
          <a:p>
            <a:pPr lvl="0"/>
            <a:r>
              <a:rPr b="1"/>
              <a:t>Description:</a:t>
            </a:r>
            <a:br/>
            <a:r>
              <a:rPr/>
              <a:t>Prepares students to manage nursing care in disaster, crisis, and mass casualty situations. Focuses on triage, crisis intervention, and readiness planning.</a:t>
            </a:r>
          </a:p>
          <a:p>
            <a:pPr lvl="0"/>
            <a:r>
              <a:rPr b="1"/>
              <a:t>Prerequisites:</a:t>
            </a:r>
            <a:r>
              <a:rPr/>
              <a:t> NURS 221</a:t>
            </a:r>
            <a:br/>
          </a:p>
          <a:p>
            <a:pPr lvl="0"/>
            <a:r>
              <a:rPr b="1"/>
              <a:t>Credit Hours:</a:t>
            </a:r>
            <a:r>
              <a:rPr/>
              <a:t> 2</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 further information on course sequencing, graduation requirements, and departmental policies, please refer to the B.N.S. Student Handbook or contact the Department of Nursing at nursing@cendara.edu.</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2025-07-29T15:06:48Z</dcterms:created>
  <dcterms:modified xsi:type="dcterms:W3CDTF">2025-07-29T15:06:48Z</dcterms:modified>
</cp:coreProperties>
</file>

<file path=docProps/custom.xml><?xml version="1.0" encoding="utf-8"?>
<Properties xmlns="http://schemas.openxmlformats.org/officeDocument/2006/custom-properties" xmlns:vt="http://schemas.openxmlformats.org/officeDocument/2006/docPropsVTypes"/>
</file>