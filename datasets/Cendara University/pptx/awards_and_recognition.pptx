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Cendara University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Awards and Recognition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2023–2024 University Honors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Chancellor’s Award for Excellence in Teaching</a:t>
            </a:r>
          </a:p>
          <a:p>
            <a:pPr lvl="0" indent="0" marL="0">
              <a:buNone/>
            </a:pPr>
            <a:r>
              <a:rPr b="1"/>
              <a:t>Recipient:</a:t>
            </a:r>
            <a:r>
              <a:rPr/>
              <a:t> Dr. Simone L. Marquez</a:t>
            </a:r>
            <a:br/>
            <a:r>
              <a:rPr b="1"/>
              <a:t>Department:</a:t>
            </a:r>
            <a:r>
              <a:rPr/>
              <a:t> Mathematics</a:t>
            </a:r>
            <a:br/>
            <a:r>
              <a:rPr b="1"/>
              <a:t>Presented on:</a:t>
            </a:r>
            <a:r>
              <a:rPr/>
              <a:t> May 4, 2024</a:t>
            </a:r>
            <a:br/>
            <a:r>
              <a:rPr b="1"/>
              <a:t>Citation:</a:t>
            </a:r>
            <a:br/>
            <a:r>
              <a:rPr/>
              <a:t>Dr. Marquez is recognized for distinguished teaching and innovative curriculum development in applied mathematics. Her engaging approach and dedication to student mentorship have significantly improved departmental outcomes.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Distinguished Alumni Achievement Award</a:t>
            </a:r>
          </a:p>
          <a:p>
            <a:pPr lvl="0" indent="0" marL="0">
              <a:buNone/>
            </a:pPr>
            <a:r>
              <a:rPr b="1"/>
              <a:t>Recipient:</a:t>
            </a:r>
            <a:r>
              <a:rPr/>
              <a:t> Dr. Priyanka Halson (Class of 2005)</a:t>
            </a:r>
            <a:br/>
            <a:r>
              <a:rPr b="1"/>
              <a:t>Field:</a:t>
            </a:r>
            <a:r>
              <a:rPr/>
              <a:t> Medical Research</a:t>
            </a:r>
            <a:br/>
            <a:r>
              <a:rPr b="1"/>
              <a:t>Presented on:</a:t>
            </a:r>
            <a:r>
              <a:rPr/>
              <a:t> March 15, 2024</a:t>
            </a:r>
            <a:br/>
            <a:r>
              <a:rPr b="1"/>
              <a:t>Citation:</a:t>
            </a:r>
            <a:br/>
            <a:r>
              <a:rPr/>
              <a:t>Dr. Halson, Director of Cardiology at Meridian General Hospital, has pioneered advancements in heart disease diagnostics, receiving international acclaim. Her commitment to global health advocacy exemplifies Cendara values.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Staff Service Recognition</a:t>
            </a:r>
          </a:p>
          <a:p>
            <a:pPr lvl="0" indent="0" marL="0">
              <a:buNone/>
            </a:pPr>
            <a:r>
              <a:rPr b="1"/>
              <a:t>Recipient:</a:t>
            </a:r>
            <a:r>
              <a:rPr/>
              <a:t> Mr. James O. Felix</a:t>
            </a:r>
            <a:br/>
            <a:r>
              <a:rPr b="1"/>
              <a:t>Department:</a:t>
            </a:r>
            <a:r>
              <a:rPr/>
              <a:t> Facilities &amp; Operations</a:t>
            </a:r>
            <a:br/>
            <a:r>
              <a:rPr b="1"/>
              <a:t>Years of Service:</a:t>
            </a:r>
            <a:r>
              <a:rPr/>
              <a:t> 25</a:t>
            </a:r>
            <a:br/>
            <a:r>
              <a:rPr b="1"/>
              <a:t>Presented on:</a:t>
            </a:r>
            <a:r>
              <a:rPr/>
              <a:t> December 10, 2023</a:t>
            </a:r>
            <a:br/>
            <a:r>
              <a:rPr b="1"/>
              <a:t>Citation:</a:t>
            </a:r>
            <a:br/>
            <a:r>
              <a:rPr/>
              <a:t>Mr. Felix’s long-standing dedication has been vital to campus safety and sustainability initiatives. His efforts have contributed to Cendara attaining a regional Green Campus certification.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Undergraduate Research Excellence Award</a:t>
            </a:r>
          </a:p>
          <a:p>
            <a:pPr lvl="0" indent="0" marL="0">
              <a:buNone/>
            </a:pPr>
            <a:r>
              <a:rPr b="1"/>
              <a:t>Recipient:</a:t>
            </a:r>
            <a:r>
              <a:rPr/>
              <a:t> Maya Elise Greene</a:t>
            </a:r>
            <a:br/>
            <a:r>
              <a:rPr b="1"/>
              <a:t>Major:</a:t>
            </a:r>
            <a:r>
              <a:rPr/>
              <a:t> Environmental Science</a:t>
            </a:r>
            <a:br/>
            <a:r>
              <a:rPr b="1"/>
              <a:t>Presented on:</a:t>
            </a:r>
            <a:r>
              <a:rPr/>
              <a:t> May 2, 2024</a:t>
            </a:r>
            <a:br/>
            <a:r>
              <a:rPr b="1"/>
              <a:t>Citation:</a:t>
            </a:r>
            <a:br/>
            <a:r>
              <a:rPr/>
              <a:t>Maya’s project on river pollution and restoration in the Cendara Valley garnered publication in the Northeast Ecology Review and shaped local environmental policy recommendations.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2023 Institutional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Top Regional University Award</a:t>
            </a:r>
            <a:br/>
            <a:r>
              <a:rPr/>
              <a:t>Granted by the Eastern Academic Review Board for outstanding academic innovation and student satisfaction.</a:t>
            </a:r>
          </a:p>
          <a:p>
            <a:pPr lvl="0"/>
            <a:r>
              <a:rPr b="1"/>
              <a:t>Excellence in Diversity and Inclusion (Gold Level)</a:t>
            </a:r>
            <a:br/>
            <a:r>
              <a:rPr/>
              <a:t>Awarded by the National Association for Inclusive Education (NAIE) for Cendara’s “Bridge Horizons” initiative, boosting underrepresented groups in STEM by 35%.</a:t>
            </a:r>
          </a:p>
          <a:p>
            <a:pPr lvl="0"/>
            <a:r>
              <a:rPr b="1"/>
              <a:t>Innovative Campus Sustainability Program Award</a:t>
            </a:r>
            <a:br/>
            <a:r>
              <a:rPr/>
              <a:t>Recognized by the Green Futures Alliance for the comprehensive “Solar Steps” campus energy overhaul, including solar canopy installations and electric fleet conversion.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Faculty Recognition (2023–2024)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Organization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Dr. Mikhail Valenko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Urban Studies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Urban Planning Impact Fellow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Nat. Planning Inst.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January 2024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Prof. Rita Chen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Theater Arts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Outstanding Creative Educator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 Arts Council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October 2023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Dr. Sarah Oluwatunji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Life Sciences Research Advancement Medal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BioSociety North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March 2024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Student Achievement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Intercollegiate Ethics Bowl Champions</a:t>
            </a:r>
            <a:br/>
            <a:r>
              <a:rPr/>
              <a:t>The Cendara Debate Society triumphed in the Northeast Intercollegiate Ethics Bowl, defeating nine regional universities, March 2024.</a:t>
            </a:r>
          </a:p>
          <a:p>
            <a:pPr lvl="0"/>
            <a:r>
              <a:rPr b="1"/>
              <a:t>Meridian Technology Prize Finalist</a:t>
            </a:r>
            <a:br/>
            <a:r>
              <a:rPr/>
              <a:t>Team AquaAdapt (Katherine Su, Omar Bedeir, Linh Phan) reached the finals for their development of an affordable portable water purifier, April 2024.</a:t>
            </a:r>
          </a:p>
          <a:p>
            <a:pPr lvl="0"/>
            <a:r>
              <a:rPr b="1"/>
              <a:t>First Place, National Short Film Festival</a:t>
            </a:r>
            <a:br/>
            <a:r>
              <a:rPr/>
              <a:t>“Reflections of Tomorrow,” directed by senior media studies student Elena DiLuca, won top honors for original screenplay, November 2023.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Community &amp; Partner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Civic Engagement Leadership Certification</a:t>
            </a:r>
            <a:br/>
            <a:r>
              <a:rPr/>
              <a:t>Presented by Meridian City Council to Cendara University for sustained community service programming and voter engagement workshops, February 2024.</a:t>
            </a:r>
          </a:p>
          <a:p>
            <a:pPr lvl="0"/>
            <a:r>
              <a:rPr b="1"/>
              <a:t>Industry Innovation Award</a:t>
            </a:r>
            <a:br/>
            <a:r>
              <a:rPr/>
              <a:t>Awarded jointly by Cendara Technology Consortium and InfoStream Corp. for the “STEM to Success” internship pipeline, March 2024.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additional details on awards and recognition, contact the Office of University Relations at recognition@cendara.edu.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2025-07-29T15:06:44Z</dcterms:created>
  <dcterms:modified xsi:type="dcterms:W3CDTF">2025-07-29T15:06:44Z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