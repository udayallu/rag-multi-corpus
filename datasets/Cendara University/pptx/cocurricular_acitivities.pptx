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8" Type="http://schemas.openxmlformats.org/officeDocument/2006/relationships/viewProps" Target="viewProps.xml" /><Relationship Id="rId17" Type="http://schemas.openxmlformats.org/officeDocument/2006/relationships/presProps" Target="presProps.xml" /><Relationship Id="rId1" Type="http://schemas.openxmlformats.org/officeDocument/2006/relationships/slideMaster" Target="slideMasters/slideMaster1.xml" /><Relationship Id="rId20" Type="http://schemas.openxmlformats.org/officeDocument/2006/relationships/tableStyles" Target="tableStyles.xml" /><Relationship Id="rId1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cendara.edu/studentlife/clubs"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Cendara University Co-Curricular and Extra-Curricular Activities</a:t>
            </a:r>
          </a:p>
        </p:txBody>
      </p:sp>
      <p:sp>
        <p:nvSpPr>
          <p:cNvPr id="3" name="Content Placeholder 2"/>
          <p:cNvSpPr>
            <a:spLocks noGrp="1"/>
          </p:cNvSpPr>
          <p:nvPr>
            <p:ph idx="1"/>
          </p:nvPr>
        </p:nvSpPr>
        <p:spPr/>
        <p:txBody>
          <a:bodyPr/>
          <a:lstStyle/>
          <a:p>
            <a:pPr lvl="0" indent="0" marL="0">
              <a:buNone/>
            </a:pPr>
            <a:r>
              <a:rPr/>
              <a:t>Cendara University is home to a vibrant array of student clubs and organizations, providing opportunities for leadership, creativity, community involvement, and personal growth. The Office of Student Life supports more than 40 active organizations spanning academic interests, cultural groups, community service, arts, sports, and more. Below is an overview of featured clubs and related activities for the 2023–2024 academic year.</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Student Clubs and Organizations</a:t>
            </a:r>
          </a:p>
          <a:p>
            <a:pPr lvl="0" indent="0" marL="0">
              <a:spcBef>
                <a:spcPts val="3000"/>
              </a:spcBef>
              <a:buNone/>
            </a:pPr>
            <a:r>
              <a:rPr b="1"/>
              <a:t>1. Cendara Debate Society</a:t>
            </a:r>
          </a:p>
          <a:p>
            <a:pPr lvl="0"/>
            <a:r>
              <a:rPr b="1"/>
              <a:t>President:</a:t>
            </a:r>
            <a:r>
              <a:rPr/>
              <a:t> Maya Farouk (maya.farouk@cendara.edu)</a:t>
            </a:r>
          </a:p>
          <a:p>
            <a:pPr lvl="0"/>
            <a:r>
              <a:rPr b="1"/>
              <a:t>Faculty Advisor:</a:t>
            </a:r>
            <a:r>
              <a:rPr/>
              <a:t> Prof. Lionel Hsu</a:t>
            </a:r>
          </a:p>
          <a:p>
            <a:pPr lvl="0"/>
            <a:r>
              <a:rPr b="1"/>
              <a:t>Founded:</a:t>
            </a:r>
            <a:r>
              <a:rPr/>
              <a:t> 1995</a:t>
            </a:r>
          </a:p>
          <a:p>
            <a:pPr lvl="0"/>
            <a:r>
              <a:rPr b="1"/>
              <a:t>Description:</a:t>
            </a:r>
            <a:r>
              <a:rPr/>
              <a:t> The Debate Society provides a forum for students passionate about argumentation, rhetoric, and current affairs. Members participate in inter-university competitions and host annual debate workshops for local high schools.</a:t>
            </a:r>
          </a:p>
          <a:p>
            <a:pPr lvl="0"/>
            <a:r>
              <a:rPr b="1"/>
              <a:t>Recent Achievement:</a:t>
            </a:r>
            <a:r>
              <a:rPr/>
              <a:t> Champions, 2023 Central Collegiate Invitational.</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 Engineering Makers Club</a:t>
            </a:r>
          </a:p>
          <a:p>
            <a:pPr lvl="0"/>
            <a:r>
              <a:rPr b="1"/>
              <a:t>President:</a:t>
            </a:r>
            <a:r>
              <a:rPr/>
              <a:t> Elliott Chandler (elliott.chandler@cendara.edu)</a:t>
            </a:r>
          </a:p>
          <a:p>
            <a:pPr lvl="0"/>
            <a:r>
              <a:rPr b="1"/>
              <a:t>Faculty Advisor:</a:t>
            </a:r>
            <a:r>
              <a:rPr/>
              <a:t> Dr. Fariha D’Souza</a:t>
            </a:r>
          </a:p>
          <a:p>
            <a:pPr lvl="0"/>
            <a:r>
              <a:rPr b="1"/>
              <a:t>Founded:</a:t>
            </a:r>
            <a:r>
              <a:rPr/>
              <a:t> 2012</a:t>
            </a:r>
          </a:p>
          <a:p>
            <a:pPr lvl="0"/>
            <a:r>
              <a:rPr b="1"/>
              <a:t>Description:</a:t>
            </a:r>
            <a:r>
              <a:rPr/>
              <a:t> The Makers Club supports student-led engineering projects, hackathons, and innovation challenges. Projects span robotics, renewable energy prototypes, and software development.</a:t>
            </a:r>
          </a:p>
          <a:p>
            <a:pPr lvl="0"/>
            <a:r>
              <a:rPr b="1"/>
              <a:t>Flagship Event:</a:t>
            </a:r>
            <a:r>
              <a:rPr/>
              <a:t> Annual 48-hour “Cendara HackFest” (March 8–10, 2024).</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3. Literary Arts Collective</a:t>
            </a:r>
          </a:p>
          <a:p>
            <a:pPr lvl="0"/>
            <a:r>
              <a:rPr b="1"/>
              <a:t>President:</a:t>
            </a:r>
            <a:r>
              <a:rPr/>
              <a:t> Linnea Bergstrom (linnea.bergstrom@cendara.edu)</a:t>
            </a:r>
          </a:p>
          <a:p>
            <a:pPr lvl="0"/>
            <a:r>
              <a:rPr b="1"/>
              <a:t>Faculty Advisor:</a:t>
            </a:r>
            <a:r>
              <a:rPr/>
              <a:t> Prof. Samuel Dilworth</a:t>
            </a:r>
          </a:p>
          <a:p>
            <a:pPr lvl="0"/>
            <a:r>
              <a:rPr b="1"/>
              <a:t>Founded:</a:t>
            </a:r>
            <a:r>
              <a:rPr/>
              <a:t> 2006</a:t>
            </a:r>
          </a:p>
          <a:p>
            <a:pPr lvl="0"/>
            <a:r>
              <a:rPr b="1"/>
              <a:t>Description:</a:t>
            </a:r>
            <a:r>
              <a:rPr/>
              <a:t> This group nurtures creative writers, poets, and artists. Activities include weekly writing prompts, open mic nights, and publication of “The Cendara Review”—an annual student literary journal.</a:t>
            </a:r>
          </a:p>
          <a:p>
            <a:pPr lvl="0"/>
            <a:r>
              <a:rPr b="1"/>
              <a:t>Featured Program:</a:t>
            </a:r>
            <a:r>
              <a:rPr/>
              <a:t> Spring “Writers’ Retreat” at Millbank Estate.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4. Environmental Action Network</a:t>
            </a:r>
          </a:p>
          <a:p>
            <a:pPr lvl="0"/>
            <a:r>
              <a:rPr b="1"/>
              <a:t>President:</a:t>
            </a:r>
            <a:r>
              <a:rPr/>
              <a:t> Daniel Okoye (daniel.okoye@cendara.edu)</a:t>
            </a:r>
          </a:p>
          <a:p>
            <a:pPr lvl="0"/>
            <a:r>
              <a:rPr b="1"/>
              <a:t>Faculty Advisor:</a:t>
            </a:r>
            <a:r>
              <a:rPr/>
              <a:t> Dr. Mira Antoun</a:t>
            </a:r>
          </a:p>
          <a:p>
            <a:pPr lvl="0"/>
            <a:r>
              <a:rPr b="1"/>
              <a:t>Founded:</a:t>
            </a:r>
            <a:r>
              <a:rPr/>
              <a:t> 2010</a:t>
            </a:r>
          </a:p>
          <a:p>
            <a:pPr lvl="0"/>
            <a:r>
              <a:rPr b="1"/>
              <a:t>Description:</a:t>
            </a:r>
            <a:r>
              <a:rPr/>
              <a:t> Students collaborate to promote sustainability, organize campus clean-ups, and educate peers about environmental issues. The group partners with local non-profits for tree planting and river restoration.</a:t>
            </a:r>
          </a:p>
          <a:p>
            <a:pPr lvl="0"/>
            <a:r>
              <a:rPr b="1"/>
              <a:t>Ongoing Initiative:</a:t>
            </a:r>
            <a:r>
              <a:rPr/>
              <a:t> “Green Cendara” campus composting project.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5. Model United Nations (CenMUN)</a:t>
            </a:r>
          </a:p>
          <a:p>
            <a:pPr lvl="0"/>
            <a:r>
              <a:rPr b="1"/>
              <a:t>Secretary-General:</a:t>
            </a:r>
            <a:r>
              <a:rPr/>
              <a:t> Zahra El-Baz (zahra.elbaz@cendara.edu)</a:t>
            </a:r>
          </a:p>
          <a:p>
            <a:pPr lvl="0"/>
            <a:r>
              <a:rPr b="1"/>
              <a:t>Faculty Advisor:</a:t>
            </a:r>
            <a:r>
              <a:rPr/>
              <a:t> Dr. Felix Martens</a:t>
            </a:r>
          </a:p>
          <a:p>
            <a:pPr lvl="0"/>
            <a:r>
              <a:rPr b="1"/>
              <a:t>Founded:</a:t>
            </a:r>
            <a:r>
              <a:rPr/>
              <a:t> 2003</a:t>
            </a:r>
          </a:p>
          <a:p>
            <a:pPr lvl="0"/>
            <a:r>
              <a:rPr b="1"/>
              <a:t>Description:</a:t>
            </a:r>
            <a:r>
              <a:rPr/>
              <a:t> CenMUN prepares delegates for National and International Model UN conferences, offering mock sessions and diplomacy workshops.</a:t>
            </a:r>
          </a:p>
          <a:p>
            <a:pPr lvl="0"/>
            <a:r>
              <a:rPr b="1"/>
              <a:t>Recent Achievement:</a:t>
            </a:r>
            <a:r>
              <a:rPr/>
              <a:t> Best Delegation, 2023 MidWestern Model UN Conference.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6. International Students’ Association</a:t>
            </a:r>
          </a:p>
          <a:p>
            <a:pPr lvl="0"/>
            <a:r>
              <a:rPr b="1"/>
              <a:t>President:</a:t>
            </a:r>
            <a:r>
              <a:rPr/>
              <a:t> Hyun-Jae Lee (hyunjae.lee@cendara.edu)</a:t>
            </a:r>
          </a:p>
          <a:p>
            <a:pPr lvl="0"/>
            <a:r>
              <a:rPr b="1"/>
              <a:t>Faculty Advisor:</a:t>
            </a:r>
            <a:r>
              <a:rPr/>
              <a:t> Prof. Nadira Munroe</a:t>
            </a:r>
          </a:p>
          <a:p>
            <a:pPr lvl="0"/>
            <a:r>
              <a:rPr b="1"/>
              <a:t>Founded:</a:t>
            </a:r>
            <a:r>
              <a:rPr/>
              <a:t> 1992</a:t>
            </a:r>
          </a:p>
          <a:p>
            <a:pPr lvl="0"/>
            <a:r>
              <a:rPr b="1"/>
              <a:t>Description:</a:t>
            </a:r>
            <a:r>
              <a:rPr/>
              <a:t> Fosters cross-cultural exchange and provides support for international students through cultural nights, language conversation tables, and visa guidance sessions.</a:t>
            </a:r>
          </a:p>
          <a:p>
            <a:pPr lvl="0"/>
            <a:r>
              <a:rPr b="1"/>
              <a:t>Annual Event:</a:t>
            </a:r>
            <a:r>
              <a:rPr/>
              <a:t> “Cultures of Cendara” Festival (April 19, 2024).</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7. Women in Technology Society</a:t>
            </a:r>
          </a:p>
          <a:p>
            <a:pPr lvl="0"/>
            <a:r>
              <a:rPr b="1"/>
              <a:t>President:</a:t>
            </a:r>
            <a:r>
              <a:rPr/>
              <a:t> Simran Narang (simran.narang@cendara.edu)</a:t>
            </a:r>
          </a:p>
          <a:p>
            <a:pPr lvl="0"/>
            <a:r>
              <a:rPr b="1"/>
              <a:t>Faculty Advisor:</a:t>
            </a:r>
            <a:r>
              <a:rPr/>
              <a:t> Dr. Gillian Wright</a:t>
            </a:r>
          </a:p>
          <a:p>
            <a:pPr lvl="0"/>
            <a:r>
              <a:rPr b="1"/>
              <a:t>Founded:</a:t>
            </a:r>
            <a:r>
              <a:rPr/>
              <a:t> 2017</a:t>
            </a:r>
          </a:p>
          <a:p>
            <a:pPr lvl="0"/>
            <a:r>
              <a:rPr b="1"/>
              <a:t>Description:</a:t>
            </a:r>
            <a:r>
              <a:rPr/>
              <a:t> Focused on empowering women in STEM fields by offering mentorship programs, guest speaker series, and career networking events.</a:t>
            </a:r>
          </a:p>
          <a:p>
            <a:pPr lvl="0"/>
            <a:r>
              <a:rPr b="1"/>
              <a:t>Signature Program:</a:t>
            </a:r>
            <a:r>
              <a:rPr/>
              <a:t> “CodeHer” coding bootcamp for high school girls.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8. Cendara Volunteer Corps</a:t>
            </a:r>
          </a:p>
          <a:p>
            <a:pPr lvl="0"/>
            <a:r>
              <a:rPr b="1"/>
              <a:t>President:</a:t>
            </a:r>
            <a:r>
              <a:rPr/>
              <a:t> Morgan McIntyre (morgan.mcintyre@cendara.edu)</a:t>
            </a:r>
          </a:p>
          <a:p>
            <a:pPr lvl="0"/>
            <a:r>
              <a:rPr b="1"/>
              <a:t>Faculty Advisor:</a:t>
            </a:r>
            <a:r>
              <a:rPr/>
              <a:t> Ms. Stephanie Jesalva</a:t>
            </a:r>
          </a:p>
          <a:p>
            <a:pPr lvl="0"/>
            <a:r>
              <a:rPr b="1"/>
              <a:t>Founded:</a:t>
            </a:r>
            <a:r>
              <a:rPr/>
              <a:t> 2001</a:t>
            </a:r>
          </a:p>
          <a:p>
            <a:pPr lvl="0"/>
            <a:r>
              <a:rPr b="1"/>
              <a:t>Description:</a:t>
            </a:r>
            <a:r>
              <a:rPr/>
              <a:t> Coordinates student involvement in local community service projects including tutoring, senior outreach, and food drives.</a:t>
            </a:r>
          </a:p>
          <a:p>
            <a:pPr lvl="0"/>
            <a:r>
              <a:rPr b="1"/>
              <a:t>Recent Project:</a:t>
            </a:r>
            <a:r>
              <a:rPr/>
              <a:t> “Cendara Cares” weekly meals program for the homeless.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9. Chess and Strategy Club</a:t>
            </a:r>
          </a:p>
          <a:p>
            <a:pPr lvl="0"/>
            <a:r>
              <a:rPr b="1"/>
              <a:t>President:</a:t>
            </a:r>
            <a:r>
              <a:rPr/>
              <a:t> Rafael Khoury (rafael.khoury@cendara.edu)</a:t>
            </a:r>
          </a:p>
          <a:p>
            <a:pPr lvl="0"/>
            <a:r>
              <a:rPr b="1"/>
              <a:t>Faculty Advisor:</a:t>
            </a:r>
            <a:r>
              <a:rPr/>
              <a:t> Dr. Emilie Nevins</a:t>
            </a:r>
          </a:p>
          <a:p>
            <a:pPr lvl="0"/>
            <a:r>
              <a:rPr b="1"/>
              <a:t>Founded:</a:t>
            </a:r>
            <a:r>
              <a:rPr/>
              <a:t> 2008</a:t>
            </a:r>
          </a:p>
          <a:p>
            <a:pPr lvl="0"/>
            <a:r>
              <a:rPr b="1"/>
              <a:t>Description:</a:t>
            </a:r>
            <a:r>
              <a:rPr/>
              <a:t> Offers chess tournaments, strategic games nights, and workshops for all skill levels.</a:t>
            </a:r>
          </a:p>
          <a:p>
            <a:pPr lvl="0"/>
            <a:r>
              <a:rPr b="1"/>
              <a:t>Inter-Collegiate Event:</a:t>
            </a:r>
            <a:r>
              <a:rPr/>
              <a:t> Hosted the Fall 2023 Inter-University Chess Invitational.</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10. Performing Arts Society</a:t>
            </a:r>
          </a:p>
          <a:p>
            <a:pPr lvl="0"/>
            <a:r>
              <a:rPr b="1"/>
              <a:t>President:</a:t>
            </a:r>
            <a:r>
              <a:rPr/>
              <a:t> Zoe Calderon (zoe.calderon@cendara.edu)</a:t>
            </a:r>
          </a:p>
          <a:p>
            <a:pPr lvl="0"/>
            <a:r>
              <a:rPr b="1"/>
              <a:t>Faculty Advisor:</a:t>
            </a:r>
            <a:r>
              <a:rPr/>
              <a:t> Prof. Gregor De Lacy</a:t>
            </a:r>
          </a:p>
          <a:p>
            <a:pPr lvl="0"/>
            <a:r>
              <a:rPr b="1"/>
              <a:t>Founded:</a:t>
            </a:r>
            <a:r>
              <a:rPr/>
              <a:t> 1990</a:t>
            </a:r>
          </a:p>
          <a:p>
            <a:pPr lvl="0"/>
            <a:r>
              <a:rPr b="1"/>
              <a:t>Description:</a:t>
            </a:r>
            <a:r>
              <a:rPr/>
              <a:t> Brings together students interested in theatre, dance, and music. Produces one major stage production and multiple student showcases each semester.</a:t>
            </a:r>
          </a:p>
          <a:p>
            <a:pPr lvl="0"/>
            <a:r>
              <a:rPr b="1"/>
              <a:t>Current Production:</a:t>
            </a:r>
            <a:r>
              <a:rPr/>
              <a:t> “A Midsummer Night’s Dream” (Opening Night: March 22, 2024).</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Athletics and Sports Clubs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Club Name</a:t>
                      </a:r>
                    </a:p>
                  </a:txBody>
                  <a:tcPr/>
                </a:tc>
                <a:tc>
                  <a:txBody>
                    <a:bodyPr/>
                    <a:lstStyle/>
                    <a:p>
                      <a:pPr lvl="0" indent="0" marL="0">
                        <a:buNone/>
                      </a:pPr>
                      <a:r>
                        <a:rPr/>
                        <a:t>President</a:t>
                      </a:r>
                    </a:p>
                  </a:txBody>
                  <a:tcPr/>
                </a:tc>
                <a:tc>
                  <a:txBody>
                    <a:bodyPr/>
                    <a:lstStyle/>
                    <a:p>
                      <a:pPr lvl="0" indent="0" marL="0">
                        <a:buNone/>
                      </a:pPr>
                      <a:r>
                        <a:rPr/>
                        <a:t>Description</a:t>
                      </a:r>
                    </a:p>
                  </a:txBody>
                  <a:tcPr/>
                </a:tc>
                <a:tc>
                  <a:txBody>
                    <a:bodyPr/>
                    <a:lstStyle/>
                    <a:p>
                      <a:pPr lvl="0" indent="0" marL="0">
                        <a:buNone/>
                      </a:pPr>
                      <a:r>
                        <a:rPr/>
                        <a:t>Notable Activity</a:t>
                      </a:r>
                    </a:p>
                  </a:txBody>
                  <a:tcPr/>
                </a:tc>
              </a:tr>
              <a:tr h="0">
                <a:tc>
                  <a:txBody>
                    <a:bodyPr/>
                    <a:lstStyle/>
                    <a:p>
                      <a:pPr lvl="0" indent="0" marL="0">
                        <a:buNone/>
                      </a:pPr>
                      <a:r>
                        <a:rPr/>
                        <a:t>Cendara Soccer Club</a:t>
                      </a:r>
                    </a:p>
                  </a:txBody>
                </a:tc>
                <a:tc>
                  <a:txBody>
                    <a:bodyPr/>
                    <a:lstStyle/>
                    <a:p>
                      <a:pPr lvl="0" indent="0" marL="0">
                        <a:buNone/>
                      </a:pPr>
                      <a:r>
                        <a:rPr/>
                        <a:t>Julianne Paredes</a:t>
                      </a:r>
                    </a:p>
                  </a:txBody>
                </a:tc>
                <a:tc>
                  <a:txBody>
                    <a:bodyPr/>
                    <a:lstStyle/>
                    <a:p>
                      <a:pPr lvl="0" indent="0" marL="0">
                        <a:buNone/>
                      </a:pPr>
                      <a:r>
                        <a:rPr/>
                        <a:t>University’s competitive football team, inter-university league</a:t>
                      </a:r>
                    </a:p>
                  </a:txBody>
                </a:tc>
                <a:tc>
                  <a:txBody>
                    <a:bodyPr/>
                    <a:lstStyle/>
                    <a:p>
                      <a:pPr lvl="0" indent="0" marL="0">
                        <a:buNone/>
                      </a:pPr>
                      <a:r>
                        <a:rPr/>
                        <a:t>Spring International Friendly</a:t>
                      </a:r>
                    </a:p>
                  </a:txBody>
                </a:tc>
              </a:tr>
              <a:tr h="0">
                <a:tc>
                  <a:txBody>
                    <a:bodyPr/>
                    <a:lstStyle/>
                    <a:p>
                      <a:pPr lvl="0" indent="0" marL="0">
                        <a:buNone/>
                      </a:pPr>
                      <a:r>
                        <a:rPr/>
                        <a:t>Rowing Club</a:t>
                      </a:r>
                    </a:p>
                  </a:txBody>
                </a:tc>
                <a:tc>
                  <a:txBody>
                    <a:bodyPr/>
                    <a:lstStyle/>
                    <a:p>
                      <a:pPr lvl="0" indent="0" marL="0">
                        <a:buNone/>
                      </a:pPr>
                      <a:r>
                        <a:rPr/>
                        <a:t>Marcus Osei</a:t>
                      </a:r>
                    </a:p>
                  </a:txBody>
                </a:tc>
                <a:tc>
                  <a:txBody>
                    <a:bodyPr/>
                    <a:lstStyle/>
                    <a:p>
                      <a:pPr lvl="0" indent="0" marL="0">
                        <a:buNone/>
                      </a:pPr>
                      <a:r>
                        <a:rPr/>
                        <a:t>Hosts dawn practices on Lake Vallis, annual regattas</a:t>
                      </a:r>
                    </a:p>
                  </a:txBody>
                </a:tc>
                <a:tc>
                  <a:txBody>
                    <a:bodyPr/>
                    <a:lstStyle/>
                    <a:p>
                      <a:pPr lvl="0" indent="0" marL="0">
                        <a:buNone/>
                      </a:pPr>
                      <a:r>
                        <a:rPr/>
                        <a:t>“Oars Up!” Regatta Series</a:t>
                      </a:r>
                    </a:p>
                  </a:txBody>
                </a:tc>
              </a:tr>
              <a:tr h="0">
                <a:tc>
                  <a:txBody>
                    <a:bodyPr/>
                    <a:lstStyle/>
                    <a:p>
                      <a:pPr lvl="0" indent="0" marL="0">
                        <a:buNone/>
                      </a:pPr>
                      <a:r>
                        <a:rPr/>
                        <a:t>Table Tennis League</a:t>
                      </a:r>
                    </a:p>
                  </a:txBody>
                </a:tc>
                <a:tc>
                  <a:txBody>
                    <a:bodyPr/>
                    <a:lstStyle/>
                    <a:p>
                      <a:pPr lvl="0" indent="0" marL="0">
                        <a:buNone/>
                      </a:pPr>
                      <a:r>
                        <a:rPr/>
                        <a:t>Priyal Srivastava</a:t>
                      </a:r>
                    </a:p>
                  </a:txBody>
                </a:tc>
                <a:tc>
                  <a:txBody>
                    <a:bodyPr/>
                    <a:lstStyle/>
                    <a:p>
                      <a:pPr lvl="0" indent="0" marL="0">
                        <a:buNone/>
                      </a:pPr>
                      <a:r>
                        <a:rPr/>
                        <a:t>Casual and competitive play open to all skill levels</a:t>
                      </a:r>
                    </a:p>
                  </a:txBody>
                </a:tc>
                <a:tc>
                  <a:txBody>
                    <a:bodyPr/>
                    <a:lstStyle/>
                    <a:p>
                      <a:pPr lvl="0" indent="0" marL="0">
                        <a:buNone/>
                      </a:pPr>
                      <a:r>
                        <a:rPr/>
                        <a:t>Weekly Ladder Tournament</a:t>
                      </a:r>
                    </a:p>
                  </a:txBody>
                </a:tc>
              </a:tr>
              <a:tr h="0">
                <a:tc>
                  <a:txBody>
                    <a:bodyPr/>
                    <a:lstStyle/>
                    <a:p>
                      <a:pPr lvl="0" indent="0" marL="0">
                        <a:buNone/>
                      </a:pPr>
                      <a:r>
                        <a:rPr/>
                        <a:t>Martial Arts Circle</a:t>
                      </a:r>
                    </a:p>
                  </a:txBody>
                </a:tc>
                <a:tc>
                  <a:txBody>
                    <a:bodyPr/>
                    <a:lstStyle/>
                    <a:p>
                      <a:pPr lvl="0" indent="0" marL="0">
                        <a:buNone/>
                      </a:pPr>
                      <a:r>
                        <a:rPr/>
                        <a:t>Tomoko Arai</a:t>
                      </a:r>
                    </a:p>
                  </a:txBody>
                </a:tc>
                <a:tc>
                  <a:txBody>
                    <a:bodyPr/>
                    <a:lstStyle/>
                    <a:p>
                      <a:pPr lvl="0" indent="0" marL="0">
                        <a:buNone/>
                      </a:pPr>
                      <a:r>
                        <a:rPr/>
                        <a:t>Taekwondo, karate, and self-defense instruction</a:t>
                      </a:r>
                    </a:p>
                  </a:txBody>
                </a:tc>
                <a:tc>
                  <a:txBody>
                    <a:bodyPr/>
                    <a:lstStyle/>
                    <a:p>
                      <a:pPr lvl="0" indent="0" marL="0">
                        <a:buNone/>
                      </a:pPr>
                      <a:r>
                        <a:rPr/>
                        <a:t>“Self-Defense Month” Campaign</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Annual Campus-Wide Co-Curricular Events</a:t>
            </a:r>
          </a:p>
          <a:p>
            <a:pPr lvl="0"/>
            <a:r>
              <a:rPr b="1"/>
              <a:t>Cendara Club Fair</a:t>
            </a:r>
            <a:br/>
            <a:r>
              <a:rPr i="1"/>
              <a:t>Every September, over 50 clubs and organizations host exhibitions, demonstrations, and sign-ups on the Quad. New students connect with club leadership and join campus life.</a:t>
            </a:r>
          </a:p>
          <a:p>
            <a:pPr lvl="0"/>
            <a:r>
              <a:rPr b="1"/>
              <a:t>Global Cuisine Night</a:t>
            </a:r>
            <a:br/>
            <a:r>
              <a:rPr i="1"/>
              <a:t>Organized by cultural societies and the International Students’ Association. Features food, performances, and cultural presentations from over 15 countries.</a:t>
            </a:r>
            <a:r>
              <a:rPr/>
              <a:t> (February 10, 2024)</a:t>
            </a:r>
          </a:p>
          <a:p>
            <a:pPr lvl="0"/>
            <a:r>
              <a:rPr b="1"/>
              <a:t>Volunteer Impact Day</a:t>
            </a:r>
            <a:br/>
            <a:r>
              <a:rPr i="1"/>
              <a:t>A service-oriented event with partnerships throughout Vallis City—students participate in park clean-ups, mentoring, and blood drives.</a:t>
            </a:r>
          </a:p>
          <a:p>
            <a:pPr lvl="0"/>
            <a:r>
              <a:rPr b="1"/>
              <a:t>Arts in the Park</a:t>
            </a:r>
            <a:br/>
            <a:r>
              <a:rPr i="1"/>
              <a:t>Outdoor visual and performing arts showcase supported by the Literary Arts Collective and Performing Arts Society.</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Join a Club</a:t>
            </a:r>
          </a:p>
          <a:p>
            <a:pPr lvl="0" indent="0" marL="0">
              <a:buNone/>
            </a:pPr>
            <a:r>
              <a:rPr/>
              <a:t>Interested students can sign up via the Office of Student Life portal or at the Club Fair. Most clubs welcome new members year-round. For details, contact studentlife@cendara.edu or visit the Student Center Room 102.</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For a full list of active organizations and upcoming events, see:</a:t>
            </a:r>
            <a:br/>
            <a:r>
              <a:rPr>
                <a:hlinkClick r:id="rId2"/>
              </a:rPr>
              <a:t>www.cendara.edu/studentlife/clubs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2025-07-29T15:05:34Z</dcterms:created>
  <dcterms:modified xsi:type="dcterms:W3CDTF">2025-07-29T15:05:34Z</dcterms:modified>
</cp:coreProperties>
</file>

<file path=docProps/custom.xml><?xml version="1.0" encoding="utf-8"?>
<Properties xmlns="http://schemas.openxmlformats.org/officeDocument/2006/custom-properties" xmlns:vt="http://schemas.openxmlformats.org/officeDocument/2006/docPropsVTypes"/>
</file>