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Infrastructure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Sterling Academic Library</a:t>
            </a:r>
          </a:p>
          <a:p>
            <a:pPr lvl="0"/>
            <a:r>
              <a:rPr b="1"/>
              <a:t>Location:</a:t>
            </a:r>
            <a:r>
              <a:rPr/>
              <a:t> Main Quad, Central Campus</a:t>
            </a:r>
            <a:br/>
          </a:p>
          <a:p>
            <a:pPr lvl="0"/>
            <a:r>
              <a:rPr b="1"/>
              <a:t>Established:</a:t>
            </a:r>
            <a:r>
              <a:rPr/>
              <a:t> 1964</a:t>
            </a:r>
            <a:br/>
          </a:p>
          <a:p>
            <a:pPr lvl="0"/>
            <a:r>
              <a:rPr b="1"/>
              <a:t>Total Seating Capacity:</a:t>
            </a:r>
            <a:r>
              <a:rPr/>
              <a:t> 640</a:t>
            </a:r>
            <a:br/>
          </a:p>
          <a:p>
            <a:pPr lvl="0"/>
            <a:r>
              <a:rPr b="1"/>
              <a:t>Collection Size:</a:t>
            </a:r>
          </a:p>
          <a:p>
            <a:pPr lvl="1"/>
            <a:r>
              <a:rPr/>
              <a:t>Books: 242,000</a:t>
            </a:r>
            <a:br/>
          </a:p>
          <a:p>
            <a:pPr lvl="1"/>
            <a:r>
              <a:rPr/>
              <a:t>Journals: 7,500 (physical), 12,400 (digital)</a:t>
            </a:r>
            <a:br/>
          </a:p>
          <a:p>
            <a:pPr lvl="1"/>
            <a:r>
              <a:rPr/>
              <a:t>Archives: Cendara Historical Manuscript Collection, dating back to the founding of the region</a:t>
            </a:r>
            <a:br/>
          </a:p>
          <a:p>
            <a:pPr lvl="0"/>
            <a:r>
              <a:rPr b="1"/>
              <a:t>Key Facilities:</a:t>
            </a:r>
          </a:p>
          <a:p>
            <a:pPr lvl="1"/>
            <a:r>
              <a:rPr/>
              <a:t>24/7 Reading Room</a:t>
            </a:r>
            <a:br/>
          </a:p>
          <a:p>
            <a:pPr lvl="1"/>
            <a:r>
              <a:rPr/>
              <a:t>Digital Media Lab</a:t>
            </a:r>
            <a:br/>
          </a:p>
          <a:p>
            <a:pPr lvl="1"/>
            <a:r>
              <a:rPr/>
              <a:t>Special Collections Room</a:t>
            </a:r>
            <a:br/>
          </a:p>
          <a:p>
            <a:pPr lvl="1"/>
            <a:r>
              <a:rPr/>
              <a:t>12 Private Study Pods (reservable online)</a:t>
            </a:r>
            <a:br/>
          </a:p>
          <a:p>
            <a:pPr lvl="1"/>
            <a:r>
              <a:rPr/>
              <a:t>Assistive Technology Suites</a:t>
            </a:r>
            <a:br/>
          </a:p>
          <a:p>
            <a:pPr lvl="0"/>
            <a:r>
              <a:rPr b="1"/>
              <a:t>Services:</a:t>
            </a:r>
          </a:p>
          <a:p>
            <a:pPr lvl="1"/>
            <a:r>
              <a:rPr/>
              <a:t>Interlibrary Loan Program</a:t>
            </a:r>
            <a:br/>
          </a:p>
          <a:p>
            <a:pPr lvl="1"/>
            <a:r>
              <a:rPr/>
              <a:t>Information Literacy Workshops (weekly)</a:t>
            </a:r>
            <a:br/>
          </a:p>
          <a:p>
            <a:pPr lvl="1"/>
            <a:r>
              <a:rPr/>
              <a:t>Research Consultation Appointments</a:t>
            </a:r>
            <a:br/>
          </a:p>
          <a:p>
            <a:pPr lvl="1"/>
            <a:r>
              <a:rPr/>
              <a:t>Device Lending (laptops, tablets, e-readers)</a:t>
            </a:r>
            <a:br/>
          </a:p>
          <a:p>
            <a:pPr lvl="0"/>
            <a:r>
              <a:rPr b="1"/>
              <a:t>Contact:</a:t>
            </a:r>
            <a:r>
              <a:rPr/>
              <a:t> library@cendara.edu | 318-555-0194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Law &amp; Social Science Library</a:t>
            </a:r>
          </a:p>
          <a:p>
            <a:pPr lvl="0"/>
            <a:r>
              <a:rPr b="1"/>
              <a:t>Location:</a:t>
            </a:r>
            <a:r>
              <a:rPr/>
              <a:t> East Hall, Law &amp; Social Science Complex</a:t>
            </a:r>
            <a:br/>
          </a:p>
          <a:p>
            <a:pPr lvl="0"/>
            <a:r>
              <a:rPr b="1"/>
              <a:t>Collection Highlights:</a:t>
            </a:r>
          </a:p>
          <a:p>
            <a:pPr lvl="1"/>
            <a:r>
              <a:rPr/>
              <a:t>Legal texts, case law databases</a:t>
            </a:r>
            <a:br/>
          </a:p>
          <a:p>
            <a:pPr lvl="1"/>
            <a:r>
              <a:rPr/>
              <a:t>Social policy archives</a:t>
            </a:r>
            <a:br/>
          </a:p>
          <a:p>
            <a:pPr lvl="1"/>
            <a:r>
              <a:rPr/>
              <a:t>Government records</a:t>
            </a:r>
            <a:br/>
          </a:p>
          <a:p>
            <a:pPr lvl="0"/>
            <a:r>
              <a:rPr b="1"/>
              <a:t>Facilities:</a:t>
            </a:r>
          </a:p>
          <a:p>
            <a:pPr lvl="1"/>
            <a:r>
              <a:rPr/>
              <a:t>Moot Court Practice Room</a:t>
            </a:r>
            <a:br/>
          </a:p>
          <a:p>
            <a:pPr lvl="1"/>
            <a:r>
              <a:rPr/>
              <a:t>Quiet Study Zones</a:t>
            </a:r>
            <a:br/>
          </a:p>
          <a:p>
            <a:pPr lvl="1"/>
            <a:r>
              <a:rPr/>
              <a:t>Group Collaboration Spaces</a:t>
            </a:r>
            <a:br/>
          </a:p>
          <a:p>
            <a:pPr lvl="0"/>
            <a:r>
              <a:rPr b="1"/>
              <a:t>Featured Services:</a:t>
            </a:r>
          </a:p>
          <a:p>
            <a:pPr lvl="1"/>
            <a:r>
              <a:rPr/>
              <a:t>Citation Clinics (semesterly)</a:t>
            </a:r>
            <a:br/>
          </a:p>
          <a:p>
            <a:pPr lvl="1"/>
            <a:r>
              <a:rPr/>
              <a:t>Legal Research Support Desk</a:t>
            </a:r>
            <a:br/>
          </a:p>
          <a:p>
            <a:pPr lvl="0"/>
            <a:r>
              <a:rPr b="1"/>
              <a:t>Hours:</a:t>
            </a:r>
          </a:p>
          <a:p>
            <a:pPr lvl="1"/>
            <a:r>
              <a:rPr/>
              <a:t>Mon-Fri: 8am–9pm</a:t>
            </a:r>
            <a:br/>
          </a:p>
          <a:p>
            <a:pPr lvl="1"/>
            <a:r>
              <a:rPr/>
              <a:t>Sat: 10am–6pm</a:t>
            </a:r>
            <a:br/>
          </a:p>
          <a:p>
            <a:pPr lvl="1"/>
            <a:r>
              <a:rPr/>
              <a:t>Sun: 12pm–8pm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c. Science &amp; Engineering Resource Center</a:t>
            </a:r>
          </a:p>
          <a:p>
            <a:pPr lvl="0"/>
            <a:r>
              <a:rPr b="1"/>
              <a:t>Location:</a:t>
            </a:r>
            <a:r>
              <a:rPr/>
              <a:t> Innovation Drive, North Campus</a:t>
            </a:r>
            <a:br/>
          </a:p>
          <a:p>
            <a:pPr lvl="0"/>
            <a:r>
              <a:rPr b="1"/>
              <a:t>Resources:</a:t>
            </a:r>
          </a:p>
          <a:p>
            <a:pPr lvl="1"/>
            <a:r>
              <a:rPr/>
              <a:t>Technical manuals</a:t>
            </a:r>
            <a:br/>
          </a:p>
          <a:p>
            <a:pPr lvl="1"/>
            <a:r>
              <a:rPr/>
              <a:t>Research journals (STEM)</a:t>
            </a:r>
            <a:br/>
          </a:p>
          <a:p>
            <a:pPr lvl="1"/>
            <a:r>
              <a:rPr/>
              <a:t>3D printing guides</a:t>
            </a:r>
            <a:br/>
          </a:p>
          <a:p>
            <a:pPr lvl="0"/>
            <a:r>
              <a:rPr b="1"/>
              <a:t>Facility Features:</a:t>
            </a:r>
          </a:p>
          <a:p>
            <a:pPr lvl="1"/>
            <a:r>
              <a:rPr/>
              <a:t>Computer Modeling Lab</a:t>
            </a:r>
            <a:br/>
          </a:p>
          <a:p>
            <a:pPr lvl="1"/>
            <a:r>
              <a:rPr/>
              <a:t>Patent and Standards Archive</a:t>
            </a:r>
            <a:br/>
          </a:p>
          <a:p>
            <a:pPr lvl="1"/>
            <a:r>
              <a:rPr/>
              <a:t>Project Meeting Rooms (8 total)</a:t>
            </a:r>
            <a:br/>
          </a:p>
          <a:p>
            <a:pPr lvl="0"/>
            <a:r>
              <a:rPr b="1"/>
              <a:t>Special Initiatives:</a:t>
            </a:r>
          </a:p>
          <a:p>
            <a:pPr lvl="1"/>
            <a:r>
              <a:rPr/>
              <a:t>MakerSpace access for registered students</a:t>
            </a:r>
            <a:br/>
          </a:p>
          <a:p>
            <a:pPr lvl="1"/>
            <a:r>
              <a:rPr/>
              <a:t>Weekly Tech Demo Series</a:t>
            </a:r>
            <a:br/>
          </a:p>
          <a:p>
            <a:pPr lvl="0"/>
            <a:r>
              <a:rPr b="1"/>
              <a:t>Contact:</a:t>
            </a:r>
            <a:r>
              <a:rPr/>
              <a:t> sciencelibrary@cendara.edu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Sports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Hawkcrest Athletic Complex</a:t>
            </a:r>
          </a:p>
          <a:p>
            <a:pPr lvl="0"/>
            <a:r>
              <a:rPr b="1"/>
              <a:t>Location:</a:t>
            </a:r>
            <a:r>
              <a:rPr/>
              <a:t> West Field, adjacent to Residence Halls</a:t>
            </a:r>
            <a:br/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Multi-sport stadium (capacity: 3,600)</a:t>
            </a:r>
            <a:br/>
          </a:p>
          <a:p>
            <a:pPr lvl="1"/>
            <a:r>
              <a:rPr/>
              <a:t>8-lane outdoor running track</a:t>
            </a:r>
            <a:br/>
          </a:p>
          <a:p>
            <a:pPr lvl="1"/>
            <a:r>
              <a:rPr/>
              <a:t>Two FIBA-regulation basketball courts</a:t>
            </a:r>
            <a:br/>
          </a:p>
          <a:p>
            <a:pPr lvl="1"/>
            <a:r>
              <a:rPr/>
              <a:t>Four all-weather tennis courts</a:t>
            </a:r>
            <a:br/>
          </a:p>
          <a:p>
            <a:pPr lvl="1"/>
            <a:r>
              <a:rPr/>
              <a:t>Eight-lane bowling green</a:t>
            </a:r>
            <a:br/>
          </a:p>
          <a:p>
            <a:pPr lvl="1"/>
            <a:r>
              <a:rPr/>
              <a:t>Field house with locker rooms and team meeting areas</a:t>
            </a:r>
            <a:br/>
          </a:p>
          <a:p>
            <a:pPr lvl="0"/>
            <a:r>
              <a:rPr b="1"/>
              <a:t>Home Teams:</a:t>
            </a:r>
          </a:p>
          <a:p>
            <a:pPr lvl="1"/>
            <a:r>
              <a:rPr/>
              <a:t>Cendara Hawks (Men’s &amp; Women’s Soccer)</a:t>
            </a:r>
            <a:br/>
          </a:p>
          <a:p>
            <a:pPr lvl="1"/>
            <a:r>
              <a:rPr/>
              <a:t>Cendara Track Club</a:t>
            </a:r>
            <a:br/>
          </a:p>
          <a:p>
            <a:pPr lvl="0"/>
            <a:r>
              <a:rPr b="1"/>
              <a:t>Programs Offered:</a:t>
            </a:r>
          </a:p>
          <a:p>
            <a:pPr lvl="1"/>
            <a:r>
              <a:rPr/>
              <a:t>Intercollegiate and Intramural Leagues (Soccer, Tennis, Basketball)</a:t>
            </a:r>
            <a:br/>
          </a:p>
          <a:p>
            <a:pPr lvl="1"/>
            <a:r>
              <a:rPr/>
              <a:t>Staff &amp; Faculty Sports Evenings (monthly)</a:t>
            </a:r>
            <a:br/>
          </a:p>
          <a:p>
            <a:pPr lvl="1"/>
            <a:r>
              <a:rPr/>
              <a:t>Youth Sports Camps (summer)</a:t>
            </a:r>
            <a:br/>
          </a:p>
          <a:p>
            <a:pPr lvl="0"/>
            <a:r>
              <a:rPr b="1"/>
              <a:t>Operating Hours:</a:t>
            </a:r>
            <a:r>
              <a:rPr/>
              <a:t> 6am–10pm daily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Marlow Aquatic Center</a:t>
            </a:r>
          </a:p>
          <a:p>
            <a:pPr lvl="0"/>
            <a:r>
              <a:rPr b="1"/>
              <a:t>Location:</a:t>
            </a:r>
            <a:r>
              <a:rPr/>
              <a:t> South Campus, beside Wellness Pavilion</a:t>
            </a:r>
            <a:br/>
          </a:p>
          <a:p>
            <a:pPr lvl="0"/>
            <a:r>
              <a:rPr b="1"/>
              <a:t>Facilities:</a:t>
            </a:r>
          </a:p>
          <a:p>
            <a:pPr lvl="1"/>
            <a:r>
              <a:rPr/>
              <a:t>Olympic-size swimming pool (50m)</a:t>
            </a:r>
            <a:br/>
          </a:p>
          <a:p>
            <a:pPr lvl="1"/>
            <a:r>
              <a:rPr/>
              <a:t>Diving pool (max depth: 5m)</a:t>
            </a:r>
            <a:br/>
          </a:p>
          <a:p>
            <a:pPr lvl="1"/>
            <a:r>
              <a:rPr/>
              <a:t>100-seat spectator gallery</a:t>
            </a:r>
            <a:br/>
          </a:p>
          <a:p>
            <a:pPr lvl="1"/>
            <a:r>
              <a:rPr/>
              <a:t>Hydrotherapy tanks</a:t>
            </a:r>
            <a:br/>
          </a:p>
          <a:p>
            <a:pPr lvl="0"/>
            <a:r>
              <a:rPr b="1"/>
              <a:t>Associated Clubs:</a:t>
            </a:r>
          </a:p>
          <a:p>
            <a:pPr lvl="1"/>
            <a:r>
              <a:rPr/>
              <a:t>University Swim Team</a:t>
            </a:r>
            <a:br/>
          </a:p>
          <a:p>
            <a:pPr lvl="1"/>
            <a:r>
              <a:rPr/>
              <a:t>Recreational Swimming Club</a:t>
            </a:r>
            <a:br/>
          </a:p>
          <a:p>
            <a:pPr lvl="1"/>
            <a:r>
              <a:rPr/>
              <a:t>Lifeguard Training Program</a:t>
            </a:r>
            <a:br/>
          </a:p>
          <a:p>
            <a:pPr lvl="0"/>
            <a:r>
              <a:rPr b="1"/>
              <a:t>Special Events:</a:t>
            </a:r>
          </a:p>
          <a:p>
            <a:pPr lvl="1"/>
            <a:r>
              <a:rPr/>
              <a:t>Annual Intercollegiate Swim Meet (March)</a:t>
            </a:r>
            <a:br/>
          </a:p>
          <a:p>
            <a:pPr lvl="1"/>
            <a:r>
              <a:rPr/>
              <a:t>Synchronized Swimming Gala (November)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c. Indoor Sports Arena</a:t>
            </a:r>
          </a:p>
          <a:p>
            <a:pPr lvl="0"/>
            <a:r>
              <a:rPr b="1"/>
              <a:t>Location:</a:t>
            </a:r>
            <a:r>
              <a:rPr/>
              <a:t> Sports &amp; Recreation Plaza</a:t>
            </a:r>
            <a:br/>
          </a:p>
          <a:p>
            <a:pPr lvl="0"/>
            <a:r>
              <a:rPr b="1"/>
              <a:t>Features:</a:t>
            </a:r>
          </a:p>
          <a:p>
            <a:pPr lvl="1"/>
            <a:r>
              <a:rPr/>
              <a:t>Multi-purpose gymnasium (basketball, volleyball, badminton)</a:t>
            </a:r>
            <a:br/>
          </a:p>
          <a:p>
            <a:pPr lvl="1"/>
            <a:r>
              <a:rPr/>
              <a:t>Table tennis zone</a:t>
            </a:r>
            <a:br/>
          </a:p>
          <a:p>
            <a:pPr lvl="1"/>
            <a:r>
              <a:rPr/>
              <a:t>Fitness bootcamp area</a:t>
            </a:r>
            <a:br/>
          </a:p>
          <a:p>
            <a:pPr lvl="1"/>
            <a:r>
              <a:rPr/>
              <a:t>Indoor climbing wall (10m)</a:t>
            </a:r>
            <a:br/>
          </a:p>
          <a:p>
            <a:pPr lvl="0"/>
            <a:r>
              <a:rPr b="1"/>
              <a:t>User Access:</a:t>
            </a:r>
          </a:p>
          <a:p>
            <a:pPr lvl="1"/>
            <a:r>
              <a:rPr/>
              <a:t>Free for students &amp; staff</a:t>
            </a:r>
            <a:br/>
          </a:p>
          <a:p>
            <a:pPr lvl="1"/>
            <a:r>
              <a:rPr/>
              <a:t>Guest passes available for families</a:t>
            </a:r>
            <a:br/>
          </a:p>
          <a:p>
            <a:pPr lvl="0"/>
            <a:r>
              <a:rPr b="1"/>
              <a:t>Additional:</a:t>
            </a:r>
          </a:p>
          <a:p>
            <a:pPr lvl="1"/>
            <a:r>
              <a:rPr/>
              <a:t>Equipment rental counter (racquets, balls, safety gear)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Wellness Centers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Horizon Wellness Pavilion</a:t>
            </a:r>
          </a:p>
          <a:p>
            <a:pPr lvl="0"/>
            <a:r>
              <a:rPr b="1"/>
              <a:t>Location:</a:t>
            </a:r>
            <a:r>
              <a:rPr/>
              <a:t> Lotus Lane, Central Campus</a:t>
            </a:r>
            <a:br/>
          </a:p>
          <a:p>
            <a:pPr lvl="0"/>
            <a:r>
              <a:rPr b="1"/>
              <a:t>Total Area:</a:t>
            </a:r>
            <a:r>
              <a:rPr/>
              <a:t> 3,800 sq. meters</a:t>
            </a:r>
            <a:br/>
          </a:p>
          <a:p>
            <a:pPr lvl="0"/>
            <a:r>
              <a:rPr b="1"/>
              <a:t>Core Offerings:</a:t>
            </a:r>
          </a:p>
          <a:p>
            <a:pPr lvl="1"/>
            <a:r>
              <a:rPr/>
              <a:t>Fitness Gym (cardio, resistance, free weights)</a:t>
            </a:r>
            <a:br/>
          </a:p>
          <a:p>
            <a:pPr lvl="1"/>
            <a:r>
              <a:rPr/>
              <a:t>Yoga &amp; Pilates Studios</a:t>
            </a:r>
            <a:br/>
          </a:p>
          <a:p>
            <a:pPr lvl="1"/>
            <a:r>
              <a:rPr/>
              <a:t>Meditation Sanctuary</a:t>
            </a:r>
            <a:br/>
          </a:p>
          <a:p>
            <a:pPr lvl="1"/>
            <a:r>
              <a:rPr/>
              <a:t>Nutrition and Counseling Services (licensed staff)</a:t>
            </a:r>
            <a:br/>
          </a:p>
          <a:p>
            <a:pPr lvl="1"/>
            <a:r>
              <a:rPr/>
              <a:t>Individual and Group Therapy Rooms</a:t>
            </a:r>
            <a:br/>
          </a:p>
          <a:p>
            <a:pPr lvl="0"/>
            <a:r>
              <a:rPr b="1"/>
              <a:t>Signature Programs:</a:t>
            </a:r>
          </a:p>
          <a:p>
            <a:pPr lvl="1"/>
            <a:r>
              <a:rPr/>
              <a:t>“Mindful Mornings” guided meditation series (every Tuesday/Thursday)</a:t>
            </a:r>
            <a:br/>
          </a:p>
          <a:p>
            <a:pPr lvl="1"/>
            <a:r>
              <a:rPr/>
              <a:t>Annual Wellness Week (February): health screenings, workshops, fitness challenges</a:t>
            </a:r>
            <a:br/>
          </a:p>
          <a:p>
            <a:pPr lvl="1"/>
            <a:r>
              <a:rPr/>
              <a:t>Campus Run for Mental Health (April)</a:t>
            </a:r>
            <a:br/>
          </a:p>
          <a:p>
            <a:pPr lvl="0"/>
            <a:r>
              <a:rPr b="1"/>
              <a:t>Wellness Cafe:</a:t>
            </a:r>
          </a:p>
          <a:p>
            <a:pPr lvl="1"/>
            <a:r>
              <a:rPr/>
              <a:t>Healthy snacks, smoothies, vegan-friendly options</a:t>
            </a:r>
            <a:br/>
          </a:p>
          <a:p>
            <a:pPr lvl="0"/>
            <a:r>
              <a:rPr b="1"/>
              <a:t>Registered Dietician Consultations:</a:t>
            </a:r>
            <a:r>
              <a:rPr/>
              <a:t> Tuesday &amp; Friday afternoons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Student Health Center</a:t>
            </a:r>
          </a:p>
          <a:p>
            <a:pPr lvl="0"/>
            <a:r>
              <a:rPr b="1"/>
              <a:t>Location:</a:t>
            </a:r>
            <a:r>
              <a:rPr/>
              <a:t> Aspen Building, adjacent to Student Union</a:t>
            </a:r>
            <a:br/>
          </a:p>
          <a:p>
            <a:pPr lvl="0"/>
            <a:r>
              <a:rPr b="1"/>
              <a:t>Core Services:</a:t>
            </a:r>
          </a:p>
          <a:p>
            <a:pPr lvl="1"/>
            <a:r>
              <a:rPr/>
              <a:t>Primary health care (walk-in and appointments)</a:t>
            </a:r>
            <a:br/>
          </a:p>
          <a:p>
            <a:pPr lvl="1"/>
            <a:r>
              <a:rPr/>
              <a:t>Immunizations and travel clinics</a:t>
            </a:r>
            <a:br/>
          </a:p>
          <a:p>
            <a:pPr lvl="1"/>
            <a:r>
              <a:rPr/>
              <a:t>Emergency first aid</a:t>
            </a:r>
            <a:br/>
          </a:p>
          <a:p>
            <a:pPr lvl="1"/>
            <a:r>
              <a:rPr/>
              <a:t>Prescription delivery services</a:t>
            </a:r>
            <a:br/>
          </a:p>
          <a:p>
            <a:pPr lvl="1"/>
            <a:r>
              <a:rPr/>
              <a:t>Mental health triage and referral</a:t>
            </a:r>
            <a:br/>
          </a:p>
          <a:p>
            <a:pPr lvl="0"/>
            <a:r>
              <a:rPr b="1"/>
              <a:t>Special Campaigns:</a:t>
            </a:r>
          </a:p>
          <a:p>
            <a:pPr lvl="1"/>
            <a:r>
              <a:rPr/>
              <a:t>Flu Shot Fair (October)</a:t>
            </a:r>
            <a:br/>
          </a:p>
          <a:p>
            <a:pPr lvl="1"/>
            <a:r>
              <a:rPr/>
              <a:t>Sexual Health Awareness Month (March)</a:t>
            </a:r>
            <a:br/>
          </a:p>
          <a:p>
            <a:pPr lvl="0"/>
            <a:r>
              <a:rPr b="1"/>
              <a:t>Confidential Counseling:</a:t>
            </a:r>
          </a:p>
          <a:p>
            <a:pPr lvl="1"/>
            <a:r>
              <a:rPr/>
              <a:t>Drop-in sessions daily 11am–4pm</a:t>
            </a:r>
            <a:br/>
          </a:p>
          <a:p>
            <a:pPr lvl="0"/>
            <a:r>
              <a:rPr b="1"/>
              <a:t>Contact:</a:t>
            </a:r>
            <a:r>
              <a:rPr/>
              <a:t> healthcenter@cendara.edu | 318-555-0287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Additional Campus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a. Outdoor Recreation Grounds</a:t>
            </a:r>
          </a:p>
          <a:p>
            <a:pPr lvl="0"/>
            <a:r>
              <a:rPr b="1"/>
              <a:t>Location:</a:t>
            </a:r>
            <a:r>
              <a:rPr/>
              <a:t> Ridgeway Meadows</a:t>
            </a:r>
            <a:br/>
          </a:p>
          <a:p>
            <a:pPr lvl="0"/>
            <a:r>
              <a:rPr b="1"/>
              <a:t>Amenities:</a:t>
            </a:r>
          </a:p>
          <a:p>
            <a:pPr lvl="1"/>
            <a:r>
              <a:rPr/>
              <a:t>Cricket and softball fields</a:t>
            </a:r>
            <a:br/>
          </a:p>
          <a:p>
            <a:pPr lvl="1"/>
            <a:r>
              <a:rPr/>
              <a:t>Practice golf driving nets</a:t>
            </a:r>
            <a:br/>
          </a:p>
          <a:p>
            <a:pPr lvl="1"/>
            <a:r>
              <a:rPr/>
              <a:t>Outdoor cycling track (2.3 km loop)</a:t>
            </a:r>
            <a:br/>
          </a:p>
          <a:p>
            <a:pPr lvl="1"/>
            <a:r>
              <a:rPr/>
              <a:t>Amphitheater for sports award ceremonies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Student Recreation Center</a:t>
            </a:r>
          </a:p>
          <a:p>
            <a:pPr lvl="0"/>
            <a:r>
              <a:rPr b="1"/>
              <a:t>Location:</a:t>
            </a:r>
            <a:r>
              <a:rPr/>
              <a:t> University Commons</a:t>
            </a:r>
            <a:br/>
          </a:p>
          <a:p>
            <a:pPr lvl="0"/>
            <a:r>
              <a:rPr b="1"/>
              <a:t>Included:</a:t>
            </a:r>
          </a:p>
          <a:p>
            <a:pPr lvl="1"/>
            <a:r>
              <a:rPr/>
              <a:t>Dance studios</a:t>
            </a:r>
            <a:br/>
          </a:p>
          <a:p>
            <a:pPr lvl="1"/>
            <a:r>
              <a:rPr/>
              <a:t>Martial arts dojo</a:t>
            </a:r>
            <a:br/>
          </a:p>
          <a:p>
            <a:pPr lvl="1"/>
            <a:r>
              <a:rPr/>
              <a:t>Game lounge (billiards, table football, e-sports bays)</a:t>
            </a:r>
            <a:br/>
          </a:p>
          <a:p>
            <a:pPr lvl="1"/>
            <a:r>
              <a:rPr/>
              <a:t>Recreation staff for guided activities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c. Wellness &amp; Accessibility Garden</a:t>
            </a:r>
          </a:p>
          <a:p>
            <a:pPr lvl="0"/>
            <a:r>
              <a:rPr b="1"/>
              <a:t>Location:</a:t>
            </a:r>
            <a:r>
              <a:rPr/>
              <a:t> Near Sterling Academic Library</a:t>
            </a:r>
            <a:br/>
          </a:p>
          <a:p>
            <a:pPr lvl="0"/>
            <a:r>
              <a:rPr b="1"/>
              <a:t>Highlights:</a:t>
            </a:r>
          </a:p>
          <a:p>
            <a:pPr lvl="1"/>
            <a:r>
              <a:rPr/>
              <a:t>Sensory garden with wheelchair-accessible paths</a:t>
            </a:r>
            <a:br/>
          </a:p>
          <a:p>
            <a:pPr lvl="1"/>
            <a:r>
              <a:rPr/>
              <a:t>Quiet reflection benches</a:t>
            </a:r>
            <a:br/>
          </a:p>
          <a:p>
            <a:pPr lvl="1"/>
            <a:r>
              <a:rPr/>
              <a:t>Student-designed mindfulness labyrinth</a:t>
            </a:r>
            <a:br/>
          </a:p>
          <a:p>
            <a:pPr lvl="1"/>
            <a:r>
              <a:rPr/>
              <a:t>Regular guided walking groups during spring and autumn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Infrastructure Maintenance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Maintenance Headquarters:</a:t>
            </a:r>
          </a:p>
          <a:p>
            <a:pPr lvl="1"/>
            <a:r>
              <a:rPr/>
              <a:t>Facilities Office, Carlow Street</a:t>
            </a:r>
            <a:br/>
          </a:p>
          <a:p>
            <a:pPr lvl="1"/>
            <a:r>
              <a:rPr/>
              <a:t>24/7 emergency maintenance response line: 318-555-0452</a:t>
            </a:r>
          </a:p>
          <a:p>
            <a:pPr lvl="0"/>
            <a:r>
              <a:rPr b="1"/>
              <a:t>Accessibility:</a:t>
            </a:r>
          </a:p>
          <a:p>
            <a:pPr lvl="1"/>
            <a:r>
              <a:rPr/>
              <a:t>All major facilities are ADA-compliant</a:t>
            </a:r>
            <a:br/>
          </a:p>
          <a:p>
            <a:pPr lvl="1"/>
            <a:r>
              <a:rPr/>
              <a:t>Mobility van service for students with physical impairments</a:t>
            </a:r>
            <a:br/>
          </a:p>
          <a:p>
            <a:pPr lvl="1"/>
            <a:r>
              <a:rPr/>
              <a:t>Maps and virtual tours available at: www.cendara.edu/infrastructure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detailed facility booking, visit the Campus Services Portal or contact infraoffice@cendara.edu.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2025-07-29T15:06:22Z</dcterms:created>
  <dcterms:modified xsi:type="dcterms:W3CDTF">2025-07-29T15:06:22Z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