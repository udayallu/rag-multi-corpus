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 Accreditation Status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is a fully accredited higher education institution recognized nationally and internationally for its commitment to academic excellence, research innovation, and student support. Below is a summary of the university’s current accreditation status, accrediting bodies, certification levels, and institutional recognition.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Regional Accreditation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Accrediting Body</a:t>
            </a:r>
          </a:p>
          <a:p>
            <a:pPr lvl="0"/>
            <a:r>
              <a:rPr b="1"/>
              <a:t>Midland Commission on Colleges and Universities (MCCU)</a:t>
            </a:r>
          </a:p>
          <a:p>
            <a:pPr lvl="1"/>
            <a:r>
              <a:rPr/>
              <a:t>Accredited since: August 15, 1968</a:t>
            </a:r>
          </a:p>
          <a:p>
            <a:pPr lvl="1"/>
            <a:r>
              <a:rPr/>
              <a:t>Most recent reaffirmation visit: March 2022</a:t>
            </a:r>
          </a:p>
          <a:p>
            <a:pPr lvl="1"/>
            <a:r>
              <a:rPr/>
              <a:t>Accreditation valid through: June 2028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Certification Level</a:t>
            </a:r>
          </a:p>
          <a:p>
            <a:pPr lvl="0"/>
            <a:r>
              <a:rPr b="1"/>
              <a:t>Level VI</a:t>
            </a:r>
            <a:r>
              <a:rPr/>
              <a:t> (Highest level for doctoral-granting institutions)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/>
            <a:r>
              <a:rPr/>
              <a:t>Institutional accreditation covering all undergraduate, graduate, and professional degree programs offered by Cendara University at all campus locations.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Evaluation Comments (2022 Report)</a:t>
            </a:r>
          </a:p>
          <a:p>
            <a:pPr lvl="0"/>
            <a:r>
              <a:rPr/>
              <a:t>“Cendara University demonstrates sustained excellence in academic rigor, faculty qualifications, and student-centered support. The Commission commends the university’s commitment to continuous improvement and community engagement.”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Programmatic Accreditation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Accrediting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Certification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Accreditation Period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Bachelor of Science in Nursing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National Council for Nursing Education (NCNE)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2021–2029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 of Business Administration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International Association of Business Schools (IABS)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2020–2027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Bachelor of Engineering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Accreditation Board for Engineering Disciplines (ABED)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2018–2025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 of Clinical Psychology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Council on Doctoral Accreditation in Psychology (CDAP)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Accredited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2019–2026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 of Public 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Council for Accreditation of Public Health (CAPH)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Accredited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2022–2029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State and Federal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State of Eddington Department of Higher Education</a:t>
            </a:r>
          </a:p>
          <a:p>
            <a:pPr lvl="1"/>
            <a:r>
              <a:rPr/>
              <a:t>Cendara University is licensed under the State of Eddington Higher Education Act, Section 312.</a:t>
            </a:r>
          </a:p>
          <a:p>
            <a:pPr lvl="1"/>
            <a:r>
              <a:rPr/>
              <a:t>Current registration number: EDU-340182</a:t>
            </a:r>
          </a:p>
          <a:p>
            <a:pPr lvl="0"/>
            <a:r>
              <a:rPr b="1"/>
              <a:t>U.S. Department of Education Recognition</a:t>
            </a:r>
          </a:p>
          <a:p>
            <a:pPr lvl="1"/>
            <a:r>
              <a:rPr/>
              <a:t>Listed as an Eligible Institution for Federal Student Aid (Title IV)</a:t>
            </a:r>
          </a:p>
          <a:p>
            <a:pPr lvl="1"/>
            <a:r>
              <a:rPr/>
              <a:t>OPE ID: 00721800</a:t>
            </a:r>
          </a:p>
          <a:p>
            <a:pPr lvl="1"/>
            <a:r>
              <a:rPr/>
              <a:t>Updated status: Compliant as of January 2024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International Partnerships and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Recognized by the </a:t>
            </a:r>
            <a:r>
              <a:rPr b="1"/>
              <a:t>International Federation of Universities (IFU)</a:t>
            </a:r>
            <a:r>
              <a:rPr/>
              <a:t> as a member institution in good standing.</a:t>
            </a:r>
          </a:p>
          <a:p>
            <a:pPr lvl="0"/>
            <a:r>
              <a:rPr/>
              <a:t>Exchange agreements with:</a:t>
            </a:r>
          </a:p>
          <a:p>
            <a:pPr lvl="1"/>
            <a:r>
              <a:rPr/>
              <a:t>University of Hanseaticia (Germany)</a:t>
            </a:r>
          </a:p>
          <a:p>
            <a:pPr lvl="1"/>
            <a:r>
              <a:rPr/>
              <a:t>Akari National University (Japan)</a:t>
            </a:r>
          </a:p>
          <a:p>
            <a:pPr lvl="1"/>
            <a:r>
              <a:rPr/>
              <a:t>São Lucas Institute of Technology (Brazil)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Recent Accreditation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2022</a:t>
            </a:r>
            <a:r>
              <a:rPr/>
              <a:t>: Achieved MCCU reaffirmation with commendation for community-engaged scholarship.</a:t>
            </a:r>
          </a:p>
          <a:p>
            <a:pPr lvl="0"/>
            <a:r>
              <a:rPr b="1"/>
              <a:t>2021</a:t>
            </a:r>
            <a:r>
              <a:rPr/>
              <a:t>: Nursing program awarded “Center of Excellence in Nursing Education” by NCNE.</a:t>
            </a:r>
          </a:p>
          <a:p>
            <a:pPr lvl="0"/>
            <a:r>
              <a:rPr b="1"/>
              <a:t>2019</a:t>
            </a:r>
            <a:r>
              <a:rPr/>
              <a:t>: Awarded “Outstanding Institutional Assessment” by the ABED during engineering re-accreditation review.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Accreditation Documents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Official documentation and detailed accreditation reports are available by request at the Office of Institutional Compliance, Founders Hall, Room 410, or by email at accreditation@cendara.edu.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Office of Institutional Compliance</a:t>
            </a:r>
            <a:br/>
            <a:r>
              <a:rPr/>
              <a:t>Cendara University</a:t>
            </a:r>
            <a:br/>
            <a:r>
              <a:rPr/>
              <a:t>1201 Cedar Grove Way</a:t>
            </a:r>
            <a:br/>
            <a:r>
              <a:rPr/>
              <a:t>Lakeside City, State of Eddington 45210</a:t>
            </a:r>
            <a:br/>
            <a:r>
              <a:rPr/>
              <a:t>Phone: (341) 555-8923</a:t>
            </a:r>
            <a:br/>
            <a:r>
              <a:rPr/>
              <a:t>Email: accreditation@cendara.edu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2025-07-29T15:05:50Z</dcterms:created>
  <dcterms:modified xsi:type="dcterms:W3CDTF">2025-07-29T15:05:50Z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