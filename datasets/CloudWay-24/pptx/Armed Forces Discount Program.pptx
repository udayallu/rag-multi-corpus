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| Armed Forces Discount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salutes the service and sacrifice of the armed forces. As part of our commitment to giving back, we offer exclusive discounts for both </a:t>
            </a:r>
            <a:r>
              <a:rPr b="1"/>
              <a:t>serving and retired members</a:t>
            </a:r>
            <a:r>
              <a:rPr/>
              <a:t> of the Indian Armed Forces when flying with CloudWay 24.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🌟 What’s Included?</a:t>
            </a:r>
          </a:p>
          <a:p>
            <a:pPr lvl="0"/>
            <a:r>
              <a:rPr b="1"/>
              <a:t>Flat 15% Discount</a:t>
            </a:r>
            <a:r>
              <a:rPr/>
              <a:t> on base airfare for all eligible serving and retired armed forces personnel.</a:t>
            </a:r>
          </a:p>
          <a:p>
            <a:pPr lvl="0"/>
            <a:r>
              <a:rPr/>
              <a:t>Applicable for </a:t>
            </a:r>
            <a:r>
              <a:rPr b="1"/>
              <a:t>CloudSaver (Economy)</a:t>
            </a:r>
            <a:r>
              <a:rPr/>
              <a:t>, </a:t>
            </a:r>
            <a:r>
              <a:rPr b="1"/>
              <a:t>CloudComfort (Premium Economy)</a:t>
            </a:r>
            <a:r>
              <a:rPr/>
              <a:t>, and </a:t>
            </a:r>
            <a:r>
              <a:rPr b="1"/>
              <a:t>CloudElite (Business Class)</a:t>
            </a:r>
            <a:r>
              <a:rPr/>
              <a:t> fares on all domestic and international CloudWay 24-operated flights.</a:t>
            </a:r>
          </a:p>
          <a:p>
            <a:pPr lvl="0"/>
            <a:r>
              <a:rPr b="1"/>
              <a:t>Complimentary Additional 10kg Baggage Allowance</a:t>
            </a:r>
            <a:r>
              <a:rPr/>
              <a:t> on all tickets booked under this scheme.</a:t>
            </a:r>
          </a:p>
          <a:p>
            <a:pPr lvl="0"/>
            <a:r>
              <a:rPr b="1"/>
              <a:t>Priority Check-in</a:t>
            </a:r>
            <a:r>
              <a:rPr/>
              <a:t> and </a:t>
            </a:r>
            <a:r>
              <a:rPr b="1"/>
              <a:t>Boarding Privileges</a:t>
            </a:r>
            <a:r>
              <a:rPr/>
              <a:t> at all major hubs.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👩‍✈️ Who is Eligible?</a:t>
            </a:r>
          </a:p>
          <a:p>
            <a:pPr lvl="0"/>
            <a:r>
              <a:rPr b="1"/>
              <a:t>Serving Personnel</a:t>
            </a:r>
            <a:r>
              <a:rPr/>
              <a:t> of the Indian Army, Navy, Air Force, Coast Guard, and Paramilitary Forces.</a:t>
            </a:r>
          </a:p>
          <a:p>
            <a:pPr lvl="0"/>
            <a:r>
              <a:rPr b="1"/>
              <a:t>Retired/ Ex-Servicemen</a:t>
            </a:r>
            <a:r>
              <a:rPr/>
              <a:t> of the above services.</a:t>
            </a:r>
          </a:p>
          <a:p>
            <a:pPr lvl="0"/>
            <a:r>
              <a:rPr b="1"/>
              <a:t>Immediate Family Members</a:t>
            </a:r>
            <a:r>
              <a:rPr/>
              <a:t>(spouse and dependent children) when traveling with the eligible personnel.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📝 How to Avail:</a:t>
            </a:r>
          </a:p>
          <a:p>
            <a:pPr lvl="0" indent="-342900" marL="342900">
              <a:buAutoNum type="arabicPeriod"/>
            </a:pPr>
            <a:r>
              <a:rPr b="1"/>
              <a:t>Sign Up / Login</a:t>
            </a:r>
            <a:r>
              <a:rPr/>
              <a:t> with your email or mobile on </a:t>
            </a:r>
            <a:r>
              <a:rPr>
                <a:hlinkClick r:id="rId2"/>
              </a:rPr>
              <a:t>CloudWay24.com</a:t>
            </a:r>
            <a:r>
              <a:rPr/>
              <a:t> or the CloudWay24 App (iOS/Android).</a:t>
            </a:r>
          </a:p>
          <a:p>
            <a:pPr lvl="0" indent="-342900" marL="342900">
              <a:buAutoNum type="arabicPeriod"/>
            </a:pPr>
            <a:r>
              <a:rPr b="1"/>
              <a:t>Select “Plan My Flight”</a:t>
            </a:r>
            <a:r>
              <a:rPr/>
              <a:t> and enter your round trip or one-way details.</a:t>
            </a:r>
          </a:p>
          <a:p>
            <a:pPr lvl="0" indent="-342900" marL="342900">
              <a:buAutoNum type="arabicPeriod"/>
            </a:pPr>
            <a:r>
              <a:rPr b="1"/>
              <a:t>On the passenger details page</a:t>
            </a:r>
            <a:r>
              <a:rPr/>
              <a:t>, choose “Armed Forces Discount” and upload valid service/retirement ID proof.</a:t>
            </a:r>
          </a:p>
          <a:p>
            <a:pPr lvl="0" indent="-342900" marL="342900">
              <a:buAutoNum type="arabicPeriod"/>
            </a:pPr>
            <a:r>
              <a:rPr b="1"/>
              <a:t>Proceed to payment</a:t>
            </a:r>
            <a:r>
              <a:rPr/>
              <a:t> — discounted fare and baggage benefits will be automatically applied.</a:t>
            </a:r>
          </a:p>
          <a:p>
            <a:pPr lvl="0" indent="-342900" marL="342900">
              <a:buAutoNum type="arabicPeriod"/>
            </a:pPr>
            <a:r>
              <a:rPr b="1"/>
              <a:t>Complete booking</a:t>
            </a:r>
            <a:r>
              <a:rPr/>
              <a:t> using credit/debit card, netbanking, or SkyPoints 24 points.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📄 Acceptable ID Proofs</a:t>
            </a:r>
          </a:p>
          <a:p>
            <a:pPr lvl="0"/>
            <a:r>
              <a:rPr/>
              <a:t>Government-issued Armed Forces Service Card (for serving personnel)</a:t>
            </a:r>
          </a:p>
          <a:p>
            <a:pPr lvl="0"/>
            <a:r>
              <a:rPr/>
              <a:t>Pension Payment Order/ Ex-Serviceman Identity Card/ Retirement Card (for retired personnel)</a:t>
            </a:r>
          </a:p>
          <a:p>
            <a:pPr lvl="0"/>
            <a:r>
              <a:rPr/>
              <a:t>Dependent ID Card (for family members)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Terms &amp; Conditions</a:t>
            </a:r>
          </a:p>
          <a:p>
            <a:pPr lvl="0"/>
            <a:r>
              <a:rPr/>
              <a:t>The armed forces discount is subject to seat availability under the applicable fare class.</a:t>
            </a:r>
          </a:p>
          <a:p>
            <a:pPr lvl="0"/>
            <a:r>
              <a:rPr/>
              <a:t>Discount is applicable </a:t>
            </a:r>
            <a:r>
              <a:rPr b="1"/>
              <a:t>only on base fare</a:t>
            </a:r>
            <a:r>
              <a:rPr/>
              <a:t>, not including taxes, surcharges or add-ons.</a:t>
            </a:r>
          </a:p>
          <a:p>
            <a:pPr lvl="0"/>
            <a:r>
              <a:rPr/>
              <a:t>Not combinable with other promotional offers.</a:t>
            </a:r>
          </a:p>
          <a:p>
            <a:pPr lvl="0"/>
            <a:r>
              <a:rPr/>
              <a:t>Valid ID proof must be carried and shown at check-in/counters.</a:t>
            </a:r>
          </a:p>
          <a:p>
            <a:pPr lvl="0"/>
            <a:r>
              <a:rPr/>
              <a:t>CloudWay 24 reserves the right to withdraw or modify the offer at any time.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Seamless Skies, Global Reach.</a:t>
            </a:r>
            <a:r>
              <a:rPr/>
              <a:t> </a:t>
            </a:r>
            <a:r>
              <a:rPr i="1"/>
              <a:t>Discover the world with respect—and savings.</a:t>
            </a:r>
          </a:p>
          <a:p>
            <a:pPr lvl="0" indent="0" marL="0">
              <a:buNone/>
            </a:pPr>
            <a:r>
              <a:rPr/>
              <a:t>🌐 </a:t>
            </a:r>
            <a:r>
              <a:rPr>
                <a:hlinkClick r:id="rId2"/>
              </a:rPr>
              <a:t>CloudWay24.com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2025-07-29T14:55:55Z</dcterms:created>
  <dcterms:modified xsi:type="dcterms:W3CDTF">2025-07-29T14:55:55Z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