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crew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CloudWay 24 – Staff (Pilots and Cabin Crew) Cab Policy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CloudWay 24, the safety, punctuality, and well-being of our staff are top priorities. This cab policy outlines the official guidelines for ground transportation arrangements for our </a:t>
            </a:r>
            <a:r>
              <a:rPr b="1"/>
              <a:t>Pilots</a:t>
            </a:r>
            <a:r>
              <a:rPr/>
              <a:t> and </a:t>
            </a:r>
            <a:r>
              <a:rPr b="1"/>
              <a:t>Cabin Crew</a:t>
            </a:r>
            <a:r>
              <a:rPr/>
              <a:t> members to and from designated airports and accommodations.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Eligibility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Pilots</a:t>
            </a:r>
            <a:r>
              <a:rPr/>
              <a:t>: All full-time and contract cockpit crew operating CloudWay 24 flights.</a:t>
            </a:r>
          </a:p>
          <a:p>
            <a:pPr lvl="0"/>
            <a:r>
              <a:rPr b="1"/>
              <a:t>Cabin Crew</a:t>
            </a:r>
            <a:r>
              <a:rPr/>
              <a:t>: All active CloudLux, CloudElite, CloudComfort, and CloudSaver in-flight crew members rostered on duty.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Cab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Home Pick-Up/Drop-Off</a:t>
            </a:r>
            <a:r>
              <a:rPr/>
              <a:t>:</a:t>
            </a:r>
            <a:br/>
            <a:r>
              <a:rPr/>
              <a:t>Crew residing within a </a:t>
            </a:r>
            <a:r>
              <a:rPr b="1"/>
              <a:t>25 km radius</a:t>
            </a:r>
            <a:r>
              <a:rPr/>
              <a:t> of the hub airport (Mumbai, Delhi, Bengaluru) are eligible for home pick-up and drop-off.</a:t>
            </a:r>
          </a:p>
          <a:p>
            <a:pPr lvl="0"/>
            <a:r>
              <a:rPr b="1"/>
              <a:t>Hotel/Airport Transfers</a:t>
            </a:r>
            <a:r>
              <a:rPr/>
              <a:t>:</a:t>
            </a:r>
            <a:br/>
            <a:r>
              <a:rPr/>
              <a:t>For layover flights or overnight stops, hotel-to-airport and airport-to-hotel cab arrangements are provided.</a:t>
            </a:r>
          </a:p>
          <a:p>
            <a:pPr lvl="0"/>
            <a:r>
              <a:rPr b="1"/>
              <a:t>Scheduled Flights Only</a:t>
            </a:r>
            <a:r>
              <a:rPr/>
              <a:t>:</a:t>
            </a:r>
            <a:br/>
            <a:r>
              <a:rPr/>
              <a:t>This policy applies only when crew are reporting for or concluding a scheduled CloudWay 24 flight duty.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Cab Booking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Automatic Scheduling</a:t>
            </a:r>
            <a:r>
              <a:rPr/>
              <a:t>:</a:t>
            </a:r>
            <a:br/>
            <a:r>
              <a:rPr/>
              <a:t>Cabs are automatically scheduled based on the published crew roster.</a:t>
            </a:r>
          </a:p>
          <a:p>
            <a:pPr lvl="0" indent="-342900" marL="342900">
              <a:buAutoNum type="arabicPeriod"/>
            </a:pPr>
            <a:r>
              <a:rPr b="1"/>
              <a:t>Self-Booking (Special Cases)</a:t>
            </a:r>
            <a:r>
              <a:rPr/>
              <a:t>:</a:t>
            </a:r>
            <a:br/>
            <a:r>
              <a:rPr/>
              <a:t>If auto-scheduling fails, crew may book a cab using the approved CloudWay 24 Staff App or by contacting Crew Logistics at least 6 hours prior to pick-up.</a:t>
            </a:r>
          </a:p>
          <a:p>
            <a:pPr lvl="0" indent="-342900" marL="342900">
              <a:buAutoNum type="arabicPeriod"/>
            </a:pPr>
            <a:r>
              <a:rPr b="1"/>
              <a:t>Confirmation</a:t>
            </a:r>
            <a:r>
              <a:rPr/>
              <a:t>:</a:t>
            </a:r>
            <a:br/>
            <a:r>
              <a:rPr/>
              <a:t>Crew members will receive SMS/app notifications with cab details two hours before pick-up.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Cab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Premium sedans</a:t>
            </a:r>
            <a:r>
              <a:rPr/>
              <a:t> for pilots.</a:t>
            </a:r>
          </a:p>
          <a:p>
            <a:pPr lvl="0"/>
            <a:r>
              <a:rPr b="1"/>
              <a:t>Comfort sedans or MPVs</a:t>
            </a:r>
            <a:r>
              <a:rPr/>
              <a:t> for cabin crew (sharing with a maximum of 3 crew per cab as per roster compatibility).</a:t>
            </a:r>
          </a:p>
          <a:p>
            <a:pPr lvl="0"/>
            <a:r>
              <a:rPr/>
              <a:t>All cabs are </a:t>
            </a:r>
            <a:r>
              <a:rPr b="1"/>
              <a:t>company-contracted with verified drivers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Safety &amp;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24/7 availability of cabs for both day and night shifts.</a:t>
            </a:r>
          </a:p>
          <a:p>
            <a:pPr lvl="0"/>
            <a:r>
              <a:rPr/>
              <a:t>GPS tracking enabled in all cabs.</a:t>
            </a:r>
          </a:p>
          <a:p>
            <a:pPr lvl="0"/>
            <a:r>
              <a:rPr/>
              <a:t>Only authorized personnel allowed in staff cabs.</a:t>
            </a:r>
          </a:p>
          <a:p>
            <a:pPr lvl="0"/>
            <a:r>
              <a:rPr/>
              <a:t>Crew must wear airline ID while in transit.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Payment &amp; Reimbursement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All authorized cab rides are </a:t>
            </a:r>
            <a:r>
              <a:rPr b="1"/>
              <a:t>fully paid by the company</a:t>
            </a:r>
            <a:r>
              <a:rPr/>
              <a:t>. No cash exchange required.</a:t>
            </a:r>
          </a:p>
          <a:p>
            <a:pPr lvl="0"/>
            <a:r>
              <a:rPr/>
              <a:t>Unauthorized personal deviations or additional stops are not covered and will require out-of-pocket payment.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Emergency Helpline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Dedicated Crew Cab Helpline: </a:t>
            </a:r>
            <a:r>
              <a:rPr b="1"/>
              <a:t>+91-XXXX-24CAB</a:t>
            </a:r>
          </a:p>
          <a:p>
            <a:pPr lvl="0"/>
            <a:r>
              <a:rPr/>
              <a:t>App-based “SOS” button for immediate assistance.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Non-Compliance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Misuse or unauthorized use may lead to disciplinary action as per CloudWay 24 HR policy.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Policy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policy is reviewed annually and subject to revision based on operational requirements.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any clarifications, contact Crew Logistics or refer to the Staff Portal at </a:t>
            </a:r>
            <a:r>
              <a:rPr b="1">
                <a:hlinkClick r:id="rId2"/>
              </a:rPr>
              <a:t>CloudWay24.com/crew</a:t>
            </a:r>
            <a:r>
              <a:rPr b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2025-07-29T14:58:00Z</dcterms:created>
  <dcterms:modified xsi:type="dcterms:W3CDTF">2025-07-29T14:58:00Z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