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Flying with Children on CloudWay 24</a:t>
            </a:r>
          </a:p>
        </p:txBody>
      </p:sp>
      <p:sp>
        <p:nvSpPr>
          <p:cNvPr id="3" name="Content Placeholder 2"/>
          <p:cNvSpPr>
            <a:spLocks noGrp="1"/>
          </p:cNvSpPr>
          <p:nvPr>
            <p:ph idx="1"/>
          </p:nvPr>
        </p:nvSpPr>
        <p:spPr/>
        <p:txBody>
          <a:bodyPr/>
          <a:lstStyle/>
          <a:p>
            <a:pPr lvl="0" indent="0" marL="0">
              <a:buNone/>
            </a:pPr>
            <a:r>
              <a:rPr/>
              <a:t>Traveling with young passengers? At </a:t>
            </a:r>
            <a:r>
              <a:rPr b="1"/>
              <a:t>CloudWay 24</a:t>
            </a:r>
            <a:r>
              <a:rPr/>
              <a:t>, we strive to make your journey as seamless and comfortable as possible for families and children of all ages. Here’s everything you need to know about flying with children on our network.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Pre-flight Preparation</a:t>
            </a:r>
          </a:p>
          <a:p>
            <a:pPr lvl="0"/>
            <a:r>
              <a:rPr b="1"/>
              <a:t>Booking for Children</a:t>
            </a:r>
          </a:p>
          <a:p>
            <a:pPr lvl="1"/>
            <a:r>
              <a:rPr/>
              <a:t>Children under 2 years: Can travel as infants on lap or with a booked seat (additional charges may apply).</a:t>
            </a:r>
          </a:p>
          <a:p>
            <a:pPr lvl="1"/>
            <a:r>
              <a:rPr/>
              <a:t>Children aged 2–12 years: Require their own seat and are eligible for child fares.</a:t>
            </a:r>
          </a:p>
          <a:p>
            <a:pPr lvl="1"/>
            <a:r>
              <a:rPr/>
              <a:t>Unaccompanied Minors: Special handling and escort services available for children aged 5–12 flying alone. Request while booking.</a:t>
            </a:r>
          </a:p>
          <a:p>
            <a:pPr lvl="0"/>
            <a:r>
              <a:rPr b="1"/>
              <a:t>Special Requests</a:t>
            </a:r>
          </a:p>
          <a:p>
            <a:pPr lvl="1"/>
            <a:r>
              <a:rPr b="1"/>
              <a:t>Bassinet</a:t>
            </a:r>
            <a:r>
              <a:rPr/>
              <a:t>: Request for infants (subject to availability and aircraft type).</a:t>
            </a:r>
          </a:p>
          <a:p>
            <a:pPr lvl="1"/>
            <a:r>
              <a:rPr b="1"/>
              <a:t>Child Meals</a:t>
            </a:r>
            <a:r>
              <a:rPr/>
              <a:t>: Pre-book child-friendly meals at least 24 hours before departure via “Manage My Flight.”</a:t>
            </a:r>
          </a:p>
          <a:p>
            <a:pPr lvl="1"/>
            <a:r>
              <a:rPr b="1"/>
              <a:t>Seating Preferences</a:t>
            </a:r>
            <a:r>
              <a:rPr/>
              <a:t>: Request seats together for families to ensure peace of mind.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 the Airport</a:t>
            </a:r>
          </a:p>
          <a:p>
            <a:pPr lvl="0"/>
            <a:r>
              <a:rPr b="1"/>
              <a:t>Priority Check-In</a:t>
            </a:r>
          </a:p>
          <a:p>
            <a:pPr lvl="1"/>
            <a:r>
              <a:rPr/>
              <a:t>Dedicated family counters at Mumbai, Delhi, and Bengaluru hubs.</a:t>
            </a:r>
          </a:p>
          <a:p>
            <a:pPr lvl="0"/>
            <a:r>
              <a:rPr b="1"/>
              <a:t>Family Boarding</a:t>
            </a:r>
          </a:p>
          <a:p>
            <a:pPr lvl="1"/>
            <a:r>
              <a:rPr/>
              <a:t>Priority and early boarding for families with children.</a:t>
            </a:r>
          </a:p>
          <a:p>
            <a:pPr lvl="0"/>
            <a:r>
              <a:rPr b="1"/>
              <a:t>Stroller Assistance</a:t>
            </a:r>
          </a:p>
          <a:p>
            <a:pPr lvl="1"/>
            <a:r>
              <a:rPr/>
              <a:t>Use your stroller at the airport up to the boarding gate. It will be delivered at the aircraft door upon arrival (where feasible).</a:t>
            </a:r>
          </a:p>
          <a:p>
            <a:pPr lvl="0"/>
            <a:r>
              <a:rPr b="1"/>
              <a:t>Security Assistance</a:t>
            </a:r>
          </a:p>
          <a:p>
            <a:pPr lvl="1"/>
            <a:r>
              <a:rPr/>
              <a:t>Friendly staff available to help expedite and simplify the security process for families.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Onboard Comfort</a:t>
            </a:r>
          </a:p>
          <a:p>
            <a:pPr lvl="0"/>
            <a:r>
              <a:rPr b="1"/>
              <a:t>In-Flight Entertainment</a:t>
            </a:r>
          </a:p>
          <a:p>
            <a:pPr lvl="1"/>
            <a:r>
              <a:rPr/>
              <a:t>Kids’ movies, cartoons, and interactive games in all cabins.</a:t>
            </a:r>
          </a:p>
          <a:p>
            <a:pPr lvl="1"/>
            <a:r>
              <a:rPr/>
              <a:t>Kid-safe headphones on request.</a:t>
            </a:r>
          </a:p>
          <a:p>
            <a:pPr lvl="0"/>
            <a:r>
              <a:rPr b="1"/>
              <a:t>Amenities</a:t>
            </a:r>
          </a:p>
          <a:p>
            <a:pPr lvl="1"/>
            <a:r>
              <a:rPr/>
              <a:t>Infant seat belts and baby cots (in specific rows).</a:t>
            </a:r>
          </a:p>
          <a:p>
            <a:pPr lvl="1"/>
            <a:r>
              <a:rPr/>
              <a:t>Activity kits and soft toys for young flyers (CloudSaver and above).</a:t>
            </a:r>
          </a:p>
          <a:p>
            <a:pPr lvl="0"/>
            <a:r>
              <a:rPr b="1"/>
              <a:t>Facilities</a:t>
            </a:r>
          </a:p>
          <a:p>
            <a:pPr lvl="1"/>
            <a:r>
              <a:rPr/>
              <a:t>Changing tables in restrooms.</a:t>
            </a:r>
          </a:p>
          <a:p>
            <a:pPr lvl="1"/>
            <a:r>
              <a:rPr/>
              <a:t>Warming facilities for milk and baby food.</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Child-Friendly Meals</a:t>
            </a:r>
          </a:p>
          <a:p>
            <a:pPr lvl="0"/>
            <a:r>
              <a:rPr b="1"/>
              <a:t>Pre-Order</a:t>
            </a:r>
            <a:r>
              <a:rPr/>
              <a:t>:</a:t>
            </a:r>
          </a:p>
          <a:p>
            <a:pPr lvl="1"/>
            <a:r>
              <a:rPr/>
              <a:t>Reserve child meals (vegetarian and non-vegetarian) when booking or via “Manage My Flight.”</a:t>
            </a:r>
          </a:p>
          <a:p>
            <a:pPr lvl="0"/>
            <a:r>
              <a:rPr b="1"/>
              <a:t>Special Dietary Needs</a:t>
            </a:r>
            <a:r>
              <a:rPr/>
              <a:t>:</a:t>
            </a:r>
          </a:p>
          <a:p>
            <a:pPr lvl="1"/>
            <a:r>
              <a:rPr/>
              <a:t>Contact our customer care for allergies or specific requirements.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Family Travel Tips</a:t>
            </a:r>
          </a:p>
          <a:p>
            <a:pPr lvl="0"/>
            <a:r>
              <a:rPr/>
              <a:t>Arrive early for a stress-free check-in.</a:t>
            </a:r>
          </a:p>
          <a:p>
            <a:pPr lvl="0"/>
            <a:r>
              <a:rPr/>
              <a:t>Carry necessary documents for infants (birth certificate or passport).</a:t>
            </a:r>
          </a:p>
          <a:p>
            <a:pPr lvl="0"/>
            <a:r>
              <a:rPr/>
              <a:t>Pack essential items (diapers, wipes, snacks, favorite toys) in your cabin bag.</a:t>
            </a:r>
          </a:p>
          <a:p>
            <a:pPr lvl="0"/>
            <a:r>
              <a:rPr/>
              <a:t>Notify staff of any special needs.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Extra Services &amp; Support</a:t>
            </a:r>
          </a:p>
          <a:p>
            <a:pPr lvl="0"/>
            <a:r>
              <a:rPr b="1"/>
              <a:t>SkyPoints 24 Family Pooling</a:t>
            </a:r>
            <a:r>
              <a:rPr/>
              <a:t>:</a:t>
            </a:r>
          </a:p>
          <a:p>
            <a:pPr lvl="1"/>
            <a:r>
              <a:rPr/>
              <a:t>Earn and pool miles across your family for faster rewards.</a:t>
            </a:r>
          </a:p>
          <a:p>
            <a:pPr lvl="0"/>
            <a:r>
              <a:rPr b="1"/>
              <a:t>Lounge Access</a:t>
            </a:r>
            <a:r>
              <a:rPr/>
              <a:t>:</a:t>
            </a:r>
          </a:p>
          <a:p>
            <a:pPr lvl="1"/>
            <a:r>
              <a:rPr/>
              <a:t>Complimentary lounge access in CloudLux and CloudElite classes, with play areas at select hubs.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Need More Help?</a:t>
            </a:r>
          </a:p>
          <a:p>
            <a:pPr lvl="0" indent="0" marL="0">
              <a:buNone/>
            </a:pPr>
            <a:r>
              <a:rPr/>
              <a:t>Visit our </a:t>
            </a:r>
            <a:r>
              <a:rPr>
                <a:hlinkClick r:id="rId2"/>
              </a:rPr>
              <a:t>website</a:t>
            </a:r>
            <a:r>
              <a:rPr/>
              <a:t> or mobile app (CloudWay24) for more details, or contact our 24x7 support team for personalized assistance on your family travel plans.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CloudWay 24</a:t>
            </a:r>
            <a:br/>
            <a:r>
              <a:rPr i="1"/>
              <a:t>“Seamless Skies, Global Reach—for the whole family.”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2025-07-29T14:58:08Z</dcterms:created>
  <dcterms:modified xsi:type="dcterms:W3CDTF">2025-07-29T14:58:08Z</dcterms:modified>
</cp:coreProperties>
</file>

<file path=docProps/custom.xml><?xml version="1.0" encoding="utf-8"?>
<Properties xmlns="http://schemas.openxmlformats.org/officeDocument/2006/custom-properties" xmlns:vt="http://schemas.openxmlformats.org/officeDocument/2006/docPropsVTypes"/>
</file>