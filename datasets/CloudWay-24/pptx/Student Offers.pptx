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/student-offer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– Student Offers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recognizes the unique travel needs of students pursuing education or attending academic events across the globe. Our exclusive </a:t>
            </a:r>
            <a:r>
              <a:rPr b="1"/>
              <a:t>Student Offers</a:t>
            </a:r>
            <a:r>
              <a:rPr/>
              <a:t> provide valuable benefits and flexibility, making international journeys more affordable and comfortable!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Student Offer Highlights</a:t>
            </a:r>
          </a:p>
          <a:p>
            <a:pPr lvl="0"/>
            <a:r>
              <a:rPr b="1"/>
              <a:t>Up to 10% Discount</a:t>
            </a:r>
            <a:br/>
            <a:r>
              <a:rPr/>
              <a:t>Enjoy special fares with up to 10% off* on CloudSaver (Economy) and CloudComfort (Premium Economy) fares for students aged 18–30.</a:t>
            </a:r>
          </a:p>
          <a:p>
            <a:pPr lvl="0"/>
            <a:r>
              <a:rPr b="1"/>
              <a:t>Extra Baggage Allowance</a:t>
            </a:r>
            <a:br/>
            <a:r>
              <a:rPr/>
              <a:t>Travel worry-free! Students get </a:t>
            </a:r>
            <a:r>
              <a:rPr b="1"/>
              <a:t>1 additional checked bag (up to 23kg)</a:t>
            </a:r>
            <a:r>
              <a:rPr/>
              <a:t> on all international routes.</a:t>
            </a:r>
          </a:p>
          <a:p>
            <a:pPr lvl="0"/>
            <a:r>
              <a:rPr b="1"/>
              <a:t>Flexible Date Change</a:t>
            </a:r>
            <a:br/>
            <a:r>
              <a:rPr/>
              <a:t>One-time free date change** in case your travel plans or academic schedule changes.</a:t>
            </a:r>
          </a:p>
          <a:p>
            <a:pPr lvl="0"/>
            <a:r>
              <a:rPr b="1"/>
              <a:t>Priority Check-In</a:t>
            </a:r>
            <a:br/>
            <a:r>
              <a:rPr/>
              <a:t>Skip the queue with dedicated student check-in counters at major CloudWay 24 hubs.</a:t>
            </a:r>
          </a:p>
          <a:p>
            <a:pPr lvl="0"/>
            <a:r>
              <a:rPr b="1"/>
              <a:t>SkyPoints 24 Bonus</a:t>
            </a:r>
            <a:br/>
            <a:r>
              <a:rPr/>
              <a:t>Earn </a:t>
            </a:r>
            <a:r>
              <a:rPr b="1"/>
              <a:t>500 bonus SkyPoints 24</a:t>
            </a:r>
            <a:r>
              <a:rPr/>
              <a:t> for your first student booking.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Who Can Avail?</a:t>
            </a:r>
          </a:p>
          <a:p>
            <a:pPr lvl="0"/>
            <a:r>
              <a:rPr/>
              <a:t>Students aged 18–30 years</a:t>
            </a:r>
          </a:p>
          <a:p>
            <a:pPr lvl="0"/>
            <a:r>
              <a:rPr/>
              <a:t>Possessing a valid student ID or university admission/offer letter</a:t>
            </a:r>
          </a:p>
          <a:p>
            <a:pPr lvl="0"/>
            <a:r>
              <a:rPr/>
              <a:t>Bookings for outbound or inbound international flights from India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Book the Student Offer?</a:t>
            </a:r>
          </a:p>
          <a:p>
            <a:pPr lvl="0" indent="-342900" marL="342900">
              <a:buAutoNum type="arabicPeriod"/>
            </a:pPr>
            <a:r>
              <a:rPr b="1"/>
              <a:t>Sign Up/Login</a:t>
            </a:r>
            <a:br/>
            <a:r>
              <a:rPr/>
              <a:t>Register on </a:t>
            </a:r>
            <a:r>
              <a:rPr>
                <a:hlinkClick r:id="rId2"/>
              </a:rPr>
              <a:t>CloudWay24.com</a:t>
            </a:r>
            <a:r>
              <a:rPr/>
              <a:t> or the CloudWay24 App</a:t>
            </a:r>
            <a:br/>
            <a:r>
              <a:rPr/>
              <a:t>(Email or mobile verification required)</a:t>
            </a:r>
          </a:p>
          <a:p>
            <a:pPr lvl="0" indent="-342900" marL="342900">
              <a:buAutoNum type="arabicPeriod"/>
            </a:pPr>
            <a:r>
              <a:rPr b="1"/>
              <a:t>Plan Your Flight</a:t>
            </a:r>
            <a:br/>
            <a:r>
              <a:rPr/>
              <a:t>Select “Student Fare” when booking.</a:t>
            </a:r>
            <a:br/>
            <a:r>
              <a:rPr/>
              <a:t>Choose your route, travel dates, and cabin class.</a:t>
            </a:r>
          </a:p>
          <a:p>
            <a:pPr lvl="0" indent="-342900" marL="342900">
              <a:buAutoNum type="arabicPeriod"/>
            </a:pPr>
            <a:r>
              <a:rPr b="1"/>
              <a:t>Upload/Verify Student ID</a:t>
            </a:r>
            <a:br/>
            <a:r>
              <a:rPr/>
              <a:t>At checkout, upload a valid student ID/admission letter for verification.</a:t>
            </a:r>
          </a:p>
          <a:p>
            <a:pPr lvl="0" indent="-342900" marL="342900">
              <a:buAutoNum type="arabicPeriod"/>
            </a:pPr>
            <a:r>
              <a:rPr b="1"/>
              <a:t>Pay Securely</a:t>
            </a:r>
            <a:br/>
            <a:r>
              <a:rPr/>
              <a:t>Choose your preferred payment option:</a:t>
            </a:r>
          </a:p>
          <a:p>
            <a:pPr lvl="1"/>
            <a:r>
              <a:rPr/>
              <a:t>Credit Card</a:t>
            </a:r>
            <a:br/>
          </a:p>
          <a:p>
            <a:pPr lvl="1"/>
            <a:r>
              <a:rPr/>
              <a:t>Debit Card</a:t>
            </a:r>
            <a:br/>
          </a:p>
          <a:p>
            <a:pPr lvl="1"/>
            <a:r>
              <a:rPr/>
              <a:t>Netbanking</a:t>
            </a:r>
            <a:br/>
          </a:p>
          <a:p>
            <a:pPr lvl="1"/>
            <a:r>
              <a:rPr/>
              <a:t>SkyPoints 24 points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Manage Your Student Booking</a:t>
            </a:r>
          </a:p>
          <a:p>
            <a:pPr lvl="0" indent="0" marL="0">
              <a:buNone/>
            </a:pPr>
            <a:r>
              <a:rPr/>
              <a:t>Go to </a:t>
            </a:r>
            <a:r>
              <a:rPr b="1"/>
              <a:t>“Manage My Flight”</a:t>
            </a:r>
            <a:r>
              <a:rPr/>
              <a:t> (via web/app):</a:t>
            </a:r>
            <a:br/>
            <a:r>
              <a:rPr/>
              <a:t>- Modify or cancel your booking</a:t>
            </a:r>
            <a:br/>
            <a:r>
              <a:rPr/>
              <a:t>- Change seats or upgrade - Web check-in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Terms &amp; Conditions</a:t>
            </a:r>
          </a:p>
          <a:p>
            <a:pPr lvl="0"/>
            <a:r>
              <a:rPr/>
              <a:t>*Up to 10% discount applicable only on base fare; taxes and surcharges apply.</a:t>
            </a:r>
          </a:p>
          <a:p>
            <a:pPr lvl="0"/>
            <a:r>
              <a:rPr/>
              <a:t>**One-time free date change permitted up to 48 hours before scheduled departure.</a:t>
            </a:r>
          </a:p>
          <a:p>
            <a:pPr lvl="0"/>
            <a:r>
              <a:rPr/>
              <a:t>Additional baggage allowed only upon presenting proof at check-in desk.</a:t>
            </a:r>
          </a:p>
          <a:p>
            <a:pPr lvl="0"/>
            <a:r>
              <a:rPr/>
              <a:t>Offer subject to seat availability and black-out dates (public holidays, peak seasons).</a:t>
            </a:r>
          </a:p>
          <a:p>
            <a:pPr lvl="0"/>
            <a:r>
              <a:rPr/>
              <a:t>CloudWay 24 reserves the right to withdraw/modify the offer at any time.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Fly smarter, further, and lighter with CloudWay 24 Student Offers!</a:t>
            </a:r>
          </a:p>
          <a:p>
            <a:pPr lvl="0" indent="0" marL="1270000">
              <a:buNone/>
            </a:pPr>
            <a:r>
              <a:rPr sz="2000"/>
              <a:t>For details and support, visit </a:t>
            </a:r>
            <a:r>
              <a:rPr sz="2000">
                <a:hlinkClick r:id="rId2"/>
              </a:rPr>
              <a:t>CloudWay24.com/student-offers</a:t>
            </a:r>
            <a:r>
              <a:rPr sz="2000"/>
              <a:t> or contact our 24x7 student help desk.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2025-07-29T14:57:12Z</dcterms:created>
  <dcterms:modified xsi:type="dcterms:W3CDTF">2025-07-29T14:57:12Z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