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loudway24.com/pilot-programme" TargetMode="Externa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loudway24.com/pilot-programme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CloudWay 24 Trainee Pilot Programme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CloudWay 24 is committed to nurturing the next generation of world-class aviators through its prestigious </a:t>
            </a:r>
            <a:r>
              <a:rPr b="1"/>
              <a:t>Trainee Pilot Programme</a:t>
            </a:r>
            <a:r>
              <a:rPr/>
              <a:t>. Designed for passionate and driven individuals, our programme combines rigorous academic instruction, state-of-the-art simulator training, and hands-on flight experience with our modern fleet of Boeing and Airbus aircraft.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Programme Highlights</a:t>
            </a:r>
          </a:p>
          <a:p>
            <a:pPr lvl="0"/>
            <a:r>
              <a:rPr b="1"/>
              <a:t>Comprehensive Training:</a:t>
            </a:r>
            <a:r>
              <a:rPr/>
              <a:t> Ground school, simulator training, and in-aircraft experience.</a:t>
            </a:r>
          </a:p>
          <a:p>
            <a:pPr lvl="0"/>
            <a:r>
              <a:rPr b="1"/>
              <a:t>Fleet Exposure:</a:t>
            </a:r>
            <a:r>
              <a:rPr/>
              <a:t> Practical training on Boeing 787 Dreamliners, Airbus A350, and A380s.</a:t>
            </a:r>
          </a:p>
          <a:p>
            <a:pPr lvl="0"/>
            <a:r>
              <a:rPr b="1"/>
              <a:t>Experienced Instructors:</a:t>
            </a:r>
            <a:r>
              <a:rPr/>
              <a:t> Learn from senior CloudWay 24 captains and industry experts.</a:t>
            </a:r>
          </a:p>
          <a:p>
            <a:pPr lvl="0"/>
            <a:r>
              <a:rPr b="1"/>
              <a:t>Career Pathway:</a:t>
            </a:r>
            <a:r>
              <a:rPr/>
              <a:t> Successful trainees may join CloudWay 24 as Junior First Officers.</a:t>
            </a:r>
          </a:p>
          <a:p>
            <a:pPr lvl="0"/>
            <a:r>
              <a:rPr b="1"/>
              <a:t>Stipend &amp; Benefits:</a:t>
            </a:r>
            <a:r>
              <a:rPr/>
              <a:t> Competitive stipend during training, medical coverage, and travel benefits.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Eligibility Criteria</a:t>
            </a:r>
          </a:p>
          <a:p>
            <a:pPr lvl="0"/>
            <a:r>
              <a:rPr b="1"/>
              <a:t>Nationality:</a:t>
            </a:r>
            <a:r>
              <a:rPr/>
              <a:t> Indian citizens or Overseas Citizens of India (OCI) eligible to work in India.</a:t>
            </a:r>
          </a:p>
          <a:p>
            <a:pPr lvl="0"/>
            <a:r>
              <a:rPr b="1"/>
              <a:t>Age:</a:t>
            </a:r>
            <a:r>
              <a:rPr/>
              <a:t> 18 – 28 years at the time of application.</a:t>
            </a:r>
          </a:p>
          <a:p>
            <a:pPr lvl="0"/>
            <a:r>
              <a:rPr b="1"/>
              <a:t>Educational Qualification:</a:t>
            </a:r>
          </a:p>
          <a:p>
            <a:pPr lvl="1"/>
            <a:r>
              <a:rPr/>
              <a:t>Minimum 10+2 with Physics and Mathematics from a recognized board.</a:t>
            </a:r>
          </a:p>
          <a:p>
            <a:pPr lvl="1"/>
            <a:r>
              <a:rPr/>
              <a:t>Graduates (any discipline) preferred.</a:t>
            </a:r>
          </a:p>
          <a:p>
            <a:pPr lvl="0"/>
            <a:r>
              <a:rPr b="1"/>
              <a:t>Medical Fitness:</a:t>
            </a:r>
            <a:r>
              <a:rPr/>
              <a:t> Must possess (or be able to obtain) DGCA Class 1 Medical Certificate.</a:t>
            </a:r>
          </a:p>
          <a:p>
            <a:pPr lvl="0"/>
            <a:r>
              <a:rPr b="1"/>
              <a:t>Language Proficiency:</a:t>
            </a:r>
            <a:r>
              <a:rPr/>
              <a:t> Proficiency in English (spoken &amp; written). Additional language skills are a plus.</a:t>
            </a:r>
          </a:p>
          <a:p>
            <a:pPr lvl="0"/>
            <a:r>
              <a:rPr b="1"/>
              <a:t>Other Requirements:</a:t>
            </a:r>
          </a:p>
          <a:p>
            <a:pPr lvl="1"/>
            <a:r>
              <a:rPr/>
              <a:t>Unblemished background and good moral character.</a:t>
            </a:r>
          </a:p>
          <a:p>
            <a:pPr lvl="1"/>
            <a:r>
              <a:rPr/>
              <a:t>Passion for aviation and ability to work in a team.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Application Process</a:t>
            </a:r>
          </a:p>
          <a:p>
            <a:pPr lvl="0" indent="-342900" marL="342900">
              <a:buAutoNum type="arabicPeriod"/>
            </a:pPr>
            <a:r>
              <a:rPr b="1"/>
              <a:t>Online Application:</a:t>
            </a:r>
            <a:r>
              <a:rPr/>
              <a:t> Fill out the form on </a:t>
            </a:r>
            <a:r>
              <a:rPr>
                <a:hlinkClick r:id="rId2"/>
              </a:rPr>
              <a:t>CloudWay24.com</a:t>
            </a:r>
          </a:p>
          <a:p>
            <a:pPr lvl="0" indent="-342900" marL="342900">
              <a:buAutoNum type="arabicPeriod"/>
            </a:pPr>
            <a:r>
              <a:rPr b="1"/>
              <a:t>Screening Test:</a:t>
            </a:r>
            <a:r>
              <a:rPr/>
              <a:t> Aptitude and psychometric assessments.</a:t>
            </a:r>
          </a:p>
          <a:p>
            <a:pPr lvl="0" indent="-342900" marL="342900">
              <a:buAutoNum type="arabicPeriod"/>
            </a:pPr>
            <a:r>
              <a:rPr b="1"/>
              <a:t>Personal Interview:</a:t>
            </a:r>
            <a:r>
              <a:rPr/>
              <a:t> Panel interview with training and HR teams.</a:t>
            </a:r>
          </a:p>
          <a:p>
            <a:pPr lvl="0" indent="-342900" marL="342900">
              <a:buAutoNum type="arabicPeriod"/>
            </a:pPr>
            <a:r>
              <a:rPr b="1"/>
              <a:t>Medical Examination:</a:t>
            </a:r>
            <a:r>
              <a:rPr/>
              <a:t> DGCA Class 1 Medical.</a:t>
            </a:r>
          </a:p>
          <a:p>
            <a:pPr lvl="0" indent="-342900" marL="342900">
              <a:buAutoNum type="arabicPeriod"/>
            </a:pPr>
            <a:r>
              <a:rPr b="1"/>
              <a:t>Final Selection:</a:t>
            </a:r>
            <a:r>
              <a:rPr/>
              <a:t> Offer letter and induction into the training academy.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For detailed syllabus, FAQs, and application deadlines, visit </a:t>
            </a:r>
            <a:r>
              <a:rPr i="1">
                <a:hlinkClick r:id="rId2"/>
              </a:rPr>
              <a:t>CloudWay24.com</a:t>
            </a:r>
            <a:r>
              <a:rPr i="1"/>
              <a:t> or reach out to pilotcareers@cloudway24.com.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2025-07-29T14:57:49Z</dcterms:created>
  <dcterms:modified xsi:type="dcterms:W3CDTF">2025-07-29T14:57:49Z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