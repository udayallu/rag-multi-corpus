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Boarding Process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is committed to delivering a smooth and efficient boarding experience for all passengers. Below is an outline of the standard boarding process, from check-in to takeoff.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Check-In</a:t>
            </a:r>
          </a:p>
          <a:p>
            <a:pPr lvl="0"/>
            <a:r>
              <a:rPr b="1"/>
              <a:t>Online Check-In:</a:t>
            </a:r>
            <a:br/>
            <a:r>
              <a:rPr/>
              <a:t>Available 48 to 2 hours prior to departure via </a:t>
            </a:r>
            <a:r>
              <a:rPr>
                <a:hlinkClick r:id="rId2"/>
              </a:rPr>
              <a:t>CloudWay24.com</a:t>
            </a:r>
            <a:r>
              <a:rPr/>
              <a:t> or the CloudWay 24 app (iOS &amp; Android).</a:t>
            </a:r>
          </a:p>
          <a:p>
            <a:pPr lvl="0"/>
            <a:r>
              <a:rPr b="1"/>
              <a:t>Airport Check-In Counters:</a:t>
            </a:r>
            <a:br/>
            <a:r>
              <a:rPr/>
              <a:t>Open 3 hours before international departures and close 60 minutes prior to departure.</a:t>
            </a:r>
          </a:p>
          <a:p>
            <a:pPr lvl="0"/>
            <a:r>
              <a:rPr b="1"/>
              <a:t>Required Documents:</a:t>
            </a:r>
            <a:br/>
            <a:r>
              <a:rPr/>
              <a:t>Passport, visa (if required), and valid ticket/boarding pass.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Baggage Drop</a:t>
            </a:r>
          </a:p>
          <a:p>
            <a:pPr lvl="0"/>
            <a:r>
              <a:rPr/>
              <a:t>Proceed to the designated baggage drop counter for your class:</a:t>
            </a:r>
          </a:p>
          <a:p>
            <a:pPr lvl="1"/>
            <a:r>
              <a:rPr/>
              <a:t>CloudLux / CloudElite: Dedicated Priority Counters</a:t>
            </a:r>
            <a:br/>
          </a:p>
          <a:p>
            <a:pPr lvl="1"/>
            <a:r>
              <a:rPr/>
              <a:t>CloudComfort / CloudSaver: Standard Counters</a:t>
            </a:r>
          </a:p>
          <a:p>
            <a:pPr lvl="0"/>
            <a:r>
              <a:rPr/>
              <a:t>Ensure all bags abide by CloudWay 24’s baggage policy (refer to ticket for details).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Security &amp; Immigration</a:t>
            </a:r>
          </a:p>
          <a:p>
            <a:pPr lvl="0"/>
            <a:r>
              <a:rPr/>
              <a:t>After check-in, proceed to security and immigration with boarding pass and travel documents.</a:t>
            </a:r>
          </a:p>
          <a:p>
            <a:pPr lvl="0"/>
            <a:r>
              <a:rPr/>
              <a:t>Allow additional time for security checks during peak hours.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Proceed to Gate</a:t>
            </a:r>
          </a:p>
          <a:p>
            <a:pPr lvl="0"/>
            <a:r>
              <a:rPr/>
              <a:t>Check your boarding gate on your boarding pass, the airport displays, or the CloudWay 24 app.</a:t>
            </a:r>
          </a:p>
          <a:p>
            <a:pPr lvl="0"/>
            <a:r>
              <a:rPr/>
              <a:t>Boarding gates typically open 60 minutes and close 20 minutes before departure.</a:t>
            </a:r>
          </a:p>
          <a:p>
            <a:pPr lvl="0"/>
            <a:r>
              <a:rPr/>
              <a:t>Priority boarding is announced and available for:</a:t>
            </a:r>
          </a:p>
          <a:p>
            <a:pPr lvl="1"/>
            <a:r>
              <a:rPr/>
              <a:t>CloudLux (First Class)</a:t>
            </a:r>
            <a:br/>
          </a:p>
          <a:p>
            <a:pPr lvl="1"/>
            <a:r>
              <a:rPr/>
              <a:t>CloudElite (Business Class)</a:t>
            </a:r>
            <a:br/>
          </a:p>
          <a:p>
            <a:pPr lvl="1"/>
            <a:r>
              <a:rPr/>
              <a:t>SkyPoints 24 Elite/Frequent Flyers</a:t>
            </a:r>
            <a:br/>
          </a:p>
          <a:p>
            <a:pPr lvl="1"/>
            <a:r>
              <a:rPr/>
              <a:t>Passengers requiring special assistance and families with infants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Boarding Sequence</a:t>
            </a:r>
          </a:p>
          <a:p>
            <a:pPr lvl="0" indent="-342900" marL="342900">
              <a:buAutoNum type="arabicPeriod"/>
            </a:pPr>
            <a:r>
              <a:rPr b="1"/>
              <a:t>Pre-Boarding:</a:t>
            </a:r>
            <a:br/>
            <a:r>
              <a:rPr/>
              <a:t>Passengers who need special assistance, unaccompanied minors, and families with small children.</a:t>
            </a:r>
          </a:p>
          <a:p>
            <a:pPr lvl="0" indent="-342900" marL="342900">
              <a:buAutoNum type="arabicPeriod"/>
            </a:pPr>
            <a:r>
              <a:rPr b="1"/>
              <a:t>Priority Boarding:</a:t>
            </a:r>
            <a:br/>
            <a:r>
              <a:rPr/>
              <a:t>CloudLux, CloudElite, and eligible SkyPoints 24 members.</a:t>
            </a:r>
          </a:p>
          <a:p>
            <a:pPr lvl="0" indent="-342900" marL="342900">
              <a:buAutoNum type="arabicPeriod"/>
            </a:pPr>
            <a:r>
              <a:rPr b="1"/>
              <a:t>Zone Boarding:</a:t>
            </a:r>
            <a:br/>
            <a:r>
              <a:rPr/>
              <a:t>Remaining passengers board by zone, as indicated on the boarding pass or by gate staff.</a:t>
            </a:r>
          </a:p>
          <a:p>
            <a:pPr lvl="0" indent="-342900" marL="342900">
              <a:buAutoNum type="arabicPeriod"/>
            </a:pPr>
            <a:r>
              <a:rPr b="1"/>
              <a:t>Final Call:</a:t>
            </a:r>
            <a:br/>
            <a:r>
              <a:rPr/>
              <a:t>Last chance to board; listen for announcements.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During Boarding</a:t>
            </a:r>
          </a:p>
          <a:p>
            <a:pPr lvl="0"/>
            <a:r>
              <a:rPr/>
              <a:t>Present your boarding pass and identification at the gate.</a:t>
            </a:r>
          </a:p>
          <a:p>
            <a:pPr lvl="0"/>
            <a:r>
              <a:rPr/>
              <a:t>Gate staff will scan and verify your documents.</a:t>
            </a:r>
          </a:p>
          <a:p>
            <a:pPr lvl="0"/>
            <a:r>
              <a:rPr/>
              <a:t>Follow signs and crew guidance to your designated seat.</a:t>
            </a:r>
          </a:p>
          <a:p>
            <a:pPr lvl="0"/>
            <a:r>
              <a:rPr/>
              <a:t>Cabin crew will assist with stowing carry-on luggage and provide information as needed.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Departure</a:t>
            </a:r>
          </a:p>
          <a:p>
            <a:pPr lvl="0"/>
            <a:r>
              <a:rPr/>
              <a:t>Please be seated and fasten your seatbelt prior to door closure.</a:t>
            </a:r>
          </a:p>
          <a:p>
            <a:pPr lvl="0"/>
            <a:r>
              <a:rPr/>
              <a:t>Cabin crew will conduct safety demonstrations and perform final checks.</a:t>
            </a:r>
          </a:p>
          <a:p>
            <a:pPr lvl="0"/>
            <a:r>
              <a:rPr/>
              <a:t>Relax and prepare for takeoff — your CloudWay 24 journey is about to begin!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Tips for Smooth Boarding</a:t>
            </a:r>
          </a:p>
          <a:p>
            <a:pPr lvl="0"/>
            <a:r>
              <a:rPr/>
              <a:t>Download and use the </a:t>
            </a:r>
            <a:r>
              <a:rPr b="1"/>
              <a:t>CloudWay 24 App</a:t>
            </a:r>
            <a:r>
              <a:rPr/>
              <a:t> for real-time updates, mobile boarding passes, and gate changes.</a:t>
            </a:r>
          </a:p>
          <a:p>
            <a:pPr lvl="0"/>
            <a:r>
              <a:rPr/>
              <a:t>Arrive at the airport well in advance, especially for international travel.</a:t>
            </a:r>
          </a:p>
          <a:p>
            <a:pPr lvl="0"/>
            <a:r>
              <a:rPr/>
              <a:t>Have all travel documents ready for inspection at each stage.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additional queries or assistance, visit </a:t>
            </a:r>
            <a:r>
              <a:rPr b="1">
                <a:hlinkClick r:id="rId2"/>
              </a:rPr>
              <a:t>CloudWay24.com</a:t>
            </a:r>
            <a:r>
              <a:rPr b="1"/>
              <a:t> or contact our customer support.</a:t>
            </a:r>
          </a:p>
          <a:p>
            <a:pPr lvl="0" indent="0" marL="0">
              <a:buNone/>
            </a:pPr>
            <a:r>
              <a:rPr i="1"/>
              <a:t>Safe travels with CloudWay 24: 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2025-07-29T14:57:45Z</dcterms:created>
  <dcterms:modified xsi:type="dcterms:W3CDTF">2025-07-29T14:57:45Z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