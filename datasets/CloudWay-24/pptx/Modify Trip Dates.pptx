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8" Type="http://schemas.openxmlformats.org/officeDocument/2006/relationships/viewProps" Target="viewProps.xml" /><Relationship Id="rId7" Type="http://schemas.openxmlformats.org/officeDocument/2006/relationships/presProps" Target="presProps.xml" /><Relationship Id="rId1" Type="http://schemas.openxmlformats.org/officeDocument/2006/relationships/slideMaster" Target="slideMasters/slideMaster1.xml" /><Relationship Id="rId10" Type="http://schemas.openxmlformats.org/officeDocument/2006/relationships/tableStyles" Target="tableStyles.xml" /><Relationship Id="rId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loudWay24.com"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loudWay24.com"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Modify Trip Dates with CloudWay 24</a:t>
            </a:r>
          </a:p>
        </p:txBody>
      </p:sp>
      <p:sp>
        <p:nvSpPr>
          <p:cNvPr id="3" name="Content Placeholder 2"/>
          <p:cNvSpPr>
            <a:spLocks noGrp="1"/>
          </p:cNvSpPr>
          <p:nvPr>
            <p:ph idx="1"/>
          </p:nvPr>
        </p:nvSpPr>
        <p:spPr/>
        <p:txBody>
          <a:bodyPr/>
          <a:lstStyle/>
          <a:p>
            <a:pPr lvl="0" indent="0" marL="0">
              <a:buNone/>
            </a:pPr>
            <a:r>
              <a:rPr/>
              <a:t>CloudWay 24 understands that plans can change. If you need to modify your trip dates after booking your ticket, the process is simple and can be done conveniently through the CloudWay 24 website or mobile app.</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Steps to Modify Your Trip Dates</a:t>
            </a:r>
          </a:p>
          <a:p>
            <a:pPr lvl="0" indent="0" marL="0">
              <a:spcBef>
                <a:spcPts val="3000"/>
              </a:spcBef>
              <a:buNone/>
            </a:pPr>
            <a:r>
              <a:rPr b="1"/>
              <a:t>1. Log In</a:t>
            </a:r>
          </a:p>
          <a:p>
            <a:pPr lvl="0"/>
            <a:r>
              <a:rPr/>
              <a:t>Visit </a:t>
            </a:r>
            <a:r>
              <a:rPr>
                <a:hlinkClick r:id="rId2"/>
              </a:rPr>
              <a:t>CloudWay24.com</a:t>
            </a:r>
            <a:r>
              <a:rPr/>
              <a:t> or open the </a:t>
            </a:r>
            <a:r>
              <a:rPr b="1"/>
              <a:t>CloudWay 24</a:t>
            </a:r>
            <a:r>
              <a:rPr/>
              <a:t> app.</a:t>
            </a:r>
          </a:p>
          <a:p>
            <a:pPr lvl="0"/>
            <a:r>
              <a:rPr/>
              <a:t>Log in using your email or mobile number and password.</a:t>
            </a:r>
          </a:p>
          <a:p>
            <a:pPr lvl="0" indent="0" marL="0">
              <a:spcBef>
                <a:spcPts val="3000"/>
              </a:spcBef>
              <a:buNone/>
            </a:pPr>
            <a:r>
              <a:rPr b="1"/>
              <a:t>2. Access “Manage My Flight”</a:t>
            </a:r>
          </a:p>
          <a:p>
            <a:pPr lvl="0"/>
            <a:r>
              <a:rPr/>
              <a:t>Navigate to the </a:t>
            </a:r>
            <a:r>
              <a:rPr b="1"/>
              <a:t>“Manage My Flight”</a:t>
            </a:r>
            <a:r>
              <a:rPr/>
              <a:t> section from the homepage or main menu.</a:t>
            </a:r>
          </a:p>
          <a:p>
            <a:pPr lvl="0" indent="0" marL="0">
              <a:spcBef>
                <a:spcPts val="3000"/>
              </a:spcBef>
              <a:buNone/>
            </a:pPr>
            <a:r>
              <a:rPr b="1"/>
              <a:t>3. Retrieve Your Booking</a:t>
            </a:r>
          </a:p>
          <a:p>
            <a:pPr lvl="0"/>
            <a:r>
              <a:rPr/>
              <a:t>Enter your booking reference number (PNR) and last name, or log in to view your bookings.</a:t>
            </a:r>
          </a:p>
          <a:p>
            <a:pPr lvl="0"/>
            <a:r>
              <a:rPr/>
              <a:t>Select the booking you wish to modify.</a:t>
            </a:r>
          </a:p>
          <a:p>
            <a:pPr lvl="0" indent="0" marL="0">
              <a:spcBef>
                <a:spcPts val="3000"/>
              </a:spcBef>
              <a:buNone/>
            </a:pPr>
            <a:r>
              <a:rPr b="1"/>
              <a:t>4. Select “Modify Your Booking”</a:t>
            </a:r>
          </a:p>
          <a:p>
            <a:pPr lvl="0"/>
            <a:r>
              <a:rPr/>
              <a:t>Click on the </a:t>
            </a:r>
            <a:r>
              <a:rPr b="1"/>
              <a:t>“Modify Your Booking”</a:t>
            </a:r>
            <a:r>
              <a:rPr/>
              <a:t> option.</a:t>
            </a:r>
          </a:p>
          <a:p>
            <a:pPr lvl="0"/>
            <a:r>
              <a:rPr/>
              <a:t>Choose </a:t>
            </a:r>
            <a:r>
              <a:rPr b="1"/>
              <a:t>“Change Trip Dates”</a:t>
            </a:r>
            <a:r>
              <a:rPr/>
              <a:t> from the available modification options.</a:t>
            </a:r>
          </a:p>
          <a:p>
            <a:pPr lvl="0" indent="0" marL="0">
              <a:spcBef>
                <a:spcPts val="3000"/>
              </a:spcBef>
              <a:buNone/>
            </a:pPr>
            <a:r>
              <a:rPr b="1"/>
              <a:t>5. Choose New Dates</a:t>
            </a:r>
          </a:p>
          <a:p>
            <a:pPr lvl="0"/>
            <a:r>
              <a:rPr/>
              <a:t>Select your new preferred departure (and return, if applicable) dates.</a:t>
            </a:r>
          </a:p>
          <a:p>
            <a:pPr lvl="0"/>
            <a:r>
              <a:rPr/>
              <a:t>Review available flights and seat options for your new travel dates.</a:t>
            </a:r>
          </a:p>
          <a:p>
            <a:pPr lvl="0" indent="0" marL="0">
              <a:spcBef>
                <a:spcPts val="3000"/>
              </a:spcBef>
              <a:buNone/>
            </a:pPr>
            <a:r>
              <a:rPr b="1"/>
              <a:t>6. Review Changes</a:t>
            </a:r>
          </a:p>
          <a:p>
            <a:pPr lvl="0"/>
            <a:r>
              <a:rPr/>
              <a:t>Compare the current and new flight details.</a:t>
            </a:r>
          </a:p>
          <a:p>
            <a:pPr lvl="0"/>
            <a:r>
              <a:rPr/>
              <a:t>Any fare differences or change fees, according to your ticket rules, will be displayed.</a:t>
            </a:r>
          </a:p>
          <a:p>
            <a:pPr lvl="0" indent="0" marL="0">
              <a:spcBef>
                <a:spcPts val="3000"/>
              </a:spcBef>
              <a:buNone/>
            </a:pPr>
            <a:r>
              <a:rPr b="1"/>
              <a:t>7. Confirm and Pay</a:t>
            </a:r>
          </a:p>
          <a:p>
            <a:pPr lvl="0"/>
            <a:r>
              <a:rPr/>
              <a:t>Agree to any additional charges if applicable (fare difference/change fee).</a:t>
            </a:r>
          </a:p>
          <a:p>
            <a:pPr lvl="0"/>
            <a:r>
              <a:rPr/>
              <a:t>Choose your payment option (credit card, debit card, netbanking, or SkyPoints 24 points).</a:t>
            </a:r>
          </a:p>
          <a:p>
            <a:pPr lvl="0"/>
            <a:r>
              <a:rPr/>
              <a:t>Complete the payment.</a:t>
            </a:r>
          </a:p>
          <a:p>
            <a:pPr lvl="0" indent="0" marL="0">
              <a:spcBef>
                <a:spcPts val="3000"/>
              </a:spcBef>
              <a:buNone/>
            </a:pPr>
            <a:r>
              <a:rPr b="1"/>
              <a:t>8. Receive Confirmation</a:t>
            </a:r>
          </a:p>
          <a:p>
            <a:pPr lvl="0"/>
            <a:r>
              <a:rPr/>
              <a:t>You will receive a confirmation email and/or SMS with your updated travel itinerary.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Notes &amp; Policies</a:t>
            </a:r>
          </a:p>
          <a:p>
            <a:pPr lvl="0"/>
            <a:r>
              <a:rPr b="1"/>
              <a:t>Change Fees:</a:t>
            </a:r>
            <a:r>
              <a:rPr/>
              <a:t> Date changes may be subject to a change fee and/or fare difference depending on your fare type and class of travel.</a:t>
            </a:r>
          </a:p>
          <a:p>
            <a:pPr lvl="0"/>
            <a:r>
              <a:rPr b="1"/>
              <a:t>Eligibility:</a:t>
            </a:r>
            <a:r>
              <a:rPr/>
              <a:t> Some ticket types may have restrictions on date changes or may not be changeable.</a:t>
            </a:r>
          </a:p>
          <a:p>
            <a:pPr lvl="0"/>
            <a:r>
              <a:rPr b="1"/>
              <a:t>Assistance:</a:t>
            </a:r>
            <a:r>
              <a:rPr/>
              <a:t> For complex itineraries or group bookings, you may contact CloudWay 24 Customer Support.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Need Help?</a:t>
            </a:r>
          </a:p>
          <a:p>
            <a:pPr lvl="0"/>
            <a:r>
              <a:rPr/>
              <a:t>Visit the </a:t>
            </a:r>
            <a:r>
              <a:rPr b="1"/>
              <a:t>Help Center</a:t>
            </a:r>
            <a:r>
              <a:rPr/>
              <a:t> on </a:t>
            </a:r>
            <a:r>
              <a:rPr>
                <a:hlinkClick r:id="rId2"/>
              </a:rPr>
              <a:t>CloudWay24.com</a:t>
            </a:r>
          </a:p>
          <a:p>
            <a:pPr lvl="0"/>
            <a:r>
              <a:rPr/>
              <a:t>Call Customer Support (contact info available on website)</a:t>
            </a:r>
          </a:p>
          <a:p>
            <a:pPr lvl="0"/>
            <a:r>
              <a:rPr/>
              <a:t>Reach us through the in-app chat for real-time assistance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CloudWay 24</a:t>
            </a:r>
            <a:r>
              <a:rPr/>
              <a:t> – Seamless Skies, Global Reach.</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2025-07-29T14:56:35Z</dcterms:created>
  <dcterms:modified xsi:type="dcterms:W3CDTF">2025-07-29T14:56:35Z</dcterms:modified>
</cp:coreProperties>
</file>

<file path=docProps/custom.xml><?xml version="1.0" encoding="utf-8"?>
<Properties xmlns="http://schemas.openxmlformats.org/officeDocument/2006/custom-properties" xmlns:vt="http://schemas.openxmlformats.org/officeDocument/2006/docPropsVTypes"/>
</file>