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Book a Flight with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offers an easy and seamless booking experience via their website and mobile app (available for iOS and Android). Follow these steps to book your next international journey!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Guide to Booking a Flight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Sign Up / Log In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CloudWay24.com</a:t>
            </a:r>
            <a:r>
              <a:rPr/>
              <a:t> or open the CloudWay 24 app.</a:t>
            </a:r>
          </a:p>
          <a:p>
            <a:pPr lvl="0"/>
            <a:r>
              <a:rPr/>
              <a:t>Sign up or log in using your email address or mobile number.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Start Your Booking</a:t>
            </a:r>
          </a:p>
          <a:p>
            <a:pPr lvl="0"/>
            <a:r>
              <a:rPr/>
              <a:t>Click or tap on </a:t>
            </a:r>
            <a:r>
              <a:rPr b="1"/>
              <a:t>“Plan My Flight”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Select Your Trip Type</a:t>
            </a:r>
          </a:p>
          <a:p>
            <a:pPr lvl="0"/>
            <a:r>
              <a:rPr/>
              <a:t>Choose either:</a:t>
            </a:r>
          </a:p>
          <a:p>
            <a:pPr lvl="1"/>
            <a:r>
              <a:rPr b="1"/>
              <a:t>Round Trip</a:t>
            </a:r>
          </a:p>
          <a:p>
            <a:pPr lvl="1"/>
            <a:r>
              <a:rPr b="1"/>
              <a:t>One Way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Choose Your Route</a:t>
            </a:r>
          </a:p>
          <a:p>
            <a:pPr lvl="0"/>
            <a:r>
              <a:rPr/>
              <a:t>Select your:</a:t>
            </a:r>
          </a:p>
          <a:p>
            <a:pPr lvl="1"/>
            <a:r>
              <a:rPr b="1"/>
              <a:t>Source city</a:t>
            </a:r>
            <a:r>
              <a:rPr/>
              <a:t> (e.g., Mumbai, Delhi, Bengaluru)</a:t>
            </a:r>
          </a:p>
          <a:p>
            <a:pPr lvl="1"/>
            <a:r>
              <a:rPr b="1"/>
              <a:t>Destination city</a:t>
            </a:r>
            <a:r>
              <a:rPr/>
              <a:t> (e.g., New York, London, Dubai, Sydney, etc.)</a:t>
            </a:r>
          </a:p>
          <a:p>
            <a:pPr lvl="0"/>
            <a:r>
              <a:rPr/>
              <a:t>Enter preferred </a:t>
            </a:r>
            <a:r>
              <a:rPr b="1"/>
              <a:t>departure</a:t>
            </a:r>
            <a:r>
              <a:rPr/>
              <a:t> and (if round-trip) </a:t>
            </a:r>
            <a:r>
              <a:rPr b="1"/>
              <a:t>return dates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Pick Your Cabin Class</a:t>
            </a:r>
          </a:p>
          <a:p>
            <a:pPr lvl="0"/>
            <a:r>
              <a:rPr b="1"/>
              <a:t>CloudLux (First Class)</a:t>
            </a:r>
          </a:p>
          <a:p>
            <a:pPr lvl="0"/>
            <a:r>
              <a:rPr b="1"/>
              <a:t>CloudElite (Business Class)</a:t>
            </a:r>
          </a:p>
          <a:p>
            <a:pPr lvl="0"/>
            <a:r>
              <a:rPr b="1"/>
              <a:t>CloudComfort (Premium Economy)</a:t>
            </a:r>
          </a:p>
          <a:p>
            <a:pPr lvl="0"/>
            <a:r>
              <a:rPr b="1"/>
              <a:t>CloudSaver (Economy)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Confirm Flight Options</a:t>
            </a:r>
          </a:p>
          <a:p>
            <a:pPr lvl="0"/>
            <a:r>
              <a:rPr/>
              <a:t>Browse available flights and select the one that best suits your schedule and preferences.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Enter Passenger Details</a:t>
            </a:r>
          </a:p>
          <a:p>
            <a:pPr lvl="0"/>
            <a:r>
              <a:rPr/>
              <a:t>Fill in details for all travelers in your booking.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Payment</a:t>
            </a:r>
          </a:p>
          <a:p>
            <a:pPr lvl="0"/>
            <a:r>
              <a:rPr/>
              <a:t>Choose your payment method:</a:t>
            </a:r>
          </a:p>
          <a:p>
            <a:pPr lvl="1"/>
            <a:r>
              <a:rPr b="1"/>
              <a:t>Credit Card</a:t>
            </a:r>
          </a:p>
          <a:p>
            <a:pPr lvl="1"/>
            <a:r>
              <a:rPr b="1"/>
              <a:t>Debit Card</a:t>
            </a:r>
          </a:p>
          <a:p>
            <a:pPr lvl="1"/>
            <a:r>
              <a:rPr b="1"/>
              <a:t>Netbanking</a:t>
            </a:r>
          </a:p>
          <a:p>
            <a:pPr lvl="1"/>
            <a:r>
              <a:rPr b="1"/>
              <a:t>SkyPoints 24</a:t>
            </a:r>
            <a:r>
              <a:rPr/>
              <a:t> loyalty points (for eligible members)</a:t>
            </a:r>
          </a:p>
          <a:p>
            <a:pPr lvl="0"/>
            <a:r>
              <a:rPr/>
              <a:t>Complete the payment process to confirm your booking.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Booking Confirmation</a:t>
            </a:r>
          </a:p>
          <a:p>
            <a:pPr lvl="0"/>
            <a:r>
              <a:rPr/>
              <a:t>Receive an instant booking confirmation via email and SMS.</a:t>
            </a:r>
          </a:p>
          <a:p>
            <a:pPr lvl="0"/>
            <a:r>
              <a:rPr/>
              <a:t>Your itinerary will also be available in the “Manage My Flight” section.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Manage My Flight</a:t>
            </a:r>
          </a:p>
          <a:p>
            <a:pPr lvl="0"/>
            <a:r>
              <a:rPr b="1"/>
              <a:t>Cancel your booking</a:t>
            </a:r>
          </a:p>
          <a:p>
            <a:pPr lvl="0"/>
            <a:r>
              <a:rPr b="1"/>
              <a:t>Change your booking</a:t>
            </a:r>
          </a:p>
          <a:p>
            <a:pPr lvl="0"/>
            <a:r>
              <a:rPr b="1"/>
              <a:t>Choose or change your seat</a:t>
            </a:r>
          </a:p>
          <a:p>
            <a:pPr lvl="0"/>
            <a:r>
              <a:rPr b="1"/>
              <a:t>Upgrade your flight</a:t>
            </a:r>
          </a:p>
          <a:p>
            <a:pPr lvl="0"/>
            <a:r>
              <a:rPr b="1"/>
              <a:t>Manage chauffeur-drive</a:t>
            </a:r>
          </a:p>
          <a:p>
            <a:pPr lvl="0"/>
            <a:r>
              <a:rPr b="1"/>
              <a:t>Book accessible travel</a:t>
            </a:r>
          </a:p>
          <a:p>
            <a:pPr lvl="0"/>
            <a:r>
              <a:rPr b="1"/>
              <a:t>Check-in online</a:t>
            </a:r>
            <a:r>
              <a:rPr/>
              <a:t> (or use other check-in options)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&amp; Support</a:t>
            </a:r>
          </a:p>
          <a:p>
            <a:pPr lvl="0" indent="0" marL="0">
              <a:buNone/>
            </a:pPr>
            <a:r>
              <a:rPr/>
              <a:t>For additional assistance, visit </a:t>
            </a:r>
            <a:r>
              <a:rPr>
                <a:hlinkClick r:id="rId2"/>
              </a:rPr>
              <a:t>CloudWay24.com</a:t>
            </a:r>
            <a:r>
              <a:rPr/>
              <a:t> or use in-app support.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Enjoy a seamless booking and flying experience with CloudWay 24 – Seamless Skies, Global Reach.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2025-07-29T14:57:37Z</dcterms:created>
  <dcterms:modified xsi:type="dcterms:W3CDTF">2025-07-29T14:57:37Z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