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loudWay24.com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loudWay24.com" TargetMode="Externa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CloudWay 24 Co-brand Credit Cards: Earn SkyPoints Faster!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Introducing CloudWay 24 Co-brand Credit Cards</a:t>
            </a:r>
          </a:p>
          <a:p>
            <a:pPr lvl="0" indent="0" marL="0">
              <a:buNone/>
            </a:pPr>
            <a:r>
              <a:rPr/>
              <a:t>Unlock the best way to travel and reward yourself with SkyPoints! Our exclusive co-brand credit cards, in partnership with leading banks, allow you to accelerate your SkyPoints earnings every time you spend.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SkyPoints Earning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10X SkyPoints</a:t>
            </a:r>
            <a:br/>
            <a:r>
              <a:rPr/>
              <a:t>Earn 10 times the SkyPoints when you book CloudWay 24 flights using your co-brand credit card on </a:t>
            </a:r>
            <a:r>
              <a:rPr>
                <a:hlinkClick r:id="rId2"/>
              </a:rPr>
              <a:t>CloudWay24.com</a:t>
            </a:r>
            <a:r>
              <a:rPr/>
              <a:t> or our official app.</a:t>
            </a:r>
          </a:p>
          <a:p>
            <a:pPr lvl="0"/>
            <a:r>
              <a:rPr b="1"/>
              <a:t>4% SkyPoints</a:t>
            </a:r>
            <a:br/>
            <a:r>
              <a:rPr/>
              <a:t>Earn 4% back in SkyPoints on spending for other airlines and hotel bookings, worldwide.</a:t>
            </a:r>
          </a:p>
          <a:p>
            <a:pPr lvl="0"/>
            <a:r>
              <a:rPr b="1"/>
              <a:t>2% SkyPoints</a:t>
            </a:r>
            <a:br/>
            <a:r>
              <a:rPr/>
              <a:t>Earn 2% back in SkyPoints on all other spends—retail, dining, shopping, utilities, and more.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Card Benefits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Accelerated SkyPoints Earning</a:t>
            </a:r>
            <a:br/>
            <a:r>
              <a:rPr/>
              <a:t>Supercharge your journey to free flights, upgrades, and exclusive rewards.</a:t>
            </a:r>
          </a:p>
          <a:p>
            <a:pPr lvl="0"/>
            <a:r>
              <a:rPr b="1"/>
              <a:t>Seamless Integration</a:t>
            </a:r>
            <a:br/>
            <a:r>
              <a:rPr/>
              <a:t>Automatically earn SkyPoints—no additional steps required.</a:t>
            </a:r>
          </a:p>
          <a:p>
            <a:pPr lvl="0"/>
            <a:r>
              <a:rPr b="1"/>
              <a:t>Redemption Flexibility</a:t>
            </a:r>
            <a:br/>
            <a:r>
              <a:rPr/>
              <a:t>Use SkyPoints for flights, upgrades, partner rewards, and more through the SkyPoints 24 program.</a:t>
            </a:r>
          </a:p>
          <a:p>
            <a:pPr lvl="0"/>
            <a:r>
              <a:rPr b="1"/>
              <a:t>Travel Perks</a:t>
            </a:r>
            <a:br/>
            <a:r>
              <a:rPr/>
              <a:t>Get priority check-in, complimentary lounge access, and more (benefits may vary by card variant).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How to Apply?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Visit </a:t>
            </a:r>
            <a:r>
              <a:rPr>
                <a:hlinkClick r:id="rId2"/>
              </a:rPr>
              <a:t>CloudWay24.com</a:t>
            </a:r>
            <a:r>
              <a:rPr/>
              <a:t> or your preferred bank website.</a:t>
            </a:r>
          </a:p>
          <a:p>
            <a:pPr lvl="0" indent="-342900" marL="342900">
              <a:buAutoNum type="arabicPeriod"/>
            </a:pPr>
            <a:r>
              <a:rPr/>
              <a:t>Choose the “CloudWay 24 Co-brand Credit Card.”</a:t>
            </a:r>
          </a:p>
          <a:p>
            <a:pPr lvl="0" indent="-342900" marL="342900">
              <a:buAutoNum type="arabicPeriod"/>
            </a:pPr>
            <a:r>
              <a:rPr/>
              <a:t>Fill in the application form and provide necessary documents.</a:t>
            </a:r>
          </a:p>
          <a:p>
            <a:pPr lvl="0" indent="-342900" marL="342900">
              <a:buAutoNum type="arabicPeriod"/>
            </a:pPr>
            <a:r>
              <a:rPr/>
              <a:t>Start earning SkyPoints as soon as your card is activated!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Tip:</a:t>
            </a:r>
            <a:r>
              <a:rPr sz="2000"/>
              <a:t> Always use your CloudWay 24 co-brand card for booking flights directly with CloudWay 24 to maximize SkyPoints!</a:t>
            </a:r>
          </a:p>
          <a:p>
            <a:pPr lvl="0" indent="0" marL="0">
              <a:buNone/>
            </a:pPr>
            <a:r>
              <a:rPr b="1"/>
              <a:t>Terms &amp; Conditions apply. Point rates and benefits are subject to change as per the issuing bank’s and CloudWay 24’s policy.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2025-07-29T14:58:04Z</dcterms:created>
  <dcterms:modified xsi:type="dcterms:W3CDTF">2025-07-29T14:58:04Z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