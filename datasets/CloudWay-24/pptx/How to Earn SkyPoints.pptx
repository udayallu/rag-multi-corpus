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4" Type="http://schemas.openxmlformats.org/officeDocument/2006/relationships/viewProps" Target="viewProps.xml" /><Relationship Id="rId1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6" Type="http://schemas.openxmlformats.org/officeDocument/2006/relationships/tableStyles" Target="tableStyles.xml" /><Relationship Id="rId1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cloudway24.com" TargetMode="Externa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cloudway24.com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to Earn SkyPoints 24 with CloudWay 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SkyPoints 24 is CloudWay 24’s exclusive frequent flyer program, designed to reward loyal travelers with points on every journey and offer exclusive benefits.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Ways to Earn SkyPoints 24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1. Flight Bookings</a:t>
            </a:r>
          </a:p>
          <a:p>
            <a:pPr lvl="0"/>
            <a:r>
              <a:rPr b="1"/>
              <a:t>Earn SkyPoints 24 every time you fly with CloudWay 24:</a:t>
            </a:r>
          </a:p>
          <a:p>
            <a:pPr lvl="1"/>
            <a:r>
              <a:rPr/>
              <a:t>Points are credited based on </a:t>
            </a:r>
            <a:r>
              <a:rPr i="1"/>
              <a:t>distance flown</a:t>
            </a:r>
            <a:r>
              <a:rPr/>
              <a:t>, </a:t>
            </a:r>
            <a:r>
              <a:rPr i="1"/>
              <a:t>class of travel</a:t>
            </a:r>
            <a:r>
              <a:rPr/>
              <a:t>, and </a:t>
            </a:r>
            <a:r>
              <a:rPr i="1"/>
              <a:t>SkyPoints 24 tier</a:t>
            </a:r>
            <a:r>
              <a:rPr/>
              <a:t>.</a:t>
            </a:r>
          </a:p>
          <a:p>
            <a:pPr lvl="1"/>
            <a:r>
              <a:rPr/>
              <a:t>All cabin classes qualify:</a:t>
            </a:r>
          </a:p>
          <a:p>
            <a:pPr lvl="2"/>
            <a:r>
              <a:rPr/>
              <a:t>CloudLux (First Class) – Highest points accrual</a:t>
            </a:r>
            <a:br/>
          </a:p>
          <a:p>
            <a:pPr lvl="2"/>
            <a:r>
              <a:rPr/>
              <a:t>CloudElite (Business Class)</a:t>
            </a:r>
            <a:br/>
          </a:p>
          <a:p>
            <a:pPr lvl="2"/>
            <a:r>
              <a:rPr/>
              <a:t>CloudComfort (Premium Economy)</a:t>
            </a:r>
            <a:br/>
          </a:p>
          <a:p>
            <a:pPr lvl="2"/>
            <a:r>
              <a:rPr/>
              <a:t>CloudSaver (Economy)</a:t>
            </a:r>
          </a:p>
          <a:p>
            <a:pPr lvl="0"/>
            <a:r>
              <a:rPr b="1"/>
              <a:t>How points are calculated:</a:t>
            </a:r>
          </a:p>
          <a:p>
            <a:pPr lvl="1"/>
            <a:r>
              <a:rPr i="1"/>
              <a:t>Base Points</a:t>
            </a:r>
            <a:r>
              <a:rPr/>
              <a:t> per mile/kilometer, with bonus for higher cabin class and tier status.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2. Booking Upgrades</a:t>
            </a:r>
          </a:p>
          <a:p>
            <a:pPr lvl="0"/>
            <a:r>
              <a:rPr b="1"/>
              <a:t>Upgrade using cash or SkyPoints 24 and earn points on the original and upgraded booking value.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3. Partner Flights</a:t>
            </a:r>
          </a:p>
          <a:p>
            <a:pPr lvl="0"/>
            <a:r>
              <a:rPr b="1"/>
              <a:t>Earn SkyPoints 24 on partner airline flights:</a:t>
            </a:r>
          </a:p>
          <a:p>
            <a:pPr lvl="1"/>
            <a:r>
              <a:rPr/>
              <a:t>Book with CloudWay 24’s code-share and alliance partners using your SkyPoints 24 membership number.</a:t>
            </a:r>
          </a:p>
          <a:p>
            <a:pPr lvl="1"/>
            <a:r>
              <a:rPr/>
              <a:t>Points accrual depends on the fare class and partner agreement.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4. Hotel &amp; Car Rental Partners</a:t>
            </a:r>
          </a:p>
          <a:p>
            <a:pPr lvl="0"/>
            <a:r>
              <a:rPr b="1"/>
              <a:t>Book with CloudWay 24 hotel or rental car partners through CloudWay24.com or app:</a:t>
            </a:r>
          </a:p>
          <a:p>
            <a:pPr lvl="1"/>
            <a:r>
              <a:rPr/>
              <a:t>Add your SkyPoints 24 number when booking to earn points for eligible stays/rentals.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5. Shopping &amp; Lifestyle Partners</a:t>
            </a:r>
          </a:p>
          <a:p>
            <a:pPr lvl="0"/>
            <a:r>
              <a:rPr b="1"/>
              <a:t>Earn points by shopping with CloudWay 24 retail, dining, and lifestyle partners:</a:t>
            </a:r>
          </a:p>
          <a:p>
            <a:pPr lvl="1"/>
            <a:r>
              <a:rPr/>
              <a:t>See the latest partner list and eligible offers on CloudWay24.com or the app.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6. Special Promotions</a:t>
            </a:r>
          </a:p>
          <a:p>
            <a:pPr lvl="0"/>
            <a:r>
              <a:rPr b="1"/>
              <a:t>Participate in exclusive promotions:</a:t>
            </a:r>
          </a:p>
          <a:p>
            <a:pPr lvl="1"/>
            <a:r>
              <a:rPr/>
              <a:t>Bonus SkyPoints 24 on select routes, during festive periods, or for milestone journeys.</a:t>
            </a:r>
          </a:p>
          <a:p>
            <a:pPr lvl="1"/>
            <a:r>
              <a:rPr/>
              <a:t>Check “Offers &amp; Promotions” on the website/app or your registered email for details.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How to Maximize Points</a:t>
            </a:r>
          </a:p>
          <a:p>
            <a:pPr lvl="0"/>
            <a:r>
              <a:rPr b="1"/>
              <a:t>Book directly:</a:t>
            </a:r>
            <a:r>
              <a:rPr/>
              <a:t> Reserve flights via CloudWay24.com or the official app for full points.</a:t>
            </a:r>
          </a:p>
          <a:p>
            <a:pPr lvl="0"/>
            <a:r>
              <a:rPr b="1"/>
              <a:t>Choose higher cabins:</a:t>
            </a:r>
            <a:r>
              <a:rPr/>
              <a:t> Higher fares (CloudLux, CloudElite) yield more points.</a:t>
            </a:r>
          </a:p>
          <a:p>
            <a:pPr lvl="0"/>
            <a:r>
              <a:rPr b="1"/>
              <a:t>Link your SkyPoints 24 number:</a:t>
            </a:r>
            <a:r>
              <a:rPr/>
              <a:t> Always provide your membership number for every eligible booking and purchase.</a:t>
            </a:r>
          </a:p>
          <a:p>
            <a:pPr lvl="0"/>
            <a:r>
              <a:rPr b="1"/>
              <a:t>Look out for double/mileage bonus promotions!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Track Your Points</a:t>
            </a:r>
          </a:p>
          <a:p>
            <a:pPr lvl="0"/>
            <a:r>
              <a:rPr/>
              <a:t>Access your account on CloudWay24.com or the CloudWay24 app</a:t>
            </a:r>
            <a:br/>
          </a:p>
          <a:p>
            <a:pPr lvl="0"/>
            <a:r>
              <a:rPr/>
              <a:t>Check “My SkyPoints 24” dashboard for:</a:t>
            </a:r>
          </a:p>
          <a:p>
            <a:pPr lvl="1"/>
            <a:r>
              <a:rPr/>
              <a:t>Earned, bonus, and pending points balance</a:t>
            </a:r>
          </a:p>
          <a:p>
            <a:pPr lvl="1"/>
            <a:r>
              <a:rPr/>
              <a:t>Recent transactions and activity history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Important Notes</a:t>
            </a:r>
          </a:p>
          <a:p>
            <a:pPr lvl="0"/>
            <a:r>
              <a:rPr b="1"/>
              <a:t>Points eligibility:</a:t>
            </a:r>
            <a:r>
              <a:rPr/>
              <a:t> Only qualifying fares and eligible partners earn SkyPoints 24.</a:t>
            </a:r>
          </a:p>
          <a:p>
            <a:pPr lvl="0"/>
            <a:r>
              <a:rPr b="1"/>
              <a:t>Retro-claim:</a:t>
            </a:r>
            <a:r>
              <a:rPr/>
              <a:t> Missed points? Submit a retro-claim via the SkyPoints 24 section within 6 months of your travel/purchase.</a:t>
            </a:r>
          </a:p>
          <a:p>
            <a:pPr lvl="0"/>
            <a:r>
              <a:rPr b="1"/>
              <a:t>Terms Apply</a:t>
            </a:r>
            <a:r>
              <a:rPr/>
              <a:t>: Please refer to the detailed SkyPoints 24 program T&amp;Cs at </a:t>
            </a:r>
            <a:r>
              <a:rPr>
                <a:hlinkClick r:id="rId2"/>
              </a:rPr>
              <a:t>CloudWay24.com</a:t>
            </a:r>
            <a:r>
              <a:rPr/>
              <a:t>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Ready to start earning? </a:t>
            </a:r>
            <a:r>
              <a:rPr b="1">
                <a:hlinkClick r:id="rId2"/>
              </a:rPr>
              <a:t>Sign Up or Log In</a:t>
            </a:r>
            <a:r>
              <a:rPr b="1"/>
              <a:t> to SkyPoints 24—and let your journeys be more rewarding!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2025-07-29T14:56:51Z</dcterms:created>
  <dcterms:modified xsi:type="dcterms:W3CDTF">2025-07-29T14:56:51Z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