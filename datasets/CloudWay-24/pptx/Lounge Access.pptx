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CloudWay 24 Lounge Access Guide</a:t>
            </a:r>
          </a:p>
        </p:txBody>
      </p:sp>
      <p:sp>
        <p:nvSpPr>
          <p:cNvPr id="3" name="Content Placeholder 2"/>
          <p:cNvSpPr>
            <a:spLocks noGrp="1"/>
          </p:cNvSpPr>
          <p:nvPr>
            <p:ph idx="1"/>
          </p:nvPr>
        </p:nvSpPr>
        <p:spPr/>
        <p:txBody>
          <a:bodyPr/>
          <a:lstStyle/>
          <a:p>
            <a:pPr lvl="0" indent="0" marL="0">
              <a:buNone/>
            </a:pPr>
            <a:r>
              <a:rPr/>
              <a:t>CloudWay 24 offers exclusive lounge access for our premium guests, ensuring a comfortable and luxurious pre-flight experience at our main hubs and select international airports. Lounge access is designed to match the level of cabin class you travel in, offering everything from gourmet dining and private workspaces to shower facilities and entertainment.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Lounge Access by Cabin Class</a:t>
            </a:r>
          </a:p>
          <a:p>
            <a:pPr lvl="0" indent="0" marL="0">
              <a:spcBef>
                <a:spcPts val="3000"/>
              </a:spcBef>
              <a:buNone/>
            </a:pPr>
            <a:r>
              <a:rPr b="1"/>
              <a:t>1. CloudLux (First Class)</a:t>
            </a:r>
          </a:p>
          <a:p>
            <a:pPr lvl="0"/>
            <a:r>
              <a:rPr b="1"/>
              <a:t>Access:</a:t>
            </a:r>
            <a:r>
              <a:rPr/>
              <a:t> Complimentary</a:t>
            </a:r>
          </a:p>
          <a:p>
            <a:pPr lvl="0"/>
            <a:r>
              <a:rPr b="1"/>
              <a:t>Guest Policy:</a:t>
            </a:r>
            <a:r>
              <a:rPr/>
              <a:t> 1 complimentary guest</a:t>
            </a:r>
          </a:p>
          <a:p>
            <a:pPr lvl="0"/>
            <a:r>
              <a:rPr b="1"/>
              <a:t>Lounge Features:</a:t>
            </a:r>
          </a:p>
          <a:p>
            <a:pPr lvl="1"/>
            <a:r>
              <a:rPr/>
              <a:t>Private suites</a:t>
            </a:r>
          </a:p>
          <a:p>
            <a:pPr lvl="1"/>
            <a:r>
              <a:rPr/>
              <a:t>À la carte gourmet dining</a:t>
            </a:r>
          </a:p>
          <a:p>
            <a:pPr lvl="1"/>
            <a:r>
              <a:rPr/>
              <a:t>Premium beverages &amp; barista service</a:t>
            </a:r>
          </a:p>
          <a:p>
            <a:pPr lvl="1"/>
            <a:r>
              <a:rPr/>
              <a:t>Spa and shower facilities</a:t>
            </a:r>
          </a:p>
          <a:p>
            <a:pPr lvl="1"/>
            <a:r>
              <a:rPr/>
              <a:t>Private meeting rooms</a:t>
            </a:r>
          </a:p>
          <a:p>
            <a:pPr lvl="1"/>
            <a:r>
              <a:rPr/>
              <a:t>High-speed Wi-Fi</a:t>
            </a:r>
          </a:p>
          <a:p>
            <a:pPr lvl="1"/>
            <a:r>
              <a:rPr/>
              <a:t>Entertainment lounge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CloudElite (Business Class)</a:t>
            </a:r>
          </a:p>
          <a:p>
            <a:pPr lvl="0"/>
            <a:r>
              <a:rPr b="1"/>
              <a:t>Access:</a:t>
            </a:r>
            <a:r>
              <a:rPr/>
              <a:t> Complimentary</a:t>
            </a:r>
          </a:p>
          <a:p>
            <a:pPr lvl="0"/>
            <a:r>
              <a:rPr b="1"/>
              <a:t>Guest Policy:</a:t>
            </a:r>
            <a:r>
              <a:rPr/>
              <a:t> No guest (unless SkyPoints 24 Elite status)</a:t>
            </a:r>
          </a:p>
          <a:p>
            <a:pPr lvl="0"/>
            <a:r>
              <a:rPr b="1"/>
              <a:t>Lounge Features:</a:t>
            </a:r>
          </a:p>
          <a:p>
            <a:pPr lvl="1"/>
            <a:r>
              <a:rPr/>
              <a:t>Buffet dining &amp; snacks</a:t>
            </a:r>
          </a:p>
          <a:p>
            <a:pPr lvl="1"/>
            <a:r>
              <a:rPr/>
              <a:t>Full-service bar</a:t>
            </a:r>
          </a:p>
          <a:p>
            <a:pPr lvl="1"/>
            <a:r>
              <a:rPr/>
              <a:t>Shower facilities</a:t>
            </a:r>
          </a:p>
          <a:p>
            <a:pPr lvl="1"/>
            <a:r>
              <a:rPr/>
              <a:t>Quiet zones for relaxation</a:t>
            </a:r>
          </a:p>
          <a:p>
            <a:pPr lvl="1"/>
            <a:r>
              <a:rPr/>
              <a:t>Business center &amp; work pods</a:t>
            </a:r>
          </a:p>
          <a:p>
            <a:pPr lvl="1"/>
            <a:r>
              <a:rPr/>
              <a:t>High-speed Wi-Fi</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CloudComfort (Premium Economy)</a:t>
            </a:r>
          </a:p>
          <a:p>
            <a:pPr lvl="0"/>
            <a:r>
              <a:rPr b="1"/>
              <a:t>Access:</a:t>
            </a:r>
            <a:r>
              <a:rPr/>
              <a:t> Paid Access or Complimentary for SkyPoints 24 Gold &amp; higher tiers</a:t>
            </a:r>
          </a:p>
          <a:p>
            <a:pPr lvl="0"/>
            <a:r>
              <a:rPr b="1"/>
              <a:t>Paid Access:</a:t>
            </a:r>
            <a:r>
              <a:rPr/>
              <a:t> Available at select airports, subject to capacity</a:t>
            </a:r>
          </a:p>
          <a:p>
            <a:pPr lvl="0"/>
            <a:r>
              <a:rPr b="1"/>
              <a:t>Lounge Features:</a:t>
            </a:r>
          </a:p>
          <a:p>
            <a:pPr lvl="1"/>
            <a:r>
              <a:rPr/>
              <a:t>Light refreshments &amp; snacks</a:t>
            </a:r>
          </a:p>
          <a:p>
            <a:pPr lvl="1"/>
            <a:r>
              <a:rPr/>
              <a:t>Beverages (non-alcoholic + select alcoholic)</a:t>
            </a:r>
          </a:p>
          <a:p>
            <a:pPr lvl="1"/>
            <a:r>
              <a:rPr/>
              <a:t>Wi-Fi &amp; charging stations</a:t>
            </a:r>
          </a:p>
          <a:p>
            <a:pPr lvl="1"/>
            <a:r>
              <a:rPr/>
              <a:t>Lounging area with newspapers and magazines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CloudSaver (Economy)</a:t>
            </a:r>
          </a:p>
          <a:p>
            <a:pPr lvl="0"/>
            <a:r>
              <a:rPr b="1"/>
              <a:t>Access:</a:t>
            </a:r>
            <a:r>
              <a:rPr/>
              <a:t> Not included</a:t>
            </a:r>
          </a:p>
          <a:p>
            <a:pPr lvl="0"/>
            <a:r>
              <a:rPr b="1"/>
              <a:t>Eligibility:</a:t>
            </a:r>
          </a:p>
          <a:p>
            <a:pPr lvl="1"/>
            <a:r>
              <a:rPr/>
              <a:t>Available for purchase (subject to availability)</a:t>
            </a:r>
          </a:p>
          <a:p>
            <a:pPr lvl="1"/>
            <a:r>
              <a:rPr/>
              <a:t>Complimentary for SkyPoints 24 Platinum members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Access</a:t>
            </a:r>
          </a:p>
          <a:p>
            <a:pPr lvl="0"/>
            <a:r>
              <a:rPr/>
              <a:t>Present valid same-day CloudWay 24 boarding pass for international flights at entrance.</a:t>
            </a:r>
          </a:p>
          <a:p>
            <a:pPr lvl="0"/>
            <a:r>
              <a:rPr/>
              <a:t>SkyPoints 24 Elite/Gold/Platinum members must present member card (digital/physical).</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Location</a:t>
            </a:r>
          </a:p>
          <a:p>
            <a:pPr lvl="0"/>
            <a:r>
              <a:rPr/>
              <a:t>Lounges available at:</a:t>
            </a:r>
          </a:p>
          <a:p>
            <a:pPr lvl="1"/>
            <a:r>
              <a:rPr/>
              <a:t>Mumbai (Chhatrapati Shivaji Maharaj International Airport)</a:t>
            </a:r>
          </a:p>
          <a:p>
            <a:pPr lvl="1"/>
            <a:r>
              <a:rPr/>
              <a:t>Delhi (Indira Gandhi International Airport)</a:t>
            </a:r>
          </a:p>
          <a:p>
            <a:pPr lvl="1"/>
            <a:r>
              <a:rPr/>
              <a:t>Bengaluru (Kempegowda International Airport)</a:t>
            </a:r>
          </a:p>
          <a:p>
            <a:pPr lvl="1"/>
            <a:r>
              <a:rPr/>
              <a:t>Select international partner lounges worldwide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Further Details</a:t>
            </a:r>
          </a:p>
          <a:p>
            <a:pPr lvl="0"/>
            <a:r>
              <a:rPr/>
              <a:t>For real-time lounge eligibility, guest policy, and access charges, check “Lounge Access” in the </a:t>
            </a:r>
            <a:r>
              <a:rPr b="1"/>
              <a:t>CloudWay24 App</a:t>
            </a:r>
            <a:r>
              <a:rPr/>
              <a:t> or visit </a:t>
            </a:r>
            <a:r>
              <a:rPr>
                <a:hlinkClick r:id="rId2"/>
              </a:rPr>
              <a:t>CloudWay24.com</a:t>
            </a:r>
            <a:r>
              <a:rPr/>
              <a:t>.</a:t>
            </a:r>
          </a:p>
          <a:p>
            <a:pPr lvl="0"/>
            <a:r>
              <a:rPr/>
              <a:t>Lounge access policy may vary by airport and is subject to availability.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Experience seamless comfort even before you fly with CloudWay 24 lounges.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2025-07-29T14:56:27Z</dcterms:created>
  <dcterms:modified xsi:type="dcterms:W3CDTF">2025-07-29T14:56:27Z</dcterms:modified>
</cp:coreProperties>
</file>

<file path=docProps/custom.xml><?xml version="1.0" encoding="utf-8"?>
<Properties xmlns="http://schemas.openxmlformats.org/officeDocument/2006/custom-properties" xmlns:vt="http://schemas.openxmlformats.org/officeDocument/2006/docPropsVTypes"/>
</file>