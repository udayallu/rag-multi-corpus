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CloudWay24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Boeing 787 Dreamliner – CloudWay 24 Fleet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CloudWay 24 operates a modern fleet of Boeing 787 Dreamliners, renowned for their fuel efficiency, passenger comfort, and advanced technology. Below is an overview of the aircraft’s seating capacity and detailed breakdown of class-wise cabin features as configured for CloudWay 24’s international long-haul service.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Aircraft: Boeing 787 Dreamliner</a:t>
            </a:r>
          </a:p>
          <a:p>
            <a:pPr lvl="0"/>
            <a:r>
              <a:rPr b="1"/>
              <a:t>Total Seating Capacity:</a:t>
            </a:r>
            <a:r>
              <a:rPr/>
              <a:t> 290 seats </a:t>
            </a:r>
            <a:r>
              <a:rPr i="1"/>
              <a:t>(Typical CloudWay 24 configuration)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Cabin Class &amp; Seating Configuration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Cabin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No. of Seats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CloudLux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1-2-1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CloudElite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1-2-1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CloudComfort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2-3-2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CloudSaver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3-3-3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Cabin Class Features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CloudLux (First Class)</a:t>
            </a:r>
          </a:p>
          <a:p>
            <a:pPr lvl="0"/>
            <a:r>
              <a:rPr b="1"/>
              <a:t>Seating:</a:t>
            </a:r>
            <a:r>
              <a:rPr/>
              <a:t> 180° lie-flat suites with privacy doors</a:t>
            </a:r>
          </a:p>
          <a:p>
            <a:pPr lvl="0"/>
            <a:r>
              <a:rPr b="1"/>
              <a:t>Amenities:</a:t>
            </a:r>
            <a:r>
              <a:rPr/>
              <a:t> Personal wardrobe, luxury amenity kit, plush duvet &amp; pillow</a:t>
            </a:r>
          </a:p>
          <a:p>
            <a:pPr lvl="0"/>
            <a:r>
              <a:rPr b="1"/>
              <a:t>Entertainment:</a:t>
            </a:r>
            <a:r>
              <a:rPr/>
              <a:t> 22-inch HD screen, noise-cancelling headphones</a:t>
            </a:r>
          </a:p>
          <a:p>
            <a:pPr lvl="0"/>
            <a:r>
              <a:rPr b="1"/>
              <a:t>Dining:</a:t>
            </a:r>
            <a:r>
              <a:rPr/>
              <a:t> Gourmet à la carte dining, exclusive fine wines &amp; spirits</a:t>
            </a:r>
          </a:p>
          <a:p>
            <a:pPr lvl="0"/>
            <a:r>
              <a:rPr b="1"/>
              <a:t>Other:</a:t>
            </a:r>
            <a:r>
              <a:rPr/>
              <a:t> Priority boarding, chauffeur service (select routes), access to CloudWay 24 First Lounge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CloudElite (Business Class)</a:t>
            </a:r>
          </a:p>
          <a:p>
            <a:pPr lvl="0"/>
            <a:r>
              <a:rPr b="1"/>
              <a:t>Seating:</a:t>
            </a:r>
            <a:r>
              <a:rPr/>
              <a:t> Full-flat beds, direct aisle access</a:t>
            </a:r>
          </a:p>
          <a:p>
            <a:pPr lvl="0"/>
            <a:r>
              <a:rPr b="1"/>
              <a:t>Amenities:</a:t>
            </a:r>
            <a:r>
              <a:rPr/>
              <a:t> Premium bedding, enhanced amenity kit</a:t>
            </a:r>
          </a:p>
          <a:p>
            <a:pPr lvl="0"/>
            <a:r>
              <a:rPr b="1"/>
              <a:t>Entertainment:</a:t>
            </a:r>
            <a:r>
              <a:rPr/>
              <a:t> 18-inch HD touch screen, premium headphones</a:t>
            </a:r>
          </a:p>
          <a:p>
            <a:pPr lvl="0"/>
            <a:r>
              <a:rPr b="1"/>
              <a:t>Dining:</a:t>
            </a:r>
            <a:r>
              <a:rPr/>
              <a:t> Multi-course menu, curated beverage selection</a:t>
            </a:r>
          </a:p>
          <a:p>
            <a:pPr lvl="0"/>
            <a:r>
              <a:rPr b="1"/>
              <a:t>Other:</a:t>
            </a:r>
            <a:r>
              <a:rPr/>
              <a:t> Priority check-in, lounge access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CloudComfort (Premium Economy)</a:t>
            </a:r>
          </a:p>
          <a:p>
            <a:pPr lvl="0"/>
            <a:r>
              <a:rPr b="1"/>
              <a:t>Seating:</a:t>
            </a:r>
            <a:r>
              <a:rPr/>
              <a:t> Wider seats, extra legroom (38” pitch), deeper recline</a:t>
            </a:r>
          </a:p>
          <a:p>
            <a:pPr lvl="0"/>
            <a:r>
              <a:rPr b="1"/>
              <a:t>Amenities:</a:t>
            </a:r>
            <a:r>
              <a:rPr/>
              <a:t> Amenity kit, plush blanket &amp; pillow</a:t>
            </a:r>
          </a:p>
          <a:p>
            <a:pPr lvl="0"/>
            <a:r>
              <a:rPr b="1"/>
              <a:t>Entertainment:</a:t>
            </a:r>
            <a:r>
              <a:rPr/>
              <a:t> 13-inch personal screen</a:t>
            </a:r>
          </a:p>
          <a:p>
            <a:pPr lvl="0"/>
            <a:r>
              <a:rPr b="1"/>
              <a:t>Dining:</a:t>
            </a:r>
            <a:r>
              <a:rPr/>
              <a:t> Upgraded meal selection, complimentary beverage service</a:t>
            </a:r>
          </a:p>
          <a:p>
            <a:pPr lvl="0"/>
            <a:r>
              <a:rPr b="1"/>
              <a:t>Other:</a:t>
            </a:r>
            <a:r>
              <a:rPr/>
              <a:t> Priority boarding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CloudSaver (Economy)</a:t>
            </a:r>
          </a:p>
          <a:p>
            <a:pPr lvl="0"/>
            <a:r>
              <a:rPr b="1"/>
              <a:t>Seating:</a:t>
            </a:r>
            <a:r>
              <a:rPr/>
              <a:t> Ergonomically-designed seats (31–32” pitch)</a:t>
            </a:r>
          </a:p>
          <a:p>
            <a:pPr lvl="0"/>
            <a:r>
              <a:rPr b="1"/>
              <a:t>Amenities:</a:t>
            </a:r>
            <a:r>
              <a:rPr/>
              <a:t> Standard bedding, basic amenity kit on long-haul</a:t>
            </a:r>
          </a:p>
          <a:p>
            <a:pPr lvl="0"/>
            <a:r>
              <a:rPr b="1"/>
              <a:t>Entertainment:</a:t>
            </a:r>
            <a:r>
              <a:rPr/>
              <a:t> 10-inch personal screen with on-demand movies, TV, games</a:t>
            </a:r>
          </a:p>
          <a:p>
            <a:pPr lvl="0"/>
            <a:r>
              <a:rPr b="1"/>
              <a:t>Dining:</a:t>
            </a:r>
            <a:r>
              <a:rPr/>
              <a:t> Complimentary meals &amp; snacks, beverage service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Onboard Features</a:t>
            </a:r>
          </a:p>
          <a:p>
            <a:pPr lvl="0"/>
            <a:r>
              <a:rPr/>
              <a:t>High-speed Wi-Fi connectivity (paid and complimentary plans by class)</a:t>
            </a:r>
          </a:p>
          <a:p>
            <a:pPr lvl="0"/>
            <a:r>
              <a:rPr/>
              <a:t>USB and universal power outlets in all cabins</a:t>
            </a:r>
          </a:p>
          <a:p>
            <a:pPr lvl="0"/>
            <a:r>
              <a:rPr/>
              <a:t>Mood lighting and improved cabin air quality</a:t>
            </a:r>
          </a:p>
          <a:p>
            <a:pPr lvl="0"/>
            <a:r>
              <a:rPr/>
              <a:t>Extra-large, dimmable windows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more details and to book your CloudWay 24 Dreamliner experience, visit </a:t>
            </a:r>
            <a:r>
              <a:rPr b="1">
                <a:hlinkClick r:id="rId2"/>
              </a:rPr>
              <a:t>CloudWay24.com</a:t>
            </a:r>
            <a:r>
              <a:rPr b="1"/>
              <a:t> or use the CloudWay 24 mobile app.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2025-07-29T14:57:16Z</dcterms:created>
  <dcterms:modified xsi:type="dcterms:W3CDTF">2025-07-29T14:57:16Z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