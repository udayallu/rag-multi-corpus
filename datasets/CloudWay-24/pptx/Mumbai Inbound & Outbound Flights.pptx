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9" Type="http://schemas.openxmlformats.org/officeDocument/2006/relationships/viewProps" Target="viewProps.xml" /><Relationship Id="rId28" Type="http://schemas.openxmlformats.org/officeDocument/2006/relationships/presProps" Target="presProps.xml" /><Relationship Id="rId1" Type="http://schemas.openxmlformats.org/officeDocument/2006/relationships/slideMaster" Target="slideMasters/slideMaster1.xml" /><Relationship Id="rId31" Type="http://schemas.openxmlformats.org/officeDocument/2006/relationships/tableStyles" Target="tableStyles.xml" /><Relationship Id="rId3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cloudway24.com"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cloudway24.com"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Mumbai–USA Flight Schedule</a:t>
            </a:r>
          </a:p>
        </p:txBody>
      </p:sp>
      <p:sp>
        <p:nvSpPr>
          <p:cNvPr id="3" name="Content Placeholder 2"/>
          <p:cNvSpPr>
            <a:spLocks noGrp="1"/>
          </p:cNvSpPr>
          <p:nvPr>
            <p:ph idx="1"/>
          </p:nvPr>
        </p:nvSpPr>
        <p:spPr/>
        <p:txBody>
          <a:bodyPr/>
          <a:lstStyle/>
          <a:p>
            <a:pPr lvl="0" indent="0" marL="0">
              <a:buNone/>
            </a:pPr>
            <a:r>
              <a:rPr i="1"/>
              <a:t>All timings are local. Aircraft type and durations are approximate. Flight numbers and schedules for illustrative purposes.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Outbound Flights: Mumbai to USA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Flight No.</a:t>
                      </a:r>
                    </a:p>
                  </a:txBody>
                  <a:tcPr/>
                </a:tc>
                <a:tc>
                  <a:txBody>
                    <a:bodyPr/>
                    <a:lstStyle/>
                    <a:p>
                      <a:pPr lvl="0" indent="0" marL="0">
                        <a:buNone/>
                      </a:pPr>
                      <a:r>
                        <a:rPr/>
                        <a:t>Destination City</a:t>
                      </a:r>
                    </a:p>
                  </a:txBody>
                  <a:tcPr/>
                </a:tc>
                <a:tc>
                  <a:txBody>
                    <a:bodyPr/>
                    <a:lstStyle/>
                    <a:p>
                      <a:pPr lvl="0" indent="0" marL="0">
                        <a:buNone/>
                      </a:pPr>
                      <a:r>
                        <a:rPr/>
                        <a:t>Departure (BOM)</a:t>
                      </a:r>
                    </a:p>
                  </a:txBody>
                  <a:tcPr/>
                </a:tc>
                <a:tc>
                  <a:txBody>
                    <a:bodyPr/>
                    <a:lstStyle/>
                    <a:p>
                      <a:pPr lvl="0" indent="0" marL="0">
                        <a:buNone/>
                      </a:pPr>
                      <a:r>
                        <a:rPr/>
                        <a:t>Arrival (Local)</a:t>
                      </a:r>
                    </a:p>
                  </a:txBody>
                  <a:tcPr/>
                </a:tc>
                <a:tc>
                  <a:txBody>
                    <a:bodyPr/>
                    <a:lstStyle/>
                    <a:p>
                      <a:pPr lvl="0" indent="0" marL="0">
                        <a:buNone/>
                      </a:pPr>
                      <a:r>
                        <a:rPr/>
                        <a:t>Aircraft Type</a:t>
                      </a:r>
                    </a:p>
                  </a:txBody>
                  <a:tcPr/>
                </a:tc>
                <a:tc>
                  <a:txBody>
                    <a:bodyPr/>
                    <a:lstStyle/>
                    <a:p>
                      <a:pPr lvl="0" indent="0" marL="0">
                        <a:buNone/>
                      </a:pPr>
                      <a:r>
                        <a:rPr/>
                        <a:t>Travel Time</a:t>
                      </a:r>
                    </a:p>
                  </a:txBody>
                  <a:tcPr/>
                </a:tc>
              </a:tr>
              <a:tr h="0">
                <a:tc>
                  <a:txBody>
                    <a:bodyPr/>
                    <a:lstStyle/>
                    <a:p>
                      <a:pPr lvl="0" indent="0" marL="0">
                        <a:buNone/>
                      </a:pPr>
                      <a:r>
                        <a:rPr/>
                        <a:t>CW241</a:t>
                      </a:r>
                    </a:p>
                  </a:txBody>
                </a:tc>
                <a:tc>
                  <a:txBody>
                    <a:bodyPr/>
                    <a:lstStyle/>
                    <a:p>
                      <a:pPr lvl="0" indent="0" marL="0">
                        <a:buNone/>
                      </a:pPr>
                      <a:r>
                        <a:rPr/>
                        <a:t>New York (JFK)</a:t>
                      </a:r>
                    </a:p>
                  </a:txBody>
                </a:tc>
                <a:tc>
                  <a:txBody>
                    <a:bodyPr/>
                    <a:lstStyle/>
                    <a:p>
                      <a:pPr lvl="0" indent="0" marL="0">
                        <a:buNone/>
                      </a:pPr>
                      <a:r>
                        <a:rPr/>
                        <a:t>01:10</a:t>
                      </a:r>
                    </a:p>
                  </a:txBody>
                </a:tc>
                <a:tc>
                  <a:txBody>
                    <a:bodyPr/>
                    <a:lstStyle/>
                    <a:p>
                      <a:pPr lvl="0" indent="0" marL="0">
                        <a:buNone/>
                      </a:pPr>
                      <a:r>
                        <a:rPr/>
                        <a:t>07:30</a:t>
                      </a:r>
                    </a:p>
                  </a:txBody>
                </a:tc>
                <a:tc>
                  <a:txBody>
                    <a:bodyPr/>
                    <a:lstStyle/>
                    <a:p>
                      <a:pPr lvl="0" indent="0" marL="0">
                        <a:buNone/>
                      </a:pPr>
                      <a:r>
                        <a:rPr/>
                        <a:t>Boeing 787-9</a:t>
                      </a:r>
                    </a:p>
                  </a:txBody>
                </a:tc>
                <a:tc>
                  <a:txBody>
                    <a:bodyPr/>
                    <a:lstStyle/>
                    <a:p>
                      <a:pPr lvl="0" indent="0" marL="0">
                        <a:buNone/>
                      </a:pPr>
                      <a:r>
                        <a:rPr/>
                        <a:t>15h 50m</a:t>
                      </a:r>
                    </a:p>
                  </a:txBody>
                </a:tc>
              </a:tr>
              <a:tr h="0">
                <a:tc>
                  <a:txBody>
                    <a:bodyPr/>
                    <a:lstStyle/>
                    <a:p>
                      <a:pPr lvl="0" indent="0" marL="0">
                        <a:buNone/>
                      </a:pPr>
                      <a:r>
                        <a:rPr/>
                        <a:t>CW243</a:t>
                      </a:r>
                    </a:p>
                  </a:txBody>
                </a:tc>
                <a:tc>
                  <a:txBody>
                    <a:bodyPr/>
                    <a:lstStyle/>
                    <a:p>
                      <a:pPr lvl="0" indent="0" marL="0">
                        <a:buNone/>
                      </a:pPr>
                      <a:r>
                        <a:rPr/>
                        <a:t>Chicago (ORD)</a:t>
                      </a:r>
                    </a:p>
                  </a:txBody>
                </a:tc>
                <a:tc>
                  <a:txBody>
                    <a:bodyPr/>
                    <a:lstStyle/>
                    <a:p>
                      <a:pPr lvl="0" indent="0" marL="0">
                        <a:buNone/>
                      </a:pPr>
                      <a:r>
                        <a:rPr/>
                        <a:t>02:40</a:t>
                      </a:r>
                    </a:p>
                  </a:txBody>
                </a:tc>
                <a:tc>
                  <a:txBody>
                    <a:bodyPr/>
                    <a:lstStyle/>
                    <a:p>
                      <a:pPr lvl="0" indent="0" marL="0">
                        <a:buNone/>
                      </a:pPr>
                      <a:r>
                        <a:rPr/>
                        <a:t>09:20</a:t>
                      </a:r>
                    </a:p>
                  </a:txBody>
                </a:tc>
                <a:tc>
                  <a:txBody>
                    <a:bodyPr/>
                    <a:lstStyle/>
                    <a:p>
                      <a:pPr lvl="0" indent="0" marL="0">
                        <a:buNone/>
                      </a:pPr>
                      <a:r>
                        <a:rPr/>
                        <a:t>Airbus A350-900</a:t>
                      </a:r>
                    </a:p>
                  </a:txBody>
                </a:tc>
                <a:tc>
                  <a:txBody>
                    <a:bodyPr/>
                    <a:lstStyle/>
                    <a:p>
                      <a:pPr lvl="0" indent="0" marL="0">
                        <a:buNone/>
                      </a:pPr>
                      <a:r>
                        <a:rPr/>
                        <a:t>16h 10m</a:t>
                      </a:r>
                    </a:p>
                  </a:txBody>
                </a:tc>
              </a:tr>
              <a:tr h="0">
                <a:tc>
                  <a:txBody>
                    <a:bodyPr/>
                    <a:lstStyle/>
                    <a:p>
                      <a:pPr lvl="0" indent="0" marL="0">
                        <a:buNone/>
                      </a:pPr>
                      <a:r>
                        <a:rPr/>
                        <a:t>CW245</a:t>
                      </a:r>
                    </a:p>
                  </a:txBody>
                </a:tc>
                <a:tc>
                  <a:txBody>
                    <a:bodyPr/>
                    <a:lstStyle/>
                    <a:p>
                      <a:pPr lvl="0" indent="0" marL="0">
                        <a:buNone/>
                      </a:pPr>
                      <a:r>
                        <a:rPr/>
                        <a:t>San Francisco (SFO)</a:t>
                      </a:r>
                    </a:p>
                  </a:txBody>
                </a:tc>
                <a:tc>
                  <a:txBody>
                    <a:bodyPr/>
                    <a:lstStyle/>
                    <a:p>
                      <a:pPr lvl="0" indent="0" marL="0">
                        <a:buNone/>
                      </a:pPr>
                      <a:r>
                        <a:rPr/>
                        <a:t>00:25</a:t>
                      </a:r>
                    </a:p>
                  </a:txBody>
                </a:tc>
                <a:tc>
                  <a:txBody>
                    <a:bodyPr/>
                    <a:lstStyle/>
                    <a:p>
                      <a:pPr lvl="0" indent="0" marL="0">
                        <a:buNone/>
                      </a:pPr>
                      <a:r>
                        <a:rPr/>
                        <a:t>06:25</a:t>
                      </a:r>
                    </a:p>
                  </a:txBody>
                </a:tc>
                <a:tc>
                  <a:txBody>
                    <a:bodyPr/>
                    <a:lstStyle/>
                    <a:p>
                      <a:pPr lvl="0" indent="0" marL="0">
                        <a:buNone/>
                      </a:pPr>
                      <a:r>
                        <a:rPr/>
                        <a:t>Airbus A350-1000</a:t>
                      </a:r>
                    </a:p>
                  </a:txBody>
                </a:tc>
                <a:tc>
                  <a:txBody>
                    <a:bodyPr/>
                    <a:lstStyle/>
                    <a:p>
                      <a:pPr lvl="0" indent="0" marL="0">
                        <a:buNone/>
                      </a:pPr>
                      <a:r>
                        <a:rPr/>
                        <a:t>16h 30m</a:t>
                      </a:r>
                    </a:p>
                  </a:txBody>
                </a:tc>
              </a:tr>
              <a:tr h="0">
                <a:tc>
                  <a:txBody>
                    <a:bodyPr/>
                    <a:lstStyle/>
                    <a:p>
                      <a:pPr lvl="0" indent="0" marL="0">
                        <a:buNone/>
                      </a:pPr>
                      <a:r>
                        <a:rPr/>
                        <a:t>CW247</a:t>
                      </a:r>
                    </a:p>
                  </a:txBody>
                </a:tc>
                <a:tc>
                  <a:txBody>
                    <a:bodyPr/>
                    <a:lstStyle/>
                    <a:p>
                      <a:pPr lvl="0" indent="0" marL="0">
                        <a:buNone/>
                      </a:pPr>
                      <a:r>
                        <a:rPr/>
                        <a:t>Los Angeles (LAX)</a:t>
                      </a:r>
                    </a:p>
                  </a:txBody>
                </a:tc>
                <a:tc>
                  <a:txBody>
                    <a:bodyPr/>
                    <a:lstStyle/>
                    <a:p>
                      <a:pPr lvl="0" indent="0" marL="0">
                        <a:buNone/>
                      </a:pPr>
                      <a:r>
                        <a:rPr/>
                        <a:t>23:50</a:t>
                      </a:r>
                    </a:p>
                  </a:txBody>
                </a:tc>
                <a:tc>
                  <a:txBody>
                    <a:bodyPr/>
                    <a:lstStyle/>
                    <a:p>
                      <a:pPr lvl="0" indent="0" marL="0">
                        <a:buNone/>
                      </a:pPr>
                      <a:r>
                        <a:rPr/>
                        <a:t>05:20</a:t>
                      </a:r>
                    </a:p>
                  </a:txBody>
                </a:tc>
                <a:tc>
                  <a:txBody>
                    <a:bodyPr/>
                    <a:lstStyle/>
                    <a:p>
                      <a:pPr lvl="0" indent="0" marL="0">
                        <a:buNone/>
                      </a:pPr>
                      <a:r>
                        <a:rPr/>
                        <a:t>Boeing 787-10</a:t>
                      </a:r>
                    </a:p>
                  </a:txBody>
                </a:tc>
                <a:tc>
                  <a:txBody>
                    <a:bodyPr/>
                    <a:lstStyle/>
                    <a:p>
                      <a:pPr lvl="0" indent="0" marL="0">
                        <a:buNone/>
                      </a:pPr>
                      <a:r>
                        <a:rPr/>
                        <a:t>16h 00m</a:t>
                      </a:r>
                    </a:p>
                  </a:txBody>
                </a:tc>
              </a:tr>
              <a:tr h="0">
                <a:tc>
                  <a:txBody>
                    <a:bodyPr/>
                    <a:lstStyle/>
                    <a:p>
                      <a:pPr lvl="0" indent="0" marL="0">
                        <a:buNone/>
                      </a:pPr>
                      <a:r>
                        <a:rPr/>
                        <a:t>CW249</a:t>
                      </a:r>
                    </a:p>
                  </a:txBody>
                </a:tc>
                <a:tc>
                  <a:txBody>
                    <a:bodyPr/>
                    <a:lstStyle/>
                    <a:p>
                      <a:pPr lvl="0" indent="0" marL="0">
                        <a:buNone/>
                      </a:pPr>
                      <a:r>
                        <a:rPr/>
                        <a:t>Dallas (DFW)</a:t>
                      </a:r>
                    </a:p>
                  </a:txBody>
                </a:tc>
                <a:tc>
                  <a:txBody>
                    <a:bodyPr/>
                    <a:lstStyle/>
                    <a:p>
                      <a:pPr lvl="0" indent="0" marL="0">
                        <a:buNone/>
                      </a:pPr>
                      <a:r>
                        <a:rPr/>
                        <a:t>03:15</a:t>
                      </a:r>
                    </a:p>
                  </a:txBody>
                </a:tc>
                <a:tc>
                  <a:txBody>
                    <a:bodyPr/>
                    <a:lstStyle/>
                    <a:p>
                      <a:pPr lvl="0" indent="0" marL="0">
                        <a:buNone/>
                      </a:pPr>
                      <a:r>
                        <a:rPr/>
                        <a:t>09:35</a:t>
                      </a:r>
                    </a:p>
                  </a:txBody>
                </a:tc>
                <a:tc>
                  <a:txBody>
                    <a:bodyPr/>
                    <a:lstStyle/>
                    <a:p>
                      <a:pPr lvl="0" indent="0" marL="0">
                        <a:buNone/>
                      </a:pPr>
                      <a:r>
                        <a:rPr/>
                        <a:t>Airbus A380</a:t>
                      </a:r>
                    </a:p>
                  </a:txBody>
                </a:tc>
                <a:tc>
                  <a:txBody>
                    <a:bodyPr/>
                    <a:lstStyle/>
                    <a:p>
                      <a:pPr lvl="0" indent="0" marL="0">
                        <a:buNone/>
                      </a:pPr>
                      <a:r>
                        <a:rPr/>
                        <a:t>16h 50m</a:t>
                      </a:r>
                    </a:p>
                  </a:txBody>
                </a:tc>
              </a:tr>
              <a:tr h="0">
                <a:tc>
                  <a:txBody>
                    <a:bodyPr/>
                    <a:lstStyle/>
                    <a:p>
                      <a:pPr lvl="0" indent="0" marL="0">
                        <a:buNone/>
                      </a:pPr>
                      <a:r>
                        <a:rPr/>
                        <a:t>CW251</a:t>
                      </a:r>
                    </a:p>
                  </a:txBody>
                </a:tc>
                <a:tc>
                  <a:txBody>
                    <a:bodyPr/>
                    <a:lstStyle/>
                    <a:p>
                      <a:pPr lvl="0" indent="0" marL="0">
                        <a:buNone/>
                      </a:pPr>
                      <a:r>
                        <a:rPr/>
                        <a:t>Washington D.C. (IAD)</a:t>
                      </a:r>
                    </a:p>
                  </a:txBody>
                </a:tc>
                <a:tc>
                  <a:txBody>
                    <a:bodyPr/>
                    <a:lstStyle/>
                    <a:p>
                      <a:pPr lvl="0" indent="0" marL="0">
                        <a:buNone/>
                      </a:pPr>
                      <a:r>
                        <a:rPr/>
                        <a:t>01:55</a:t>
                      </a:r>
                    </a:p>
                  </a:txBody>
                </a:tc>
                <a:tc>
                  <a:txBody>
                    <a:bodyPr/>
                    <a:lstStyle/>
                    <a:p>
                      <a:pPr lvl="0" indent="0" marL="0">
                        <a:buNone/>
                      </a:pPr>
                      <a:r>
                        <a:rPr/>
                        <a:t>08:10</a:t>
                      </a:r>
                    </a:p>
                  </a:txBody>
                </a:tc>
                <a:tc>
                  <a:txBody>
                    <a:bodyPr/>
                    <a:lstStyle/>
                    <a:p>
                      <a:pPr lvl="0" indent="0" marL="0">
                        <a:buNone/>
                      </a:pPr>
                      <a:r>
                        <a:rPr/>
                        <a:t>Boeing 787-9</a:t>
                      </a:r>
                    </a:p>
                  </a:txBody>
                </a:tc>
                <a:tc>
                  <a:txBody>
                    <a:bodyPr/>
                    <a:lstStyle/>
                    <a:p>
                      <a:pPr lvl="0" indent="0" marL="0">
                        <a:buNone/>
                      </a:pPr>
                      <a:r>
                        <a:rPr/>
                        <a:t>15h 45m</a:t>
                      </a:r>
                    </a:p>
                  </a:txBody>
                </a:tc>
              </a:tr>
              <a:tr h="0">
                <a:tc>
                  <a:txBody>
                    <a:bodyPr/>
                    <a:lstStyle/>
                    <a:p>
                      <a:pPr lvl="0" indent="0" marL="0">
                        <a:buNone/>
                      </a:pPr>
                      <a:r>
                        <a:rPr/>
                        <a:t>CW253</a:t>
                      </a:r>
                    </a:p>
                  </a:txBody>
                </a:tc>
                <a:tc>
                  <a:txBody>
                    <a:bodyPr/>
                    <a:lstStyle/>
                    <a:p>
                      <a:pPr lvl="0" indent="0" marL="0">
                        <a:buNone/>
                      </a:pPr>
                      <a:r>
                        <a:rPr/>
                        <a:t>Boston (BOS)</a:t>
                      </a:r>
                    </a:p>
                  </a:txBody>
                </a:tc>
                <a:tc>
                  <a:txBody>
                    <a:bodyPr/>
                    <a:lstStyle/>
                    <a:p>
                      <a:pPr lvl="0" indent="0" marL="0">
                        <a:buNone/>
                      </a:pPr>
                      <a:r>
                        <a:rPr/>
                        <a:t>00:40</a:t>
                      </a:r>
                    </a:p>
                  </a:txBody>
                </a:tc>
                <a:tc>
                  <a:txBody>
                    <a:bodyPr/>
                    <a:lstStyle/>
                    <a:p>
                      <a:pPr lvl="0" indent="0" marL="0">
                        <a:buNone/>
                      </a:pPr>
                      <a:r>
                        <a:rPr/>
                        <a:t>06:55</a:t>
                      </a:r>
                    </a:p>
                  </a:txBody>
                </a:tc>
                <a:tc>
                  <a:txBody>
                    <a:bodyPr/>
                    <a:lstStyle/>
                    <a:p>
                      <a:pPr lvl="0" indent="0" marL="0">
                        <a:buNone/>
                      </a:pPr>
                      <a:r>
                        <a:rPr/>
                        <a:t>Airbus A350-900</a:t>
                      </a:r>
                    </a:p>
                  </a:txBody>
                </a:tc>
                <a:tc>
                  <a:txBody>
                    <a:bodyPr/>
                    <a:lstStyle/>
                    <a:p>
                      <a:pPr lvl="0" indent="0" marL="0">
                        <a:buNone/>
                      </a:pPr>
                      <a:r>
                        <a:rPr/>
                        <a:t>15h 45m</a:t>
                      </a:r>
                    </a:p>
                  </a:txBody>
                </a:tc>
              </a:tr>
              <a:tr h="0">
                <a:tc>
                  <a:txBody>
                    <a:bodyPr/>
                    <a:lstStyle/>
                    <a:p>
                      <a:pPr lvl="0" indent="0" marL="0">
                        <a:buNone/>
                      </a:pPr>
                      <a:r>
                        <a:rPr/>
                        <a:t>CW255</a:t>
                      </a:r>
                    </a:p>
                  </a:txBody>
                </a:tc>
                <a:tc>
                  <a:txBody>
                    <a:bodyPr/>
                    <a:lstStyle/>
                    <a:p>
                      <a:pPr lvl="0" indent="0" marL="0">
                        <a:buNone/>
                      </a:pPr>
                      <a:r>
                        <a:rPr/>
                        <a:t>Seattle (SEA)</a:t>
                      </a:r>
                    </a:p>
                  </a:txBody>
                </a:tc>
                <a:tc>
                  <a:txBody>
                    <a:bodyPr/>
                    <a:lstStyle/>
                    <a:p>
                      <a:pPr lvl="0" indent="0" marL="0">
                        <a:buNone/>
                      </a:pPr>
                      <a:r>
                        <a:rPr/>
                        <a:t>04:25</a:t>
                      </a:r>
                    </a:p>
                  </a:txBody>
                </a:tc>
                <a:tc>
                  <a:txBody>
                    <a:bodyPr/>
                    <a:lstStyle/>
                    <a:p>
                      <a:pPr lvl="0" indent="0" marL="0">
                        <a:buNone/>
                      </a:pPr>
                      <a:r>
                        <a:rPr/>
                        <a:t>07:55</a:t>
                      </a:r>
                    </a:p>
                  </a:txBody>
                </a:tc>
                <a:tc>
                  <a:txBody>
                    <a:bodyPr/>
                    <a:lstStyle/>
                    <a:p>
                      <a:pPr lvl="0" indent="0" marL="0">
                        <a:buNone/>
                      </a:pPr>
                      <a:r>
                        <a:rPr/>
                        <a:t>Boeing 787-10</a:t>
                      </a:r>
                    </a:p>
                  </a:txBody>
                </a:tc>
                <a:tc>
                  <a:txBody>
                    <a:bodyPr/>
                    <a:lstStyle/>
                    <a:p>
                      <a:pPr lvl="0" indent="0" marL="0">
                        <a:buNone/>
                      </a:pPr>
                      <a:r>
                        <a:rPr/>
                        <a:t>16h 00m</a:t>
                      </a:r>
                    </a:p>
                  </a:txBody>
                </a:tc>
              </a:tr>
              <a:tr h="0">
                <a:tc>
                  <a:txBody>
                    <a:bodyPr/>
                    <a:lstStyle/>
                    <a:p>
                      <a:pPr lvl="0" indent="0" marL="0">
                        <a:buNone/>
                      </a:pPr>
                      <a:r>
                        <a:rPr/>
                        <a:t>CW257</a:t>
                      </a:r>
                    </a:p>
                  </a:txBody>
                </a:tc>
                <a:tc>
                  <a:txBody>
                    <a:bodyPr/>
                    <a:lstStyle/>
                    <a:p>
                      <a:pPr lvl="0" indent="0" marL="0">
                        <a:buNone/>
                      </a:pPr>
                      <a:r>
                        <a:rPr/>
                        <a:t>Houston (IAH)</a:t>
                      </a:r>
                    </a:p>
                  </a:txBody>
                </a:tc>
                <a:tc>
                  <a:txBody>
                    <a:bodyPr/>
                    <a:lstStyle/>
                    <a:p>
                      <a:pPr lvl="0" indent="0" marL="0">
                        <a:buNone/>
                      </a:pPr>
                      <a:r>
                        <a:rPr/>
                        <a:t>02:10</a:t>
                      </a:r>
                    </a:p>
                  </a:txBody>
                </a:tc>
                <a:tc>
                  <a:txBody>
                    <a:bodyPr/>
                    <a:lstStyle/>
                    <a:p>
                      <a:pPr lvl="0" indent="0" marL="0">
                        <a:buNone/>
                      </a:pPr>
                      <a:r>
                        <a:rPr/>
                        <a:t>09:10</a:t>
                      </a:r>
                    </a:p>
                  </a:txBody>
                </a:tc>
                <a:tc>
                  <a:txBody>
                    <a:bodyPr/>
                    <a:lstStyle/>
                    <a:p>
                      <a:pPr lvl="0" indent="0" marL="0">
                        <a:buNone/>
                      </a:pPr>
                      <a:r>
                        <a:rPr/>
                        <a:t>Airbus A350-1000</a:t>
                      </a:r>
                    </a:p>
                  </a:txBody>
                </a:tc>
                <a:tc>
                  <a:txBody>
                    <a:bodyPr/>
                    <a:lstStyle/>
                    <a:p>
                      <a:pPr lvl="0" indent="0" marL="0">
                        <a:buNone/>
                      </a:pPr>
                      <a:r>
                        <a:rPr/>
                        <a:t>16h 30m</a:t>
                      </a:r>
                    </a:p>
                  </a:txBody>
                </a:tc>
              </a:tr>
              <a:tr h="0">
                <a:tc>
                  <a:txBody>
                    <a:bodyPr/>
                    <a:lstStyle/>
                    <a:p>
                      <a:pPr lvl="0" indent="0" marL="0">
                        <a:buNone/>
                      </a:pPr>
                      <a:r>
                        <a:rPr/>
                        <a:t>CW259</a:t>
                      </a:r>
                    </a:p>
                  </a:txBody>
                </a:tc>
                <a:tc>
                  <a:txBody>
                    <a:bodyPr/>
                    <a:lstStyle/>
                    <a:p>
                      <a:pPr lvl="0" indent="0" marL="0">
                        <a:buNone/>
                      </a:pPr>
                      <a:r>
                        <a:rPr/>
                        <a:t>Miami (MIA)</a:t>
                      </a:r>
                    </a:p>
                  </a:txBody>
                </a:tc>
                <a:tc>
                  <a:txBody>
                    <a:bodyPr/>
                    <a:lstStyle/>
                    <a:p>
                      <a:pPr lvl="0" indent="0" marL="0">
                        <a:buNone/>
                      </a:pPr>
                      <a:r>
                        <a:rPr/>
                        <a:t>22:20</a:t>
                      </a:r>
                    </a:p>
                  </a:txBody>
                </a:tc>
                <a:tc>
                  <a:txBody>
                    <a:bodyPr/>
                    <a:lstStyle/>
                    <a:p>
                      <a:pPr lvl="0" indent="0" marL="0">
                        <a:buNone/>
                      </a:pPr>
                      <a:r>
                        <a:rPr/>
                        <a:t>04:40</a:t>
                      </a:r>
                    </a:p>
                  </a:txBody>
                </a:tc>
                <a:tc>
                  <a:txBody>
                    <a:bodyPr/>
                    <a:lstStyle/>
                    <a:p>
                      <a:pPr lvl="0" indent="0" marL="0">
                        <a:buNone/>
                      </a:pPr>
                      <a:r>
                        <a:rPr/>
                        <a:t>Boeing 787-9</a:t>
                      </a:r>
                    </a:p>
                  </a:txBody>
                </a:tc>
                <a:tc>
                  <a:txBody>
                    <a:bodyPr/>
                    <a:lstStyle/>
                    <a:p>
                      <a:pPr lvl="0" indent="0" marL="0">
                        <a:buNone/>
                      </a:pPr>
                      <a:r>
                        <a:rPr/>
                        <a:t>17h 50m</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Inbound Flights: USA to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Flight No.</a:t>
                      </a:r>
                    </a:p>
                  </a:txBody>
                  <a:tcPr/>
                </a:tc>
                <a:tc>
                  <a:txBody>
                    <a:bodyPr/>
                    <a:lstStyle/>
                    <a:p>
                      <a:pPr lvl="0" indent="0" marL="0">
                        <a:buNone/>
                      </a:pPr>
                      <a:r>
                        <a:rPr/>
                        <a:t>Origin City</a:t>
                      </a:r>
                    </a:p>
                  </a:txBody>
                  <a:tcPr/>
                </a:tc>
                <a:tc>
                  <a:txBody>
                    <a:bodyPr/>
                    <a:lstStyle/>
                    <a:p>
                      <a:pPr lvl="0" indent="0" marL="0">
                        <a:buNone/>
                      </a:pPr>
                      <a:r>
                        <a:rPr/>
                        <a:t>Departure (Local)</a:t>
                      </a:r>
                    </a:p>
                  </a:txBody>
                  <a:tcPr/>
                </a:tc>
                <a:tc>
                  <a:txBody>
                    <a:bodyPr/>
                    <a:lstStyle/>
                    <a:p>
                      <a:pPr lvl="0" indent="0" marL="0">
                        <a:buNone/>
                      </a:pPr>
                      <a:r>
                        <a:rPr/>
                        <a:t>Arrival (BOM)</a:t>
                      </a:r>
                    </a:p>
                  </a:txBody>
                  <a:tcPr/>
                </a:tc>
                <a:tc>
                  <a:txBody>
                    <a:bodyPr/>
                    <a:lstStyle/>
                    <a:p>
                      <a:pPr lvl="0" indent="0" marL="0">
                        <a:buNone/>
                      </a:pPr>
                      <a:r>
                        <a:rPr/>
                        <a:t>Aircraft Type</a:t>
                      </a:r>
                    </a:p>
                  </a:txBody>
                  <a:tcPr/>
                </a:tc>
                <a:tc>
                  <a:txBody>
                    <a:bodyPr/>
                    <a:lstStyle/>
                    <a:p>
                      <a:pPr lvl="0" indent="0" marL="0">
                        <a:buNone/>
                      </a:pPr>
                      <a:r>
                        <a:rPr/>
                        <a:t>Travel Time</a:t>
                      </a:r>
                    </a:p>
                  </a:txBody>
                  <a:tcPr/>
                </a:tc>
              </a:tr>
              <a:tr h="0">
                <a:tc>
                  <a:txBody>
                    <a:bodyPr/>
                    <a:lstStyle/>
                    <a:p>
                      <a:pPr lvl="0" indent="0" marL="0">
                        <a:buNone/>
                      </a:pPr>
                      <a:r>
                        <a:rPr/>
                        <a:t>CW242</a:t>
                      </a:r>
                    </a:p>
                  </a:txBody>
                </a:tc>
                <a:tc>
                  <a:txBody>
                    <a:bodyPr/>
                    <a:lstStyle/>
                    <a:p>
                      <a:pPr lvl="0" indent="0" marL="0">
                        <a:buNone/>
                      </a:pPr>
                      <a:r>
                        <a:rPr/>
                        <a:t>New York (JFK)</a:t>
                      </a:r>
                    </a:p>
                  </a:txBody>
                </a:tc>
                <a:tc>
                  <a:txBody>
                    <a:bodyPr/>
                    <a:lstStyle/>
                    <a:p>
                      <a:pPr lvl="0" indent="0" marL="0">
                        <a:buNone/>
                      </a:pPr>
                      <a:r>
                        <a:rPr/>
                        <a:t>10:30</a:t>
                      </a:r>
                    </a:p>
                  </a:txBody>
                </a:tc>
                <a:tc>
                  <a:txBody>
                    <a:bodyPr/>
                    <a:lstStyle/>
                    <a:p>
                      <a:pPr lvl="0" indent="0" marL="0">
                        <a:buNone/>
                      </a:pPr>
                      <a:r>
                        <a:rPr/>
                        <a:t>11:20 (+1)</a:t>
                      </a:r>
                    </a:p>
                  </a:txBody>
                </a:tc>
                <a:tc>
                  <a:txBody>
                    <a:bodyPr/>
                    <a:lstStyle/>
                    <a:p>
                      <a:pPr lvl="0" indent="0" marL="0">
                        <a:buNone/>
                      </a:pPr>
                      <a:r>
                        <a:rPr/>
                        <a:t>Boeing 787-9</a:t>
                      </a:r>
                    </a:p>
                  </a:txBody>
                </a:tc>
                <a:tc>
                  <a:txBody>
                    <a:bodyPr/>
                    <a:lstStyle/>
                    <a:p>
                      <a:pPr lvl="0" indent="0" marL="0">
                        <a:buNone/>
                      </a:pPr>
                      <a:r>
                        <a:rPr/>
                        <a:t>14h 20m</a:t>
                      </a:r>
                    </a:p>
                  </a:txBody>
                </a:tc>
              </a:tr>
              <a:tr h="0">
                <a:tc>
                  <a:txBody>
                    <a:bodyPr/>
                    <a:lstStyle/>
                    <a:p>
                      <a:pPr lvl="0" indent="0" marL="0">
                        <a:buNone/>
                      </a:pPr>
                      <a:r>
                        <a:rPr/>
                        <a:t>CW244</a:t>
                      </a:r>
                    </a:p>
                  </a:txBody>
                </a:tc>
                <a:tc>
                  <a:txBody>
                    <a:bodyPr/>
                    <a:lstStyle/>
                    <a:p>
                      <a:pPr lvl="0" indent="0" marL="0">
                        <a:buNone/>
                      </a:pPr>
                      <a:r>
                        <a:rPr/>
                        <a:t>Chicago (ORD)</a:t>
                      </a:r>
                    </a:p>
                  </a:txBody>
                </a:tc>
                <a:tc>
                  <a:txBody>
                    <a:bodyPr/>
                    <a:lstStyle/>
                    <a:p>
                      <a:pPr lvl="0" indent="0" marL="0">
                        <a:buNone/>
                      </a:pPr>
                      <a:r>
                        <a:rPr/>
                        <a:t>12:35</a:t>
                      </a:r>
                    </a:p>
                  </a:txBody>
                </a:tc>
                <a:tc>
                  <a:txBody>
                    <a:bodyPr/>
                    <a:lstStyle/>
                    <a:p>
                      <a:pPr lvl="0" indent="0" marL="0">
                        <a:buNone/>
                      </a:pPr>
                      <a:r>
                        <a:rPr/>
                        <a:t>13:35 (+1)</a:t>
                      </a:r>
                    </a:p>
                  </a:txBody>
                </a:tc>
                <a:tc>
                  <a:txBody>
                    <a:bodyPr/>
                    <a:lstStyle/>
                    <a:p>
                      <a:pPr lvl="0" indent="0" marL="0">
                        <a:buNone/>
                      </a:pPr>
                      <a:r>
                        <a:rPr/>
                        <a:t>Airbus A350-900</a:t>
                      </a:r>
                    </a:p>
                  </a:txBody>
                </a:tc>
                <a:tc>
                  <a:txBody>
                    <a:bodyPr/>
                    <a:lstStyle/>
                    <a:p>
                      <a:pPr lvl="0" indent="0" marL="0">
                        <a:buNone/>
                      </a:pPr>
                      <a:r>
                        <a:rPr/>
                        <a:t>15h 30m</a:t>
                      </a:r>
                    </a:p>
                  </a:txBody>
                </a:tc>
              </a:tr>
              <a:tr h="0">
                <a:tc>
                  <a:txBody>
                    <a:bodyPr/>
                    <a:lstStyle/>
                    <a:p>
                      <a:pPr lvl="0" indent="0" marL="0">
                        <a:buNone/>
                      </a:pPr>
                      <a:r>
                        <a:rPr/>
                        <a:t>CW246</a:t>
                      </a:r>
                    </a:p>
                  </a:txBody>
                </a:tc>
                <a:tc>
                  <a:txBody>
                    <a:bodyPr/>
                    <a:lstStyle/>
                    <a:p>
                      <a:pPr lvl="0" indent="0" marL="0">
                        <a:buNone/>
                      </a:pPr>
                      <a:r>
                        <a:rPr/>
                        <a:t>San Francisco (SFO)</a:t>
                      </a:r>
                    </a:p>
                  </a:txBody>
                </a:tc>
                <a:tc>
                  <a:txBody>
                    <a:bodyPr/>
                    <a:lstStyle/>
                    <a:p>
                      <a:pPr lvl="0" indent="0" marL="0">
                        <a:buNone/>
                      </a:pPr>
                      <a:r>
                        <a:rPr/>
                        <a:t>09:15</a:t>
                      </a:r>
                    </a:p>
                  </a:txBody>
                </a:tc>
                <a:tc>
                  <a:txBody>
                    <a:bodyPr/>
                    <a:lstStyle/>
                    <a:p>
                      <a:pPr lvl="0" indent="0" marL="0">
                        <a:buNone/>
                      </a:pPr>
                      <a:r>
                        <a:rPr/>
                        <a:t>12:00 (+1)</a:t>
                      </a:r>
                    </a:p>
                  </a:txBody>
                </a:tc>
                <a:tc>
                  <a:txBody>
                    <a:bodyPr/>
                    <a:lstStyle/>
                    <a:p>
                      <a:pPr lvl="0" indent="0" marL="0">
                        <a:buNone/>
                      </a:pPr>
                      <a:r>
                        <a:rPr/>
                        <a:t>Airbus A350-1000</a:t>
                      </a:r>
                    </a:p>
                  </a:txBody>
                </a:tc>
                <a:tc>
                  <a:txBody>
                    <a:bodyPr/>
                    <a:lstStyle/>
                    <a:p>
                      <a:pPr lvl="0" indent="0" marL="0">
                        <a:buNone/>
                      </a:pPr>
                      <a:r>
                        <a:rPr/>
                        <a:t>16h 15m</a:t>
                      </a:r>
                    </a:p>
                  </a:txBody>
                </a:tc>
              </a:tr>
              <a:tr h="0">
                <a:tc>
                  <a:txBody>
                    <a:bodyPr/>
                    <a:lstStyle/>
                    <a:p>
                      <a:pPr lvl="0" indent="0" marL="0">
                        <a:buNone/>
                      </a:pPr>
                      <a:r>
                        <a:rPr/>
                        <a:t>CW248</a:t>
                      </a:r>
                    </a:p>
                  </a:txBody>
                </a:tc>
                <a:tc>
                  <a:txBody>
                    <a:bodyPr/>
                    <a:lstStyle/>
                    <a:p>
                      <a:pPr lvl="0" indent="0" marL="0">
                        <a:buNone/>
                      </a:pPr>
                      <a:r>
                        <a:rPr/>
                        <a:t>Los Angeles (LAX)</a:t>
                      </a:r>
                    </a:p>
                  </a:txBody>
                </a:tc>
                <a:tc>
                  <a:txBody>
                    <a:bodyPr/>
                    <a:lstStyle/>
                    <a:p>
                      <a:pPr lvl="0" indent="0" marL="0">
                        <a:buNone/>
                      </a:pPr>
                      <a:r>
                        <a:rPr/>
                        <a:t>08:20</a:t>
                      </a:r>
                    </a:p>
                  </a:txBody>
                </a:tc>
                <a:tc>
                  <a:txBody>
                    <a:bodyPr/>
                    <a:lstStyle/>
                    <a:p>
                      <a:pPr lvl="0" indent="0" marL="0">
                        <a:buNone/>
                      </a:pPr>
                      <a:r>
                        <a:rPr/>
                        <a:t>13:05 (+1)</a:t>
                      </a:r>
                    </a:p>
                  </a:txBody>
                </a:tc>
                <a:tc>
                  <a:txBody>
                    <a:bodyPr/>
                    <a:lstStyle/>
                    <a:p>
                      <a:pPr lvl="0" indent="0" marL="0">
                        <a:buNone/>
                      </a:pPr>
                      <a:r>
                        <a:rPr/>
                        <a:t>Boeing 787-10</a:t>
                      </a:r>
                    </a:p>
                  </a:txBody>
                </a:tc>
                <a:tc>
                  <a:txBody>
                    <a:bodyPr/>
                    <a:lstStyle/>
                    <a:p>
                      <a:pPr lvl="0" indent="0" marL="0">
                        <a:buNone/>
                      </a:pPr>
                      <a:r>
                        <a:rPr/>
                        <a:t>16h 15m</a:t>
                      </a:r>
                    </a:p>
                  </a:txBody>
                </a:tc>
              </a:tr>
              <a:tr h="0">
                <a:tc>
                  <a:txBody>
                    <a:bodyPr/>
                    <a:lstStyle/>
                    <a:p>
                      <a:pPr lvl="0" indent="0" marL="0">
                        <a:buNone/>
                      </a:pPr>
                      <a:r>
                        <a:rPr/>
                        <a:t>CW250</a:t>
                      </a:r>
                    </a:p>
                  </a:txBody>
                </a:tc>
                <a:tc>
                  <a:txBody>
                    <a:bodyPr/>
                    <a:lstStyle/>
                    <a:p>
                      <a:pPr lvl="0" indent="0" marL="0">
                        <a:buNone/>
                      </a:pPr>
                      <a:r>
                        <a:rPr/>
                        <a:t>Dallas (DFW)</a:t>
                      </a:r>
                    </a:p>
                  </a:txBody>
                </a:tc>
                <a:tc>
                  <a:txBody>
                    <a:bodyPr/>
                    <a:lstStyle/>
                    <a:p>
                      <a:pPr lvl="0" indent="0" marL="0">
                        <a:buNone/>
                      </a:pPr>
                      <a:r>
                        <a:rPr/>
                        <a:t>13:10</a:t>
                      </a:r>
                    </a:p>
                  </a:txBody>
                </a:tc>
                <a:tc>
                  <a:txBody>
                    <a:bodyPr/>
                    <a:lstStyle/>
                    <a:p>
                      <a:pPr lvl="0" indent="0" marL="0">
                        <a:buNone/>
                      </a:pPr>
                      <a:r>
                        <a:rPr/>
                        <a:t>15:10 (+1)</a:t>
                      </a:r>
                    </a:p>
                  </a:txBody>
                </a:tc>
                <a:tc>
                  <a:txBody>
                    <a:bodyPr/>
                    <a:lstStyle/>
                    <a:p>
                      <a:pPr lvl="0" indent="0" marL="0">
                        <a:buNone/>
                      </a:pPr>
                      <a:r>
                        <a:rPr/>
                        <a:t>Airbus A380</a:t>
                      </a:r>
                    </a:p>
                  </a:txBody>
                </a:tc>
                <a:tc>
                  <a:txBody>
                    <a:bodyPr/>
                    <a:lstStyle/>
                    <a:p>
                      <a:pPr lvl="0" indent="0" marL="0">
                        <a:buNone/>
                      </a:pPr>
                      <a:r>
                        <a:rPr/>
                        <a:t>16h 30m</a:t>
                      </a:r>
                    </a:p>
                  </a:txBody>
                </a:tc>
              </a:tr>
              <a:tr h="0">
                <a:tc>
                  <a:txBody>
                    <a:bodyPr/>
                    <a:lstStyle/>
                    <a:p>
                      <a:pPr lvl="0" indent="0" marL="0">
                        <a:buNone/>
                      </a:pPr>
                      <a:r>
                        <a:rPr/>
                        <a:t>CW252</a:t>
                      </a:r>
                    </a:p>
                  </a:txBody>
                </a:tc>
                <a:tc>
                  <a:txBody>
                    <a:bodyPr/>
                    <a:lstStyle/>
                    <a:p>
                      <a:pPr lvl="0" indent="0" marL="0">
                        <a:buNone/>
                      </a:pPr>
                      <a:r>
                        <a:rPr/>
                        <a:t>Washington D.C. (IAD)</a:t>
                      </a:r>
                    </a:p>
                  </a:txBody>
                </a:tc>
                <a:tc>
                  <a:txBody>
                    <a:bodyPr/>
                    <a:lstStyle/>
                    <a:p>
                      <a:pPr lvl="0" indent="0" marL="0">
                        <a:buNone/>
                      </a:pPr>
                      <a:r>
                        <a:rPr/>
                        <a:t>10:30</a:t>
                      </a:r>
                    </a:p>
                  </a:txBody>
                </a:tc>
                <a:tc>
                  <a:txBody>
                    <a:bodyPr/>
                    <a:lstStyle/>
                    <a:p>
                      <a:pPr lvl="0" indent="0" marL="0">
                        <a:buNone/>
                      </a:pPr>
                      <a:r>
                        <a:rPr/>
                        <a:t>12:35 (+1)</a:t>
                      </a:r>
                    </a:p>
                  </a:txBody>
                </a:tc>
                <a:tc>
                  <a:txBody>
                    <a:bodyPr/>
                    <a:lstStyle/>
                    <a:p>
                      <a:pPr lvl="0" indent="0" marL="0">
                        <a:buNone/>
                      </a:pPr>
                      <a:r>
                        <a:rPr/>
                        <a:t>Boeing 787-9</a:t>
                      </a:r>
                    </a:p>
                  </a:txBody>
                </a:tc>
                <a:tc>
                  <a:txBody>
                    <a:bodyPr/>
                    <a:lstStyle/>
                    <a:p>
                      <a:pPr lvl="0" indent="0" marL="0">
                        <a:buNone/>
                      </a:pPr>
                      <a:r>
                        <a:rPr/>
                        <a:t>15h 35m</a:t>
                      </a:r>
                    </a:p>
                  </a:txBody>
                </a:tc>
              </a:tr>
              <a:tr h="0">
                <a:tc>
                  <a:txBody>
                    <a:bodyPr/>
                    <a:lstStyle/>
                    <a:p>
                      <a:pPr lvl="0" indent="0" marL="0">
                        <a:buNone/>
                      </a:pPr>
                      <a:r>
                        <a:rPr/>
                        <a:t>CW254</a:t>
                      </a:r>
                    </a:p>
                  </a:txBody>
                </a:tc>
                <a:tc>
                  <a:txBody>
                    <a:bodyPr/>
                    <a:lstStyle/>
                    <a:p>
                      <a:pPr lvl="0" indent="0" marL="0">
                        <a:buNone/>
                      </a:pPr>
                      <a:r>
                        <a:rPr/>
                        <a:t>Boston (BOS)</a:t>
                      </a:r>
                    </a:p>
                  </a:txBody>
                </a:tc>
                <a:tc>
                  <a:txBody>
                    <a:bodyPr/>
                    <a:lstStyle/>
                    <a:p>
                      <a:pPr lvl="0" indent="0" marL="0">
                        <a:buNone/>
                      </a:pPr>
                      <a:r>
                        <a:rPr/>
                        <a:t>08:35</a:t>
                      </a:r>
                    </a:p>
                  </a:txBody>
                </a:tc>
                <a:tc>
                  <a:txBody>
                    <a:bodyPr/>
                    <a:lstStyle/>
                    <a:p>
                      <a:pPr lvl="0" indent="0" marL="0">
                        <a:buNone/>
                      </a:pPr>
                      <a:r>
                        <a:rPr/>
                        <a:t>11:40 (+1)</a:t>
                      </a:r>
                    </a:p>
                  </a:txBody>
                </a:tc>
                <a:tc>
                  <a:txBody>
                    <a:bodyPr/>
                    <a:lstStyle/>
                    <a:p>
                      <a:pPr lvl="0" indent="0" marL="0">
                        <a:buNone/>
                      </a:pPr>
                      <a:r>
                        <a:rPr/>
                        <a:t>Airbus A350-900</a:t>
                      </a:r>
                    </a:p>
                  </a:txBody>
                </a:tc>
                <a:tc>
                  <a:txBody>
                    <a:bodyPr/>
                    <a:lstStyle/>
                    <a:p>
                      <a:pPr lvl="0" indent="0" marL="0">
                        <a:buNone/>
                      </a:pPr>
                      <a:r>
                        <a:rPr/>
                        <a:t>15h 35m</a:t>
                      </a:r>
                    </a:p>
                  </a:txBody>
                </a:tc>
              </a:tr>
              <a:tr h="0">
                <a:tc>
                  <a:txBody>
                    <a:bodyPr/>
                    <a:lstStyle/>
                    <a:p>
                      <a:pPr lvl="0" indent="0" marL="0">
                        <a:buNone/>
                      </a:pPr>
                      <a:r>
                        <a:rPr/>
                        <a:t>CW256</a:t>
                      </a:r>
                    </a:p>
                  </a:txBody>
                </a:tc>
                <a:tc>
                  <a:txBody>
                    <a:bodyPr/>
                    <a:lstStyle/>
                    <a:p>
                      <a:pPr lvl="0" indent="0" marL="0">
                        <a:buNone/>
                      </a:pPr>
                      <a:r>
                        <a:rPr/>
                        <a:t>Seattle (SEA)</a:t>
                      </a:r>
                    </a:p>
                  </a:txBody>
                </a:tc>
                <a:tc>
                  <a:txBody>
                    <a:bodyPr/>
                    <a:lstStyle/>
                    <a:p>
                      <a:pPr lvl="0" indent="0" marL="0">
                        <a:buNone/>
                      </a:pPr>
                      <a:r>
                        <a:rPr/>
                        <a:t>09:30</a:t>
                      </a:r>
                    </a:p>
                  </a:txBody>
                </a:tc>
                <a:tc>
                  <a:txBody>
                    <a:bodyPr/>
                    <a:lstStyle/>
                    <a:p>
                      <a:pPr lvl="0" indent="0" marL="0">
                        <a:buNone/>
                      </a:pPr>
                      <a:r>
                        <a:rPr/>
                        <a:t>13:20 (+1)</a:t>
                      </a:r>
                    </a:p>
                  </a:txBody>
                </a:tc>
                <a:tc>
                  <a:txBody>
                    <a:bodyPr/>
                    <a:lstStyle/>
                    <a:p>
                      <a:pPr lvl="0" indent="0" marL="0">
                        <a:buNone/>
                      </a:pPr>
                      <a:r>
                        <a:rPr/>
                        <a:t>Boeing 787-10</a:t>
                      </a:r>
                    </a:p>
                  </a:txBody>
                </a:tc>
                <a:tc>
                  <a:txBody>
                    <a:bodyPr/>
                    <a:lstStyle/>
                    <a:p>
                      <a:pPr lvl="0" indent="0" marL="0">
                        <a:buNone/>
                      </a:pPr>
                      <a:r>
                        <a:rPr/>
                        <a:t>15h 20m</a:t>
                      </a:r>
                    </a:p>
                  </a:txBody>
                </a:tc>
              </a:tr>
              <a:tr h="0">
                <a:tc>
                  <a:txBody>
                    <a:bodyPr/>
                    <a:lstStyle/>
                    <a:p>
                      <a:pPr lvl="0" indent="0" marL="0">
                        <a:buNone/>
                      </a:pPr>
                      <a:r>
                        <a:rPr/>
                        <a:t>CW258</a:t>
                      </a:r>
                    </a:p>
                  </a:txBody>
                </a:tc>
                <a:tc>
                  <a:txBody>
                    <a:bodyPr/>
                    <a:lstStyle/>
                    <a:p>
                      <a:pPr lvl="0" indent="0" marL="0">
                        <a:buNone/>
                      </a:pPr>
                      <a:r>
                        <a:rPr/>
                        <a:t>Houston (IAH)</a:t>
                      </a:r>
                    </a:p>
                  </a:txBody>
                </a:tc>
                <a:tc>
                  <a:txBody>
                    <a:bodyPr/>
                    <a:lstStyle/>
                    <a:p>
                      <a:pPr lvl="0" indent="0" marL="0">
                        <a:buNone/>
                      </a:pPr>
                      <a:r>
                        <a:rPr/>
                        <a:t>13:50</a:t>
                      </a:r>
                    </a:p>
                  </a:txBody>
                </a:tc>
                <a:tc>
                  <a:txBody>
                    <a:bodyPr/>
                    <a:lstStyle/>
                    <a:p>
                      <a:pPr lvl="0" indent="0" marL="0">
                        <a:buNone/>
                      </a:pPr>
                      <a:r>
                        <a:rPr/>
                        <a:t>17:05 (+1)</a:t>
                      </a:r>
                    </a:p>
                  </a:txBody>
                </a:tc>
                <a:tc>
                  <a:txBody>
                    <a:bodyPr/>
                    <a:lstStyle/>
                    <a:p>
                      <a:pPr lvl="0" indent="0" marL="0">
                        <a:buNone/>
                      </a:pPr>
                      <a:r>
                        <a:rPr/>
                        <a:t>Airbus A350-1000</a:t>
                      </a:r>
                    </a:p>
                  </a:txBody>
                </a:tc>
                <a:tc>
                  <a:txBody>
                    <a:bodyPr/>
                    <a:lstStyle/>
                    <a:p>
                      <a:pPr lvl="0" indent="0" marL="0">
                        <a:buNone/>
                      </a:pPr>
                      <a:r>
                        <a:rPr/>
                        <a:t>16h 45m</a:t>
                      </a:r>
                    </a:p>
                  </a:txBody>
                </a:tc>
              </a:tr>
              <a:tr h="0">
                <a:tc>
                  <a:txBody>
                    <a:bodyPr/>
                    <a:lstStyle/>
                    <a:p>
                      <a:pPr lvl="0" indent="0" marL="0">
                        <a:buNone/>
                      </a:pPr>
                      <a:r>
                        <a:rPr/>
                        <a:t>CW260</a:t>
                      </a:r>
                    </a:p>
                  </a:txBody>
                </a:tc>
                <a:tc>
                  <a:txBody>
                    <a:bodyPr/>
                    <a:lstStyle/>
                    <a:p>
                      <a:pPr lvl="0" indent="0" marL="0">
                        <a:buNone/>
                      </a:pPr>
                      <a:r>
                        <a:rPr/>
                        <a:t>Miami (MIA)</a:t>
                      </a:r>
                    </a:p>
                  </a:txBody>
                </a:tc>
                <a:tc>
                  <a:txBody>
                    <a:bodyPr/>
                    <a:lstStyle/>
                    <a:p>
                      <a:pPr lvl="0" indent="0" marL="0">
                        <a:buNone/>
                      </a:pPr>
                      <a:r>
                        <a:rPr/>
                        <a:t>07:30</a:t>
                      </a:r>
                    </a:p>
                  </a:txBody>
                </a:tc>
                <a:tc>
                  <a:txBody>
                    <a:bodyPr/>
                    <a:lstStyle/>
                    <a:p>
                      <a:pPr lvl="0" indent="0" marL="0">
                        <a:buNone/>
                      </a:pPr>
                      <a:r>
                        <a:rPr/>
                        <a:t>12:35 (+1)</a:t>
                      </a:r>
                    </a:p>
                  </a:txBody>
                </a:tc>
                <a:tc>
                  <a:txBody>
                    <a:bodyPr/>
                    <a:lstStyle/>
                    <a:p>
                      <a:pPr lvl="0" indent="0" marL="0">
                        <a:buNone/>
                      </a:pPr>
                      <a:r>
                        <a:rPr/>
                        <a:t>Boeing 787-9</a:t>
                      </a:r>
                    </a:p>
                  </a:txBody>
                </a:tc>
                <a:tc>
                  <a:txBody>
                    <a:bodyPr/>
                    <a:lstStyle/>
                    <a:p>
                      <a:pPr lvl="0" indent="0" marL="0">
                        <a:buNone/>
                      </a:pPr>
                      <a:r>
                        <a:rPr/>
                        <a:t>17h 35m</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For real-time schedules and booking, visit </a:t>
            </a:r>
            <a:r>
              <a:rPr i="1">
                <a:hlinkClick r:id="rId2"/>
              </a:rPr>
              <a:t>CloudWay24.com</a:t>
            </a:r>
            <a:r>
              <a:rPr i="1"/>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Mumbai ↔ Europe Flight Schedule</a:t>
            </a:r>
          </a:p>
        </p:txBody>
      </p:sp>
      <p:sp>
        <p:nvSpPr>
          <p:cNvPr id="3" name="Content Placeholder 2"/>
          <p:cNvSpPr>
            <a:spLocks noGrp="1"/>
          </p:cNvSpPr>
          <p:nvPr>
            <p:ph idx="1"/>
          </p:nvPr>
        </p:nvSpPr>
        <p:spPr/>
        <p:txBody>
          <a:bodyPr/>
          <a:lstStyle/>
          <a:p>
            <a:pPr lvl="0" indent="0" marL="0">
              <a:buNone/>
            </a:pPr>
            <a:r>
              <a:rPr/>
              <a:t>Below are sample schedules for direct flights from Mumbai to major European cities and return legs, with dummy flight numbers, aircraft types, and typical non-stop travel times.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Outbound Flights: Departing from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Flight No.</a:t>
                      </a:r>
                    </a:p>
                  </a:txBody>
                  <a:tcPr/>
                </a:tc>
                <a:tc>
                  <a:txBody>
                    <a:bodyPr/>
                    <a:lstStyle/>
                    <a:p>
                      <a:pPr lvl="0" indent="0" marL="0">
                        <a:buNone/>
                      </a:pPr>
                      <a:r>
                        <a:rPr/>
                        <a:t>Destination City</a:t>
                      </a:r>
                    </a:p>
                  </a:txBody>
                  <a:tcPr/>
                </a:tc>
                <a:tc>
                  <a:txBody>
                    <a:bodyPr/>
                    <a:lstStyle/>
                    <a:p>
                      <a:pPr lvl="0" indent="0" marL="0">
                        <a:buNone/>
                      </a:pPr>
                      <a:r>
                        <a:rPr/>
                        <a:t>Departure (Mumbai Time)</a:t>
                      </a:r>
                    </a:p>
                  </a:txBody>
                  <a:tcPr/>
                </a:tc>
                <a:tc>
                  <a:txBody>
                    <a:bodyPr/>
                    <a:lstStyle/>
                    <a:p>
                      <a:pPr lvl="0" indent="0" marL="0">
                        <a:buNone/>
                      </a:pPr>
                      <a:r>
                        <a:rPr/>
                        <a:t>Arrival (Local Time)</a:t>
                      </a:r>
                    </a:p>
                  </a:txBody>
                  <a:tcPr/>
                </a:tc>
                <a:tc>
                  <a:txBody>
                    <a:bodyPr/>
                    <a:lstStyle/>
                    <a:p>
                      <a:pPr lvl="0" indent="0" marL="0">
                        <a:buNone/>
                      </a:pPr>
                      <a:r>
                        <a:rPr/>
                        <a:t>Aircraft Type</a:t>
                      </a:r>
                    </a:p>
                  </a:txBody>
                  <a:tcPr/>
                </a:tc>
                <a:tc>
                  <a:txBody>
                    <a:bodyPr/>
                    <a:lstStyle/>
                    <a:p>
                      <a:pPr lvl="0" indent="0" marL="0">
                        <a:buNone/>
                      </a:pPr>
                      <a:r>
                        <a:rPr/>
                        <a:t>Approx. Travel Time</a:t>
                      </a:r>
                    </a:p>
                  </a:txBody>
                  <a:tcPr/>
                </a:tc>
              </a:tr>
              <a:tr h="0">
                <a:tc>
                  <a:txBody>
                    <a:bodyPr/>
                    <a:lstStyle/>
                    <a:p>
                      <a:pPr lvl="0" indent="0" marL="0">
                        <a:buNone/>
                      </a:pPr>
                      <a:r>
                        <a:rPr/>
                        <a:t>CW241</a:t>
                      </a:r>
                    </a:p>
                  </a:txBody>
                </a:tc>
                <a:tc>
                  <a:txBody>
                    <a:bodyPr/>
                    <a:lstStyle/>
                    <a:p>
                      <a:pPr lvl="0" indent="0" marL="0">
                        <a:buNone/>
                      </a:pPr>
                      <a:r>
                        <a:rPr/>
                        <a:t>London (LHR)</a:t>
                      </a:r>
                    </a:p>
                  </a:txBody>
                </a:tc>
                <a:tc>
                  <a:txBody>
                    <a:bodyPr/>
                    <a:lstStyle/>
                    <a:p>
                      <a:pPr lvl="0" indent="0" marL="0">
                        <a:buNone/>
                      </a:pPr>
                      <a:r>
                        <a:rPr/>
                        <a:t>02:15</a:t>
                      </a:r>
                    </a:p>
                  </a:txBody>
                </a:tc>
                <a:tc>
                  <a:txBody>
                    <a:bodyPr/>
                    <a:lstStyle/>
                    <a:p>
                      <a:pPr lvl="0" indent="0" marL="0">
                        <a:buNone/>
                      </a:pPr>
                      <a:r>
                        <a:rPr/>
                        <a:t>06:40</a:t>
                      </a:r>
                    </a:p>
                  </a:txBody>
                </a:tc>
                <a:tc>
                  <a:txBody>
                    <a:bodyPr/>
                    <a:lstStyle/>
                    <a:p>
                      <a:pPr lvl="0" indent="0" marL="0">
                        <a:buNone/>
                      </a:pPr>
                      <a:r>
                        <a:rPr/>
                        <a:t>Boeing 787 Dreamliner</a:t>
                      </a:r>
                    </a:p>
                  </a:txBody>
                </a:tc>
                <a:tc>
                  <a:txBody>
                    <a:bodyPr/>
                    <a:lstStyle/>
                    <a:p>
                      <a:pPr lvl="0" indent="0" marL="0">
                        <a:buNone/>
                      </a:pPr>
                      <a:r>
                        <a:rPr/>
                        <a:t>9h 55m</a:t>
                      </a:r>
                    </a:p>
                  </a:txBody>
                </a:tc>
              </a:tr>
              <a:tr h="0">
                <a:tc>
                  <a:txBody>
                    <a:bodyPr/>
                    <a:lstStyle/>
                    <a:p>
                      <a:pPr lvl="0" indent="0" marL="0">
                        <a:buNone/>
                      </a:pPr>
                      <a:r>
                        <a:rPr/>
                        <a:t>CW243</a:t>
                      </a:r>
                    </a:p>
                  </a:txBody>
                </a:tc>
                <a:tc>
                  <a:txBody>
                    <a:bodyPr/>
                    <a:lstStyle/>
                    <a:p>
                      <a:pPr lvl="0" indent="0" marL="0">
                        <a:buNone/>
                      </a:pPr>
                      <a:r>
                        <a:rPr/>
                        <a:t>Paris (CDG)</a:t>
                      </a:r>
                    </a:p>
                  </a:txBody>
                </a:tc>
                <a:tc>
                  <a:txBody>
                    <a:bodyPr/>
                    <a:lstStyle/>
                    <a:p>
                      <a:pPr lvl="0" indent="0" marL="0">
                        <a:buNone/>
                      </a:pPr>
                      <a:r>
                        <a:rPr/>
                        <a:t>01:10</a:t>
                      </a:r>
                    </a:p>
                  </a:txBody>
                </a:tc>
                <a:tc>
                  <a:txBody>
                    <a:bodyPr/>
                    <a:lstStyle/>
                    <a:p>
                      <a:pPr lvl="0" indent="0" marL="0">
                        <a:buNone/>
                      </a:pPr>
                      <a:r>
                        <a:rPr/>
                        <a:t>06:00</a:t>
                      </a:r>
                    </a:p>
                  </a:txBody>
                </a:tc>
                <a:tc>
                  <a:txBody>
                    <a:bodyPr/>
                    <a:lstStyle/>
                    <a:p>
                      <a:pPr lvl="0" indent="0" marL="0">
                        <a:buNone/>
                      </a:pPr>
                      <a:r>
                        <a:rPr/>
                        <a:t>Airbus A350</a:t>
                      </a:r>
                    </a:p>
                  </a:txBody>
                </a:tc>
                <a:tc>
                  <a:txBody>
                    <a:bodyPr/>
                    <a:lstStyle/>
                    <a:p>
                      <a:pPr lvl="0" indent="0" marL="0">
                        <a:buNone/>
                      </a:pPr>
                      <a:r>
                        <a:rPr/>
                        <a:t>9h 20m</a:t>
                      </a:r>
                    </a:p>
                  </a:txBody>
                </a:tc>
              </a:tr>
              <a:tr h="0">
                <a:tc>
                  <a:txBody>
                    <a:bodyPr/>
                    <a:lstStyle/>
                    <a:p>
                      <a:pPr lvl="0" indent="0" marL="0">
                        <a:buNone/>
                      </a:pPr>
                      <a:r>
                        <a:rPr/>
                        <a:t>CW247</a:t>
                      </a:r>
                    </a:p>
                  </a:txBody>
                </a:tc>
                <a:tc>
                  <a:txBody>
                    <a:bodyPr/>
                    <a:lstStyle/>
                    <a:p>
                      <a:pPr lvl="0" indent="0" marL="0">
                        <a:buNone/>
                      </a:pPr>
                      <a:r>
                        <a:rPr/>
                        <a:t>Frankfurt (FRA)</a:t>
                      </a:r>
                    </a:p>
                  </a:txBody>
                </a:tc>
                <a:tc>
                  <a:txBody>
                    <a:bodyPr/>
                    <a:lstStyle/>
                    <a:p>
                      <a:pPr lvl="0" indent="0" marL="0">
                        <a:buNone/>
                      </a:pPr>
                      <a:r>
                        <a:rPr/>
                        <a:t>03:25</a:t>
                      </a:r>
                    </a:p>
                  </a:txBody>
                </a:tc>
                <a:tc>
                  <a:txBody>
                    <a:bodyPr/>
                    <a:lstStyle/>
                    <a:p>
                      <a:pPr lvl="0" indent="0" marL="0">
                        <a:buNone/>
                      </a:pPr>
                      <a:r>
                        <a:rPr/>
                        <a:t>08:10</a:t>
                      </a:r>
                    </a:p>
                  </a:txBody>
                </a:tc>
                <a:tc>
                  <a:txBody>
                    <a:bodyPr/>
                    <a:lstStyle/>
                    <a:p>
                      <a:pPr lvl="0" indent="0" marL="0">
                        <a:buNone/>
                      </a:pPr>
                      <a:r>
                        <a:rPr/>
                        <a:t>Airbus A350</a:t>
                      </a:r>
                    </a:p>
                  </a:txBody>
                </a:tc>
                <a:tc>
                  <a:txBody>
                    <a:bodyPr/>
                    <a:lstStyle/>
                    <a:p>
                      <a:pPr lvl="0" indent="0" marL="0">
                        <a:buNone/>
                      </a:pPr>
                      <a:r>
                        <a:rPr/>
                        <a:t>8h 15m</a:t>
                      </a:r>
                    </a:p>
                  </a:txBody>
                </a:tc>
              </a:tr>
              <a:tr h="0">
                <a:tc>
                  <a:txBody>
                    <a:bodyPr/>
                    <a:lstStyle/>
                    <a:p>
                      <a:pPr lvl="0" indent="0" marL="0">
                        <a:buNone/>
                      </a:pPr>
                      <a:r>
                        <a:rPr/>
                        <a:t>CW249</a:t>
                      </a:r>
                    </a:p>
                  </a:txBody>
                </a:tc>
                <a:tc>
                  <a:txBody>
                    <a:bodyPr/>
                    <a:lstStyle/>
                    <a:p>
                      <a:pPr lvl="0" indent="0" marL="0">
                        <a:buNone/>
                      </a:pPr>
                      <a:r>
                        <a:rPr/>
                        <a:t>Amsterdam (AMS)</a:t>
                      </a:r>
                    </a:p>
                  </a:txBody>
                </a:tc>
                <a:tc>
                  <a:txBody>
                    <a:bodyPr/>
                    <a:lstStyle/>
                    <a:p>
                      <a:pPr lvl="0" indent="0" marL="0">
                        <a:buNone/>
                      </a:pPr>
                      <a:r>
                        <a:rPr/>
                        <a:t>02:50</a:t>
                      </a:r>
                    </a:p>
                  </a:txBody>
                </a:tc>
                <a:tc>
                  <a:txBody>
                    <a:bodyPr/>
                    <a:lstStyle/>
                    <a:p>
                      <a:pPr lvl="0" indent="0" marL="0">
                        <a:buNone/>
                      </a:pPr>
                      <a:r>
                        <a:rPr/>
                        <a:t>07:10</a:t>
                      </a:r>
                    </a:p>
                  </a:txBody>
                </a:tc>
                <a:tc>
                  <a:txBody>
                    <a:bodyPr/>
                    <a:lstStyle/>
                    <a:p>
                      <a:pPr lvl="0" indent="0" marL="0">
                        <a:buNone/>
                      </a:pPr>
                      <a:r>
                        <a:rPr/>
                        <a:t>Boeing 787 Dreamliner</a:t>
                      </a:r>
                    </a:p>
                  </a:txBody>
                </a:tc>
                <a:tc>
                  <a:txBody>
                    <a:bodyPr/>
                    <a:lstStyle/>
                    <a:p>
                      <a:pPr lvl="0" indent="0" marL="0">
                        <a:buNone/>
                      </a:pPr>
                      <a:r>
                        <a:rPr/>
                        <a:t>9h 50m</a:t>
                      </a:r>
                    </a:p>
                  </a:txBody>
                </a:tc>
              </a:tr>
              <a:tr h="0">
                <a:tc>
                  <a:txBody>
                    <a:bodyPr/>
                    <a:lstStyle/>
                    <a:p>
                      <a:pPr lvl="0" indent="0" marL="0">
                        <a:buNone/>
                      </a:pPr>
                      <a:r>
                        <a:rPr/>
                        <a:t>CW251</a:t>
                      </a:r>
                    </a:p>
                  </a:txBody>
                </a:tc>
                <a:tc>
                  <a:txBody>
                    <a:bodyPr/>
                    <a:lstStyle/>
                    <a:p>
                      <a:pPr lvl="0" indent="0" marL="0">
                        <a:buNone/>
                      </a:pPr>
                      <a:r>
                        <a:rPr/>
                        <a:t>Zurich (ZRH)</a:t>
                      </a:r>
                    </a:p>
                  </a:txBody>
                </a:tc>
                <a:tc>
                  <a:txBody>
                    <a:bodyPr/>
                    <a:lstStyle/>
                    <a:p>
                      <a:pPr lvl="0" indent="0" marL="0">
                        <a:buNone/>
                      </a:pPr>
                      <a:r>
                        <a:rPr/>
                        <a:t>01:55</a:t>
                      </a:r>
                    </a:p>
                  </a:txBody>
                </a:tc>
                <a:tc>
                  <a:txBody>
                    <a:bodyPr/>
                    <a:lstStyle/>
                    <a:p>
                      <a:pPr lvl="0" indent="0" marL="0">
                        <a:buNone/>
                      </a:pPr>
                      <a:r>
                        <a:rPr/>
                        <a:t>06:20</a:t>
                      </a:r>
                    </a:p>
                  </a:txBody>
                </a:tc>
                <a:tc>
                  <a:txBody>
                    <a:bodyPr/>
                    <a:lstStyle/>
                    <a:p>
                      <a:pPr lvl="0" indent="0" marL="0">
                        <a:buNone/>
                      </a:pPr>
                      <a:r>
                        <a:rPr/>
                        <a:t>Airbus A350</a:t>
                      </a:r>
                    </a:p>
                  </a:txBody>
                </a:tc>
                <a:tc>
                  <a:txBody>
                    <a:bodyPr/>
                    <a:lstStyle/>
                    <a:p>
                      <a:pPr lvl="0" indent="0" marL="0">
                        <a:buNone/>
                      </a:pPr>
                      <a:r>
                        <a:rPr/>
                        <a:t>8h 55m</a:t>
                      </a:r>
                    </a:p>
                  </a:txBody>
                </a:tc>
              </a:tr>
              <a:tr h="0">
                <a:tc>
                  <a:txBody>
                    <a:bodyPr/>
                    <a:lstStyle/>
                    <a:p>
                      <a:pPr lvl="0" indent="0" marL="0">
                        <a:buNone/>
                      </a:pPr>
                      <a:r>
                        <a:rPr/>
                        <a:t>CW253</a:t>
                      </a:r>
                    </a:p>
                  </a:txBody>
                </a:tc>
                <a:tc>
                  <a:txBody>
                    <a:bodyPr/>
                    <a:lstStyle/>
                    <a:p>
                      <a:pPr lvl="0" indent="0" marL="0">
                        <a:buNone/>
                      </a:pPr>
                      <a:r>
                        <a:rPr/>
                        <a:t>Rome (FCO)</a:t>
                      </a:r>
                    </a:p>
                  </a:txBody>
                </a:tc>
                <a:tc>
                  <a:txBody>
                    <a:bodyPr/>
                    <a:lstStyle/>
                    <a:p>
                      <a:pPr lvl="0" indent="0" marL="0">
                        <a:buNone/>
                      </a:pPr>
                      <a:r>
                        <a:rPr/>
                        <a:t>04:20</a:t>
                      </a:r>
                    </a:p>
                  </a:txBody>
                </a:tc>
                <a:tc>
                  <a:txBody>
                    <a:bodyPr/>
                    <a:lstStyle/>
                    <a:p>
                      <a:pPr lvl="0" indent="0" marL="0">
                        <a:buNone/>
                      </a:pPr>
                      <a:r>
                        <a:rPr/>
                        <a:t>09:10</a:t>
                      </a:r>
                    </a:p>
                  </a:txBody>
                </a:tc>
                <a:tc>
                  <a:txBody>
                    <a:bodyPr/>
                    <a:lstStyle/>
                    <a:p>
                      <a:pPr lvl="0" indent="0" marL="0">
                        <a:buNone/>
                      </a:pPr>
                      <a:r>
                        <a:rPr/>
                        <a:t>Boeing 787 Dreamliner</a:t>
                      </a:r>
                    </a:p>
                  </a:txBody>
                </a:tc>
                <a:tc>
                  <a:txBody>
                    <a:bodyPr/>
                    <a:lstStyle/>
                    <a:p>
                      <a:pPr lvl="0" indent="0" marL="0">
                        <a:buNone/>
                      </a:pPr>
                      <a:r>
                        <a:rPr/>
                        <a:t>8h 40m</a:t>
                      </a:r>
                    </a:p>
                  </a:txBody>
                </a:tc>
              </a:tr>
              <a:tr h="0">
                <a:tc>
                  <a:txBody>
                    <a:bodyPr/>
                    <a:lstStyle/>
                    <a:p>
                      <a:pPr lvl="0" indent="0" marL="0">
                        <a:buNone/>
                      </a:pPr>
                      <a:r>
                        <a:rPr/>
                        <a:t>CW255</a:t>
                      </a:r>
                    </a:p>
                  </a:txBody>
                </a:tc>
                <a:tc>
                  <a:txBody>
                    <a:bodyPr/>
                    <a:lstStyle/>
                    <a:p>
                      <a:pPr lvl="0" indent="0" marL="0">
                        <a:buNone/>
                      </a:pPr>
                      <a:r>
                        <a:rPr/>
                        <a:t>Madrid (MAD)</a:t>
                      </a:r>
                    </a:p>
                  </a:txBody>
                </a:tc>
                <a:tc>
                  <a:txBody>
                    <a:bodyPr/>
                    <a:lstStyle/>
                    <a:p>
                      <a:pPr lvl="0" indent="0" marL="0">
                        <a:buNone/>
                      </a:pPr>
                      <a:r>
                        <a:rPr/>
                        <a:t>01:00</a:t>
                      </a:r>
                    </a:p>
                  </a:txBody>
                </a:tc>
                <a:tc>
                  <a:txBody>
                    <a:bodyPr/>
                    <a:lstStyle/>
                    <a:p>
                      <a:pPr lvl="0" indent="0" marL="0">
                        <a:buNone/>
                      </a:pPr>
                      <a:r>
                        <a:rPr/>
                        <a:t>06:25</a:t>
                      </a:r>
                    </a:p>
                  </a:txBody>
                </a:tc>
                <a:tc>
                  <a:txBody>
                    <a:bodyPr/>
                    <a:lstStyle/>
                    <a:p>
                      <a:pPr lvl="0" indent="0" marL="0">
                        <a:buNone/>
                      </a:pPr>
                      <a:r>
                        <a:rPr/>
                        <a:t>Airbus A350</a:t>
                      </a:r>
                    </a:p>
                  </a:txBody>
                </a:tc>
                <a:tc>
                  <a:txBody>
                    <a:bodyPr/>
                    <a:lstStyle/>
                    <a:p>
                      <a:pPr lvl="0" indent="0" marL="0">
                        <a:buNone/>
                      </a:pPr>
                      <a:r>
                        <a:rPr/>
                        <a:t>10h 55m</a:t>
                      </a:r>
                    </a:p>
                  </a:txBody>
                </a:tc>
              </a:tr>
              <a:tr h="0">
                <a:tc>
                  <a:txBody>
                    <a:bodyPr/>
                    <a:lstStyle/>
                    <a:p>
                      <a:pPr lvl="0" indent="0" marL="0">
                        <a:buNone/>
                      </a:pPr>
                      <a:r>
                        <a:rPr/>
                        <a:t>CW257</a:t>
                      </a:r>
                    </a:p>
                  </a:txBody>
                </a:tc>
                <a:tc>
                  <a:txBody>
                    <a:bodyPr/>
                    <a:lstStyle/>
                    <a:p>
                      <a:pPr lvl="0" indent="0" marL="0">
                        <a:buNone/>
                      </a:pPr>
                      <a:r>
                        <a:rPr/>
                        <a:t>Munich (MUC)</a:t>
                      </a:r>
                    </a:p>
                  </a:txBody>
                </a:tc>
                <a:tc>
                  <a:txBody>
                    <a:bodyPr/>
                    <a:lstStyle/>
                    <a:p>
                      <a:pPr lvl="0" indent="0" marL="0">
                        <a:buNone/>
                      </a:pPr>
                      <a:r>
                        <a:rPr/>
                        <a:t>03:10</a:t>
                      </a:r>
                    </a:p>
                  </a:txBody>
                </a:tc>
                <a:tc>
                  <a:txBody>
                    <a:bodyPr/>
                    <a:lstStyle/>
                    <a:p>
                      <a:pPr lvl="0" indent="0" marL="0">
                        <a:buNone/>
                      </a:pPr>
                      <a:r>
                        <a:rPr/>
                        <a:t>07:15</a:t>
                      </a:r>
                    </a:p>
                  </a:txBody>
                </a:tc>
                <a:tc>
                  <a:txBody>
                    <a:bodyPr/>
                    <a:lstStyle/>
                    <a:p>
                      <a:pPr lvl="0" indent="0" marL="0">
                        <a:buNone/>
                      </a:pPr>
                      <a:r>
                        <a:rPr/>
                        <a:t>Airbus A350</a:t>
                      </a:r>
                    </a:p>
                  </a:txBody>
                </a:tc>
                <a:tc>
                  <a:txBody>
                    <a:bodyPr/>
                    <a:lstStyle/>
                    <a:p>
                      <a:pPr lvl="0" indent="0" marL="0">
                        <a:buNone/>
                      </a:pPr>
                      <a:r>
                        <a:rPr/>
                        <a:t>8h 35m</a:t>
                      </a:r>
                    </a:p>
                  </a:txBody>
                </a:tc>
              </a:tr>
              <a:tr h="0">
                <a:tc>
                  <a:txBody>
                    <a:bodyPr/>
                    <a:lstStyle/>
                    <a:p>
                      <a:pPr lvl="0" indent="0" marL="0">
                        <a:buNone/>
                      </a:pPr>
                      <a:r>
                        <a:rPr/>
                        <a:t>CW259</a:t>
                      </a:r>
                    </a:p>
                  </a:txBody>
                </a:tc>
                <a:tc>
                  <a:txBody>
                    <a:bodyPr/>
                    <a:lstStyle/>
                    <a:p>
                      <a:pPr lvl="0" indent="0" marL="0">
                        <a:buNone/>
                      </a:pPr>
                      <a:r>
                        <a:rPr/>
                        <a:t>Vienna (VIE)</a:t>
                      </a:r>
                    </a:p>
                  </a:txBody>
                </a:tc>
                <a:tc>
                  <a:txBody>
                    <a:bodyPr/>
                    <a:lstStyle/>
                    <a:p>
                      <a:pPr lvl="0" indent="0" marL="0">
                        <a:buNone/>
                      </a:pPr>
                      <a:r>
                        <a:rPr/>
                        <a:t>01:45</a:t>
                      </a:r>
                    </a:p>
                  </a:txBody>
                </a:tc>
                <a:tc>
                  <a:txBody>
                    <a:bodyPr/>
                    <a:lstStyle/>
                    <a:p>
                      <a:pPr lvl="0" indent="0" marL="0">
                        <a:buNone/>
                      </a:pPr>
                      <a:r>
                        <a:rPr/>
                        <a:t>06:10</a:t>
                      </a:r>
                    </a:p>
                  </a:txBody>
                </a:tc>
                <a:tc>
                  <a:txBody>
                    <a:bodyPr/>
                    <a:lstStyle/>
                    <a:p>
                      <a:pPr lvl="0" indent="0" marL="0">
                        <a:buNone/>
                      </a:pPr>
                      <a:r>
                        <a:rPr/>
                        <a:t>Boeing 787 Dreamliner</a:t>
                      </a:r>
                    </a:p>
                  </a:txBody>
                </a:tc>
                <a:tc>
                  <a:txBody>
                    <a:bodyPr/>
                    <a:lstStyle/>
                    <a:p>
                      <a:pPr lvl="0" indent="0" marL="0">
                        <a:buNone/>
                      </a:pPr>
                      <a:r>
                        <a:rPr/>
                        <a:t>8h 55m</a:t>
                      </a:r>
                    </a:p>
                  </a:txBody>
                </a:tc>
              </a:tr>
              <a:tr h="0">
                <a:tc>
                  <a:txBody>
                    <a:bodyPr/>
                    <a:lstStyle/>
                    <a:p>
                      <a:pPr lvl="0" indent="0" marL="0">
                        <a:buNone/>
                      </a:pPr>
                      <a:r>
                        <a:rPr/>
                        <a:t>CW261</a:t>
                      </a:r>
                    </a:p>
                  </a:txBody>
                </a:tc>
                <a:tc>
                  <a:txBody>
                    <a:bodyPr/>
                    <a:lstStyle/>
                    <a:p>
                      <a:pPr lvl="0" indent="0" marL="0">
                        <a:buNone/>
                      </a:pPr>
                      <a:r>
                        <a:rPr/>
                        <a:t>Brussels (BRU)</a:t>
                      </a:r>
                    </a:p>
                  </a:txBody>
                </a:tc>
                <a:tc>
                  <a:txBody>
                    <a:bodyPr/>
                    <a:lstStyle/>
                    <a:p>
                      <a:pPr lvl="0" indent="0" marL="0">
                        <a:buNone/>
                      </a:pPr>
                      <a:r>
                        <a:rPr/>
                        <a:t>02:35</a:t>
                      </a:r>
                    </a:p>
                  </a:txBody>
                </a:tc>
                <a:tc>
                  <a:txBody>
                    <a:bodyPr/>
                    <a:lstStyle/>
                    <a:p>
                      <a:pPr lvl="0" indent="0" marL="0">
                        <a:buNone/>
                      </a:pPr>
                      <a:r>
                        <a:rPr/>
                        <a:t>07:30</a:t>
                      </a:r>
                    </a:p>
                  </a:txBody>
                </a:tc>
                <a:tc>
                  <a:txBody>
                    <a:bodyPr/>
                    <a:lstStyle/>
                    <a:p>
                      <a:pPr lvl="0" indent="0" marL="0">
                        <a:buNone/>
                      </a:pPr>
                      <a:r>
                        <a:rPr/>
                        <a:t>Airbus A350</a:t>
                      </a:r>
                    </a:p>
                  </a:txBody>
                </a:tc>
                <a:tc>
                  <a:txBody>
                    <a:bodyPr/>
                    <a:lstStyle/>
                    <a:p>
                      <a:pPr lvl="0" indent="0" marL="0">
                        <a:buNone/>
                      </a:pPr>
                      <a:r>
                        <a:rPr/>
                        <a:t>8h 55m</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Inbound Flights: Arriving to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Flight No.</a:t>
                      </a:r>
                    </a:p>
                  </a:txBody>
                  <a:tcPr/>
                </a:tc>
                <a:tc>
                  <a:txBody>
                    <a:bodyPr/>
                    <a:lstStyle/>
                    <a:p>
                      <a:pPr lvl="0" indent="0" marL="0">
                        <a:buNone/>
                      </a:pPr>
                      <a:r>
                        <a:rPr/>
                        <a:t>Origin City</a:t>
                      </a:r>
                    </a:p>
                  </a:txBody>
                  <a:tcPr/>
                </a:tc>
                <a:tc>
                  <a:txBody>
                    <a:bodyPr/>
                    <a:lstStyle/>
                    <a:p>
                      <a:pPr lvl="0" indent="0" marL="0">
                        <a:buNone/>
                      </a:pPr>
                      <a:r>
                        <a:rPr/>
                        <a:t>Departure (Local Time)</a:t>
                      </a:r>
                    </a:p>
                  </a:txBody>
                  <a:tcPr/>
                </a:tc>
                <a:tc>
                  <a:txBody>
                    <a:bodyPr/>
                    <a:lstStyle/>
                    <a:p>
                      <a:pPr lvl="0" indent="0" marL="0">
                        <a:buNone/>
                      </a:pPr>
                      <a:r>
                        <a:rPr/>
                        <a:t>Arrival (Mumbai Time)</a:t>
                      </a:r>
                    </a:p>
                  </a:txBody>
                  <a:tcPr/>
                </a:tc>
                <a:tc>
                  <a:txBody>
                    <a:bodyPr/>
                    <a:lstStyle/>
                    <a:p>
                      <a:pPr lvl="0" indent="0" marL="0">
                        <a:buNone/>
                      </a:pPr>
                      <a:r>
                        <a:rPr/>
                        <a:t>Aircraft Type</a:t>
                      </a:r>
                    </a:p>
                  </a:txBody>
                  <a:tcPr/>
                </a:tc>
                <a:tc>
                  <a:txBody>
                    <a:bodyPr/>
                    <a:lstStyle/>
                    <a:p>
                      <a:pPr lvl="0" indent="0" marL="0">
                        <a:buNone/>
                      </a:pPr>
                      <a:r>
                        <a:rPr/>
                        <a:t>Approx. Travel Time</a:t>
                      </a:r>
                    </a:p>
                  </a:txBody>
                  <a:tcPr/>
                </a:tc>
              </a:tr>
              <a:tr h="0">
                <a:tc>
                  <a:txBody>
                    <a:bodyPr/>
                    <a:lstStyle/>
                    <a:p>
                      <a:pPr lvl="0" indent="0" marL="0">
                        <a:buNone/>
                      </a:pPr>
                      <a:r>
                        <a:rPr/>
                        <a:t>CW242</a:t>
                      </a:r>
                    </a:p>
                  </a:txBody>
                </a:tc>
                <a:tc>
                  <a:txBody>
                    <a:bodyPr/>
                    <a:lstStyle/>
                    <a:p>
                      <a:pPr lvl="0" indent="0" marL="0">
                        <a:buNone/>
                      </a:pPr>
                      <a:r>
                        <a:rPr/>
                        <a:t>London (LHR)</a:t>
                      </a:r>
                    </a:p>
                  </a:txBody>
                </a:tc>
                <a:tc>
                  <a:txBody>
                    <a:bodyPr/>
                    <a:lstStyle/>
                    <a:p>
                      <a:pPr lvl="0" indent="0" marL="0">
                        <a:buNone/>
                      </a:pPr>
                      <a:r>
                        <a:rPr/>
                        <a:t>10:20</a:t>
                      </a:r>
                    </a:p>
                  </a:txBody>
                </a:tc>
                <a:tc>
                  <a:txBody>
                    <a:bodyPr/>
                    <a:lstStyle/>
                    <a:p>
                      <a:pPr lvl="0" indent="0" marL="0">
                        <a:buNone/>
                      </a:pPr>
                      <a:r>
                        <a:rPr/>
                        <a:t>00:35 (+1 day)</a:t>
                      </a:r>
                    </a:p>
                  </a:txBody>
                </a:tc>
                <a:tc>
                  <a:txBody>
                    <a:bodyPr/>
                    <a:lstStyle/>
                    <a:p>
                      <a:pPr lvl="0" indent="0" marL="0">
                        <a:buNone/>
                      </a:pPr>
                      <a:r>
                        <a:rPr/>
                        <a:t>Boeing 787 Dreamliner</a:t>
                      </a:r>
                    </a:p>
                  </a:txBody>
                </a:tc>
                <a:tc>
                  <a:txBody>
                    <a:bodyPr/>
                    <a:lstStyle/>
                    <a:p>
                      <a:pPr lvl="0" indent="0" marL="0">
                        <a:buNone/>
                      </a:pPr>
                      <a:r>
                        <a:rPr/>
                        <a:t>8h 45m</a:t>
                      </a:r>
                    </a:p>
                  </a:txBody>
                </a:tc>
              </a:tr>
              <a:tr h="0">
                <a:tc>
                  <a:txBody>
                    <a:bodyPr/>
                    <a:lstStyle/>
                    <a:p>
                      <a:pPr lvl="0" indent="0" marL="0">
                        <a:buNone/>
                      </a:pPr>
                      <a:r>
                        <a:rPr/>
                        <a:t>CW244</a:t>
                      </a:r>
                    </a:p>
                  </a:txBody>
                </a:tc>
                <a:tc>
                  <a:txBody>
                    <a:bodyPr/>
                    <a:lstStyle/>
                    <a:p>
                      <a:pPr lvl="0" indent="0" marL="0">
                        <a:buNone/>
                      </a:pPr>
                      <a:r>
                        <a:rPr/>
                        <a:t>Paris (CDG)</a:t>
                      </a:r>
                    </a:p>
                  </a:txBody>
                </a:tc>
                <a:tc>
                  <a:txBody>
                    <a:bodyPr/>
                    <a:lstStyle/>
                    <a:p>
                      <a:pPr lvl="0" indent="0" marL="0">
                        <a:buNone/>
                      </a:pPr>
                      <a:r>
                        <a:rPr/>
                        <a:t>11:20</a:t>
                      </a:r>
                    </a:p>
                  </a:txBody>
                </a:tc>
                <a:tc>
                  <a:txBody>
                    <a:bodyPr/>
                    <a:lstStyle/>
                    <a:p>
                      <a:pPr lvl="0" indent="0" marL="0">
                        <a:buNone/>
                      </a:pPr>
                      <a:r>
                        <a:rPr/>
                        <a:t>23:35</a:t>
                      </a:r>
                    </a:p>
                  </a:txBody>
                </a:tc>
                <a:tc>
                  <a:txBody>
                    <a:bodyPr/>
                    <a:lstStyle/>
                    <a:p>
                      <a:pPr lvl="0" indent="0" marL="0">
                        <a:buNone/>
                      </a:pPr>
                      <a:r>
                        <a:rPr/>
                        <a:t>Airbus A350</a:t>
                      </a:r>
                    </a:p>
                  </a:txBody>
                </a:tc>
                <a:tc>
                  <a:txBody>
                    <a:bodyPr/>
                    <a:lstStyle/>
                    <a:p>
                      <a:pPr lvl="0" indent="0" marL="0">
                        <a:buNone/>
                      </a:pPr>
                      <a:r>
                        <a:rPr/>
                        <a:t>8h 45m</a:t>
                      </a:r>
                    </a:p>
                  </a:txBody>
                </a:tc>
              </a:tr>
              <a:tr h="0">
                <a:tc>
                  <a:txBody>
                    <a:bodyPr/>
                    <a:lstStyle/>
                    <a:p>
                      <a:pPr lvl="0" indent="0" marL="0">
                        <a:buNone/>
                      </a:pPr>
                      <a:r>
                        <a:rPr/>
                        <a:t>CW248</a:t>
                      </a:r>
                    </a:p>
                  </a:txBody>
                </a:tc>
                <a:tc>
                  <a:txBody>
                    <a:bodyPr/>
                    <a:lstStyle/>
                    <a:p>
                      <a:pPr lvl="0" indent="0" marL="0">
                        <a:buNone/>
                      </a:pPr>
                      <a:r>
                        <a:rPr/>
                        <a:t>Frankfurt (FRA)</a:t>
                      </a:r>
                    </a:p>
                  </a:txBody>
                </a:tc>
                <a:tc>
                  <a:txBody>
                    <a:bodyPr/>
                    <a:lstStyle/>
                    <a:p>
                      <a:pPr lvl="0" indent="0" marL="0">
                        <a:buNone/>
                      </a:pPr>
                      <a:r>
                        <a:rPr/>
                        <a:t>12:30</a:t>
                      </a:r>
                    </a:p>
                  </a:txBody>
                </a:tc>
                <a:tc>
                  <a:txBody>
                    <a:bodyPr/>
                    <a:lstStyle/>
                    <a:p>
                      <a:pPr lvl="0" indent="0" marL="0">
                        <a:buNone/>
                      </a:pPr>
                      <a:r>
                        <a:rPr/>
                        <a:t>01:05 (+1 day)</a:t>
                      </a:r>
                    </a:p>
                  </a:txBody>
                </a:tc>
                <a:tc>
                  <a:txBody>
                    <a:bodyPr/>
                    <a:lstStyle/>
                    <a:p>
                      <a:pPr lvl="0" indent="0" marL="0">
                        <a:buNone/>
                      </a:pPr>
                      <a:r>
                        <a:rPr/>
                        <a:t>Airbus A350</a:t>
                      </a:r>
                    </a:p>
                  </a:txBody>
                </a:tc>
                <a:tc>
                  <a:txBody>
                    <a:bodyPr/>
                    <a:lstStyle/>
                    <a:p>
                      <a:pPr lvl="0" indent="0" marL="0">
                        <a:buNone/>
                      </a:pPr>
                      <a:r>
                        <a:rPr/>
                        <a:t>7h 45m</a:t>
                      </a:r>
                    </a:p>
                  </a:txBody>
                </a:tc>
              </a:tr>
              <a:tr h="0">
                <a:tc>
                  <a:txBody>
                    <a:bodyPr/>
                    <a:lstStyle/>
                    <a:p>
                      <a:pPr lvl="0" indent="0" marL="0">
                        <a:buNone/>
                      </a:pPr>
                      <a:r>
                        <a:rPr/>
                        <a:t>CW250</a:t>
                      </a:r>
                    </a:p>
                  </a:txBody>
                </a:tc>
                <a:tc>
                  <a:txBody>
                    <a:bodyPr/>
                    <a:lstStyle/>
                    <a:p>
                      <a:pPr lvl="0" indent="0" marL="0">
                        <a:buNone/>
                      </a:pPr>
                      <a:r>
                        <a:rPr/>
                        <a:t>Amsterdam (AMS)</a:t>
                      </a:r>
                    </a:p>
                  </a:txBody>
                </a:tc>
                <a:tc>
                  <a:txBody>
                    <a:bodyPr/>
                    <a:lstStyle/>
                    <a:p>
                      <a:pPr lvl="0" indent="0" marL="0">
                        <a:buNone/>
                      </a:pPr>
                      <a:r>
                        <a:rPr/>
                        <a:t>12:25</a:t>
                      </a:r>
                    </a:p>
                  </a:txBody>
                </a:tc>
                <a:tc>
                  <a:txBody>
                    <a:bodyPr/>
                    <a:lstStyle/>
                    <a:p>
                      <a:pPr lvl="0" indent="0" marL="0">
                        <a:buNone/>
                      </a:pPr>
                      <a:r>
                        <a:rPr/>
                        <a:t>00:25 (+1 day)</a:t>
                      </a:r>
                    </a:p>
                  </a:txBody>
                </a:tc>
                <a:tc>
                  <a:txBody>
                    <a:bodyPr/>
                    <a:lstStyle/>
                    <a:p>
                      <a:pPr lvl="0" indent="0" marL="0">
                        <a:buNone/>
                      </a:pPr>
                      <a:r>
                        <a:rPr/>
                        <a:t>Boeing 787 Dreamliner</a:t>
                      </a:r>
                    </a:p>
                  </a:txBody>
                </a:tc>
                <a:tc>
                  <a:txBody>
                    <a:bodyPr/>
                    <a:lstStyle/>
                    <a:p>
                      <a:pPr lvl="0" indent="0" marL="0">
                        <a:buNone/>
                      </a:pPr>
                      <a:r>
                        <a:rPr/>
                        <a:t>8h 30m</a:t>
                      </a:r>
                    </a:p>
                  </a:txBody>
                </a:tc>
              </a:tr>
              <a:tr h="0">
                <a:tc>
                  <a:txBody>
                    <a:bodyPr/>
                    <a:lstStyle/>
                    <a:p>
                      <a:pPr lvl="0" indent="0" marL="0">
                        <a:buNone/>
                      </a:pPr>
                      <a:r>
                        <a:rPr/>
                        <a:t>CW252</a:t>
                      </a:r>
                    </a:p>
                  </a:txBody>
                </a:tc>
                <a:tc>
                  <a:txBody>
                    <a:bodyPr/>
                    <a:lstStyle/>
                    <a:p>
                      <a:pPr lvl="0" indent="0" marL="0">
                        <a:buNone/>
                      </a:pPr>
                      <a:r>
                        <a:rPr/>
                        <a:t>Zurich (ZRH)</a:t>
                      </a:r>
                    </a:p>
                  </a:txBody>
                </a:tc>
                <a:tc>
                  <a:txBody>
                    <a:bodyPr/>
                    <a:lstStyle/>
                    <a:p>
                      <a:pPr lvl="0" indent="0" marL="0">
                        <a:buNone/>
                      </a:pPr>
                      <a:r>
                        <a:rPr/>
                        <a:t>11:30</a:t>
                      </a:r>
                    </a:p>
                  </a:txBody>
                </a:tc>
                <a:tc>
                  <a:txBody>
                    <a:bodyPr/>
                    <a:lstStyle/>
                    <a:p>
                      <a:pPr lvl="0" indent="0" marL="0">
                        <a:buNone/>
                      </a:pPr>
                      <a:r>
                        <a:rPr/>
                        <a:t>23:25</a:t>
                      </a:r>
                    </a:p>
                  </a:txBody>
                </a:tc>
                <a:tc>
                  <a:txBody>
                    <a:bodyPr/>
                    <a:lstStyle/>
                    <a:p>
                      <a:pPr lvl="0" indent="0" marL="0">
                        <a:buNone/>
                      </a:pPr>
                      <a:r>
                        <a:rPr/>
                        <a:t>Airbus A350</a:t>
                      </a:r>
                    </a:p>
                  </a:txBody>
                </a:tc>
                <a:tc>
                  <a:txBody>
                    <a:bodyPr/>
                    <a:lstStyle/>
                    <a:p>
                      <a:pPr lvl="0" indent="0" marL="0">
                        <a:buNone/>
                      </a:pPr>
                      <a:r>
                        <a:rPr/>
                        <a:t>8h 25m</a:t>
                      </a:r>
                    </a:p>
                  </a:txBody>
                </a:tc>
              </a:tr>
              <a:tr h="0">
                <a:tc>
                  <a:txBody>
                    <a:bodyPr/>
                    <a:lstStyle/>
                    <a:p>
                      <a:pPr lvl="0" indent="0" marL="0">
                        <a:buNone/>
                      </a:pPr>
                      <a:r>
                        <a:rPr/>
                        <a:t>CW254</a:t>
                      </a:r>
                    </a:p>
                  </a:txBody>
                </a:tc>
                <a:tc>
                  <a:txBody>
                    <a:bodyPr/>
                    <a:lstStyle/>
                    <a:p>
                      <a:pPr lvl="0" indent="0" marL="0">
                        <a:buNone/>
                      </a:pPr>
                      <a:r>
                        <a:rPr/>
                        <a:t>Rome (FCO)</a:t>
                      </a:r>
                    </a:p>
                  </a:txBody>
                </a:tc>
                <a:tc>
                  <a:txBody>
                    <a:bodyPr/>
                    <a:lstStyle/>
                    <a:p>
                      <a:pPr lvl="0" indent="0" marL="0">
                        <a:buNone/>
                      </a:pPr>
                      <a:r>
                        <a:rPr/>
                        <a:t>14:25</a:t>
                      </a:r>
                    </a:p>
                  </a:txBody>
                </a:tc>
                <a:tc>
                  <a:txBody>
                    <a:bodyPr/>
                    <a:lstStyle/>
                    <a:p>
                      <a:pPr lvl="0" indent="0" marL="0">
                        <a:buNone/>
                      </a:pPr>
                      <a:r>
                        <a:rPr/>
                        <a:t>02:35 (+1 day)</a:t>
                      </a:r>
                    </a:p>
                  </a:txBody>
                </a:tc>
                <a:tc>
                  <a:txBody>
                    <a:bodyPr/>
                    <a:lstStyle/>
                    <a:p>
                      <a:pPr lvl="0" indent="0" marL="0">
                        <a:buNone/>
                      </a:pPr>
                      <a:r>
                        <a:rPr/>
                        <a:t>Boeing 787 Dreamliner</a:t>
                      </a:r>
                    </a:p>
                  </a:txBody>
                </a:tc>
                <a:tc>
                  <a:txBody>
                    <a:bodyPr/>
                    <a:lstStyle/>
                    <a:p>
                      <a:pPr lvl="0" indent="0" marL="0">
                        <a:buNone/>
                      </a:pPr>
                      <a:r>
                        <a:rPr/>
                        <a:t>8h 40m</a:t>
                      </a:r>
                    </a:p>
                  </a:txBody>
                </a:tc>
              </a:tr>
              <a:tr h="0">
                <a:tc>
                  <a:txBody>
                    <a:bodyPr/>
                    <a:lstStyle/>
                    <a:p>
                      <a:pPr lvl="0" indent="0" marL="0">
                        <a:buNone/>
                      </a:pPr>
                      <a:r>
                        <a:rPr/>
                        <a:t>CW256</a:t>
                      </a:r>
                    </a:p>
                  </a:txBody>
                </a:tc>
                <a:tc>
                  <a:txBody>
                    <a:bodyPr/>
                    <a:lstStyle/>
                    <a:p>
                      <a:pPr lvl="0" indent="0" marL="0">
                        <a:buNone/>
                      </a:pPr>
                      <a:r>
                        <a:rPr/>
                        <a:t>Madrid (MAD)</a:t>
                      </a:r>
                    </a:p>
                  </a:txBody>
                </a:tc>
                <a:tc>
                  <a:txBody>
                    <a:bodyPr/>
                    <a:lstStyle/>
                    <a:p>
                      <a:pPr lvl="0" indent="0" marL="0">
                        <a:buNone/>
                      </a:pPr>
                      <a:r>
                        <a:rPr/>
                        <a:t>11:50</a:t>
                      </a:r>
                    </a:p>
                  </a:txBody>
                </a:tc>
                <a:tc>
                  <a:txBody>
                    <a:bodyPr/>
                    <a:lstStyle/>
                    <a:p>
                      <a:pPr lvl="0" indent="0" marL="0">
                        <a:buNone/>
                      </a:pPr>
                      <a:r>
                        <a:rPr/>
                        <a:t>01:05 (+1 day)</a:t>
                      </a:r>
                    </a:p>
                  </a:txBody>
                </a:tc>
                <a:tc>
                  <a:txBody>
                    <a:bodyPr/>
                    <a:lstStyle/>
                    <a:p>
                      <a:pPr lvl="0" indent="0" marL="0">
                        <a:buNone/>
                      </a:pPr>
                      <a:r>
                        <a:rPr/>
                        <a:t>Airbus A350</a:t>
                      </a:r>
                    </a:p>
                  </a:txBody>
                </a:tc>
                <a:tc>
                  <a:txBody>
                    <a:bodyPr/>
                    <a:lstStyle/>
                    <a:p>
                      <a:pPr lvl="0" indent="0" marL="0">
                        <a:buNone/>
                      </a:pPr>
                      <a:r>
                        <a:rPr/>
                        <a:t>9h 45m</a:t>
                      </a:r>
                    </a:p>
                  </a:txBody>
                </a:tc>
              </a:tr>
              <a:tr h="0">
                <a:tc>
                  <a:txBody>
                    <a:bodyPr/>
                    <a:lstStyle/>
                    <a:p>
                      <a:pPr lvl="0" indent="0" marL="0">
                        <a:buNone/>
                      </a:pPr>
                      <a:r>
                        <a:rPr/>
                        <a:t>CW258</a:t>
                      </a:r>
                    </a:p>
                  </a:txBody>
                </a:tc>
                <a:tc>
                  <a:txBody>
                    <a:bodyPr/>
                    <a:lstStyle/>
                    <a:p>
                      <a:pPr lvl="0" indent="0" marL="0">
                        <a:buNone/>
                      </a:pPr>
                      <a:r>
                        <a:rPr/>
                        <a:t>Munich (MUC)</a:t>
                      </a:r>
                    </a:p>
                  </a:txBody>
                </a:tc>
                <a:tc>
                  <a:txBody>
                    <a:bodyPr/>
                    <a:lstStyle/>
                    <a:p>
                      <a:pPr lvl="0" indent="0" marL="0">
                        <a:buNone/>
                      </a:pPr>
                      <a:r>
                        <a:rPr/>
                        <a:t>10:45</a:t>
                      </a:r>
                    </a:p>
                  </a:txBody>
                </a:tc>
                <a:tc>
                  <a:txBody>
                    <a:bodyPr/>
                    <a:lstStyle/>
                    <a:p>
                      <a:pPr lvl="0" indent="0" marL="0">
                        <a:buNone/>
                      </a:pPr>
                      <a:r>
                        <a:rPr/>
                        <a:t>22:40</a:t>
                      </a:r>
                    </a:p>
                  </a:txBody>
                </a:tc>
                <a:tc>
                  <a:txBody>
                    <a:bodyPr/>
                    <a:lstStyle/>
                    <a:p>
                      <a:pPr lvl="0" indent="0" marL="0">
                        <a:buNone/>
                      </a:pPr>
                      <a:r>
                        <a:rPr/>
                        <a:t>Airbus A350</a:t>
                      </a:r>
                    </a:p>
                  </a:txBody>
                </a:tc>
                <a:tc>
                  <a:txBody>
                    <a:bodyPr/>
                    <a:lstStyle/>
                    <a:p>
                      <a:pPr lvl="0" indent="0" marL="0">
                        <a:buNone/>
                      </a:pPr>
                      <a:r>
                        <a:rPr/>
                        <a:t>8h 25m</a:t>
                      </a:r>
                    </a:p>
                  </a:txBody>
                </a:tc>
              </a:tr>
              <a:tr h="0">
                <a:tc>
                  <a:txBody>
                    <a:bodyPr/>
                    <a:lstStyle/>
                    <a:p>
                      <a:pPr lvl="0" indent="0" marL="0">
                        <a:buNone/>
                      </a:pPr>
                      <a:r>
                        <a:rPr/>
                        <a:t>CW260</a:t>
                      </a:r>
                    </a:p>
                  </a:txBody>
                </a:tc>
                <a:tc>
                  <a:txBody>
                    <a:bodyPr/>
                    <a:lstStyle/>
                    <a:p>
                      <a:pPr lvl="0" indent="0" marL="0">
                        <a:buNone/>
                      </a:pPr>
                      <a:r>
                        <a:rPr/>
                        <a:t>Vienna (VIE)</a:t>
                      </a:r>
                    </a:p>
                  </a:txBody>
                </a:tc>
                <a:tc>
                  <a:txBody>
                    <a:bodyPr/>
                    <a:lstStyle/>
                    <a:p>
                      <a:pPr lvl="0" indent="0" marL="0">
                        <a:buNone/>
                      </a:pPr>
                      <a:r>
                        <a:rPr/>
                        <a:t>11:55</a:t>
                      </a:r>
                    </a:p>
                  </a:txBody>
                </a:tc>
                <a:tc>
                  <a:txBody>
                    <a:bodyPr/>
                    <a:lstStyle/>
                    <a:p>
                      <a:pPr lvl="0" indent="0" marL="0">
                        <a:buNone/>
                      </a:pPr>
                      <a:r>
                        <a:rPr/>
                        <a:t>23:45</a:t>
                      </a:r>
                    </a:p>
                  </a:txBody>
                </a:tc>
                <a:tc>
                  <a:txBody>
                    <a:bodyPr/>
                    <a:lstStyle/>
                    <a:p>
                      <a:pPr lvl="0" indent="0" marL="0">
                        <a:buNone/>
                      </a:pPr>
                      <a:r>
                        <a:rPr/>
                        <a:t>Boeing 787 Dreamliner</a:t>
                      </a:r>
                    </a:p>
                  </a:txBody>
                </a:tc>
                <a:tc>
                  <a:txBody>
                    <a:bodyPr/>
                    <a:lstStyle/>
                    <a:p>
                      <a:pPr lvl="0" indent="0" marL="0">
                        <a:buNone/>
                      </a:pPr>
                      <a:r>
                        <a:rPr/>
                        <a:t>8h 20m</a:t>
                      </a:r>
                    </a:p>
                  </a:txBody>
                </a:tc>
              </a:tr>
              <a:tr h="0">
                <a:tc>
                  <a:txBody>
                    <a:bodyPr/>
                    <a:lstStyle/>
                    <a:p>
                      <a:pPr lvl="0" indent="0" marL="0">
                        <a:buNone/>
                      </a:pPr>
                      <a:r>
                        <a:rPr/>
                        <a:t>CW262</a:t>
                      </a:r>
                    </a:p>
                  </a:txBody>
                </a:tc>
                <a:tc>
                  <a:txBody>
                    <a:bodyPr/>
                    <a:lstStyle/>
                    <a:p>
                      <a:pPr lvl="0" indent="0" marL="0">
                        <a:buNone/>
                      </a:pPr>
                      <a:r>
                        <a:rPr/>
                        <a:t>Brussels (BRU)</a:t>
                      </a:r>
                    </a:p>
                  </a:txBody>
                </a:tc>
                <a:tc>
                  <a:txBody>
                    <a:bodyPr/>
                    <a:lstStyle/>
                    <a:p>
                      <a:pPr lvl="0" indent="0" marL="0">
                        <a:buNone/>
                      </a:pPr>
                      <a:r>
                        <a:rPr/>
                        <a:t>13:10</a:t>
                      </a:r>
                    </a:p>
                  </a:txBody>
                </a:tc>
                <a:tc>
                  <a:txBody>
                    <a:bodyPr/>
                    <a:lstStyle/>
                    <a:p>
                      <a:pPr lvl="0" indent="0" marL="0">
                        <a:buNone/>
                      </a:pPr>
                      <a:r>
                        <a:rPr/>
                        <a:t>01:30 (+1 day)</a:t>
                      </a:r>
                    </a:p>
                  </a:txBody>
                </a:tc>
                <a:tc>
                  <a:txBody>
                    <a:bodyPr/>
                    <a:lstStyle/>
                    <a:p>
                      <a:pPr lvl="0" indent="0" marL="0">
                        <a:buNone/>
                      </a:pPr>
                      <a:r>
                        <a:rPr/>
                        <a:t>Airbus A350</a:t>
                      </a:r>
                    </a:p>
                  </a:txBody>
                </a:tc>
                <a:tc>
                  <a:txBody>
                    <a:bodyPr/>
                    <a:lstStyle/>
                    <a:p>
                      <a:pPr lvl="0" indent="0" marL="0">
                        <a:buNone/>
                      </a:pPr>
                      <a:r>
                        <a:rPr/>
                        <a:t>8h 50m</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Note: All timings and flight numbers are sample data for illustrative purposes only. Please verify with CloudWay 24 for up-to-date flight schedules and operational details.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Mumbai – Canada Flight Schedule</a:t>
            </a:r>
          </a:p>
        </p:txBody>
      </p:sp>
      <p:sp>
        <p:nvSpPr>
          <p:cNvPr id="3" name="Content Placeholder 2"/>
          <p:cNvSpPr>
            <a:spLocks noGrp="1"/>
          </p:cNvSpPr>
          <p:nvPr>
            <p:ph idx="1"/>
          </p:nvPr>
        </p:nvSpPr>
        <p:spPr/>
        <p:txBody>
          <a:bodyPr/>
          <a:lstStyle/>
          <a:p>
            <a:pPr lvl="0" indent="0" marL="0">
              <a:buNone/>
            </a:pPr>
            <a:r>
              <a:rPr/>
              <a:t>CloudWay 24 offers seamless non-stop and one-stop connectivity from Mumbai to all major cities across Canada with top-notch comfort, modern aircraft, and world-class service.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Outbound Flights: Mumbai to Canada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lgn="ctr">
                        <a:buNone/>
                      </a:pPr>
                      <a:r>
                        <a:rPr/>
                        <a:t>Flight No.</a:t>
                      </a:r>
                    </a:p>
                  </a:txBody>
                  <a:tcPr/>
                </a:tc>
                <a:tc>
                  <a:txBody>
                    <a:bodyPr/>
                    <a:lstStyle/>
                    <a:p>
                      <a:pPr lvl="0" indent="0" marL="0" algn="ctr">
                        <a:buNone/>
                      </a:pPr>
                      <a:r>
                        <a:rPr/>
                        <a:t>Departure (Mumbai, IST)</a:t>
                      </a:r>
                    </a:p>
                  </a:txBody>
                  <a:tcPr/>
                </a:tc>
                <a:tc>
                  <a:txBody>
                    <a:bodyPr/>
                    <a:lstStyle/>
                    <a:p>
                      <a:pPr lvl="0" indent="0" marL="0" algn="ctr">
                        <a:buNone/>
                      </a:pPr>
                      <a:r>
                        <a:rPr/>
                        <a:t>Arrival (Local, Canada)</a:t>
                      </a:r>
                    </a:p>
                  </a:txBody>
                  <a:tcPr/>
                </a:tc>
                <a:tc>
                  <a:txBody>
                    <a:bodyPr/>
                    <a:lstStyle/>
                    <a:p>
                      <a:pPr lvl="0" indent="0" marL="0" algn="ctr">
                        <a:buNone/>
                      </a:pPr>
                      <a:r>
                        <a:rPr/>
                        <a:t>Destination City</a:t>
                      </a:r>
                    </a:p>
                  </a:txBody>
                  <a:tcPr/>
                </a:tc>
                <a:tc>
                  <a:txBody>
                    <a:bodyPr/>
                    <a:lstStyle/>
                    <a:p>
                      <a:pPr lvl="0" indent="0" marL="0" algn="l">
                        <a:buNone/>
                      </a:pPr>
                      <a:r>
                        <a:rPr/>
                        <a:t>Aircraft Type</a:t>
                      </a:r>
                    </a:p>
                  </a:txBody>
                  <a:tcPr/>
                </a:tc>
                <a:tc>
                  <a:txBody>
                    <a:bodyPr/>
                    <a:lstStyle/>
                    <a:p>
                      <a:pPr lvl="0" indent="0" marL="0" algn="ctr">
                        <a:buNone/>
                      </a:pPr>
                      <a:r>
                        <a:rPr/>
                        <a:t>Travel Time</a:t>
                      </a:r>
                    </a:p>
                  </a:txBody>
                  <a:tcPr/>
                </a:tc>
              </a:tr>
              <a:tr h="0">
                <a:tc>
                  <a:txBody>
                    <a:bodyPr/>
                    <a:lstStyle/>
                    <a:p>
                      <a:pPr lvl="0" indent="0" marL="0" algn="ctr">
                        <a:buNone/>
                      </a:pPr>
                      <a:r>
                        <a:rPr/>
                        <a:t>CW24201</a:t>
                      </a:r>
                    </a:p>
                  </a:txBody>
                </a:tc>
                <a:tc>
                  <a:txBody>
                    <a:bodyPr/>
                    <a:lstStyle/>
                    <a:p>
                      <a:pPr lvl="0" indent="0" marL="0" algn="ctr">
                        <a:buNone/>
                      </a:pPr>
                      <a:r>
                        <a:rPr/>
                        <a:t>01:30</a:t>
                      </a:r>
                    </a:p>
                  </a:txBody>
                </a:tc>
                <a:tc>
                  <a:txBody>
                    <a:bodyPr/>
                    <a:lstStyle/>
                    <a:p>
                      <a:pPr lvl="0" indent="0" marL="0" algn="ctr">
                        <a:buNone/>
                      </a:pPr>
                      <a:r>
                        <a:rPr/>
                        <a:t>07:30</a:t>
                      </a:r>
                    </a:p>
                  </a:txBody>
                </a:tc>
                <a:tc>
                  <a:txBody>
                    <a:bodyPr/>
                    <a:lstStyle/>
                    <a:p>
                      <a:pPr lvl="0" indent="0" marL="0" algn="ctr">
                        <a:buNone/>
                      </a:pPr>
                      <a:r>
                        <a:rPr/>
                        <a:t>Toronto (YYZ)</a:t>
                      </a:r>
                    </a:p>
                  </a:txBody>
                </a:tc>
                <a:tc>
                  <a:txBody>
                    <a:bodyPr/>
                    <a:lstStyle/>
                    <a:p>
                      <a:pPr lvl="0" indent="0" marL="0" algn="l">
                        <a:buNone/>
                      </a:pPr>
                      <a:r>
                        <a:rPr/>
                        <a:t>Boeing 787 Dreamliner</a:t>
                      </a:r>
                    </a:p>
                  </a:txBody>
                </a:tc>
                <a:tc>
                  <a:txBody>
                    <a:bodyPr/>
                    <a:lstStyle/>
                    <a:p>
                      <a:pPr lvl="0" indent="0" marL="0" algn="ctr">
                        <a:buNone/>
                      </a:pPr>
                      <a:r>
                        <a:rPr/>
                        <a:t>16h 30m</a:t>
                      </a:r>
                    </a:p>
                  </a:txBody>
                </a:tc>
              </a:tr>
              <a:tr h="0">
                <a:tc>
                  <a:txBody>
                    <a:bodyPr/>
                    <a:lstStyle/>
                    <a:p>
                      <a:pPr lvl="0" indent="0" marL="0" algn="ctr">
                        <a:buNone/>
                      </a:pPr>
                      <a:r>
                        <a:rPr/>
                        <a:t>CW24203</a:t>
                      </a:r>
                    </a:p>
                  </a:txBody>
                </a:tc>
                <a:tc>
                  <a:txBody>
                    <a:bodyPr/>
                    <a:lstStyle/>
                    <a:p>
                      <a:pPr lvl="0" indent="0" marL="0" algn="ctr">
                        <a:buNone/>
                      </a:pPr>
                      <a:r>
                        <a:rPr/>
                        <a:t>10:45</a:t>
                      </a:r>
                    </a:p>
                  </a:txBody>
                </a:tc>
                <a:tc>
                  <a:txBody>
                    <a:bodyPr/>
                    <a:lstStyle/>
                    <a:p>
                      <a:pPr lvl="0" indent="0" marL="0" algn="ctr">
                        <a:buNone/>
                      </a:pPr>
                      <a:r>
                        <a:rPr/>
                        <a:t>13:10</a:t>
                      </a:r>
                    </a:p>
                  </a:txBody>
                </a:tc>
                <a:tc>
                  <a:txBody>
                    <a:bodyPr/>
                    <a:lstStyle/>
                    <a:p>
                      <a:pPr lvl="0" indent="0" marL="0" algn="ctr">
                        <a:buNone/>
                      </a:pPr>
                      <a:r>
                        <a:rPr/>
                        <a:t>Vancouver (YVR)</a:t>
                      </a:r>
                    </a:p>
                  </a:txBody>
                </a:tc>
                <a:tc>
                  <a:txBody>
                    <a:bodyPr/>
                    <a:lstStyle/>
                    <a:p>
                      <a:pPr lvl="0" indent="0" marL="0" algn="l">
                        <a:buNone/>
                      </a:pPr>
                      <a:r>
                        <a:rPr/>
                        <a:t>Airbus A350-900</a:t>
                      </a:r>
                    </a:p>
                  </a:txBody>
                </a:tc>
                <a:tc>
                  <a:txBody>
                    <a:bodyPr/>
                    <a:lstStyle/>
                    <a:p>
                      <a:pPr lvl="0" indent="0" marL="0" algn="ctr">
                        <a:buNone/>
                      </a:pPr>
                      <a:r>
                        <a:rPr/>
                        <a:t>15h 55m</a:t>
                      </a:r>
                    </a:p>
                  </a:txBody>
                </a:tc>
              </a:tr>
              <a:tr h="0">
                <a:tc>
                  <a:txBody>
                    <a:bodyPr/>
                    <a:lstStyle/>
                    <a:p>
                      <a:pPr lvl="0" indent="0" marL="0" algn="ctr">
                        <a:buNone/>
                      </a:pPr>
                      <a:r>
                        <a:rPr/>
                        <a:t>CW24205</a:t>
                      </a:r>
                    </a:p>
                  </a:txBody>
                </a:tc>
                <a:tc>
                  <a:txBody>
                    <a:bodyPr/>
                    <a:lstStyle/>
                    <a:p>
                      <a:pPr lvl="0" indent="0" marL="0" algn="ctr">
                        <a:buNone/>
                      </a:pPr>
                      <a:r>
                        <a:rPr/>
                        <a:t>23:15</a:t>
                      </a:r>
                    </a:p>
                  </a:txBody>
                </a:tc>
                <a:tc>
                  <a:txBody>
                    <a:bodyPr/>
                    <a:lstStyle/>
                    <a:p>
                      <a:pPr lvl="0" indent="0" marL="0" algn="ctr">
                        <a:buNone/>
                      </a:pPr>
                      <a:r>
                        <a:rPr/>
                        <a:t>06:00 (+1)</a:t>
                      </a:r>
                    </a:p>
                  </a:txBody>
                </a:tc>
                <a:tc>
                  <a:txBody>
                    <a:bodyPr/>
                    <a:lstStyle/>
                    <a:p>
                      <a:pPr lvl="0" indent="0" marL="0" algn="ctr">
                        <a:buNone/>
                      </a:pPr>
                      <a:r>
                        <a:rPr/>
                        <a:t>Montreal (YUL)</a:t>
                      </a:r>
                    </a:p>
                  </a:txBody>
                </a:tc>
                <a:tc>
                  <a:txBody>
                    <a:bodyPr/>
                    <a:lstStyle/>
                    <a:p>
                      <a:pPr lvl="0" indent="0" marL="0" algn="l">
                        <a:buNone/>
                      </a:pPr>
                      <a:r>
                        <a:rPr/>
                        <a:t>Boeing 787 Dreamliner</a:t>
                      </a:r>
                    </a:p>
                  </a:txBody>
                </a:tc>
                <a:tc>
                  <a:txBody>
                    <a:bodyPr/>
                    <a:lstStyle/>
                    <a:p>
                      <a:pPr lvl="0" indent="0" marL="0" algn="ctr">
                        <a:buNone/>
                      </a:pPr>
                      <a:r>
                        <a:rPr/>
                        <a:t>16h 15m</a:t>
                      </a:r>
                    </a:p>
                  </a:txBody>
                </a:tc>
              </a:tr>
              <a:tr h="0">
                <a:tc>
                  <a:txBody>
                    <a:bodyPr/>
                    <a:lstStyle/>
                    <a:p>
                      <a:pPr lvl="0" indent="0" marL="0" algn="ctr">
                        <a:buNone/>
                      </a:pPr>
                      <a:r>
                        <a:rPr/>
                        <a:t>CW24209</a:t>
                      </a:r>
                    </a:p>
                  </a:txBody>
                </a:tc>
                <a:tc>
                  <a:txBody>
                    <a:bodyPr/>
                    <a:lstStyle/>
                    <a:p>
                      <a:pPr lvl="0" indent="0" marL="0" algn="ctr">
                        <a:buNone/>
                      </a:pPr>
                      <a:r>
                        <a:rPr/>
                        <a:t>03:40</a:t>
                      </a:r>
                    </a:p>
                  </a:txBody>
                </a:tc>
                <a:tc>
                  <a:txBody>
                    <a:bodyPr/>
                    <a:lstStyle/>
                    <a:p>
                      <a:pPr lvl="0" indent="0" marL="0" algn="ctr">
                        <a:buNone/>
                      </a:pPr>
                      <a:r>
                        <a:rPr/>
                        <a:t>09:35</a:t>
                      </a:r>
                    </a:p>
                  </a:txBody>
                </a:tc>
                <a:tc>
                  <a:txBody>
                    <a:bodyPr/>
                    <a:lstStyle/>
                    <a:p>
                      <a:pPr lvl="0" indent="0" marL="0" algn="ctr">
                        <a:buNone/>
                      </a:pPr>
                      <a:r>
                        <a:rPr/>
                        <a:t>Calgary (YYC)</a:t>
                      </a:r>
                    </a:p>
                  </a:txBody>
                </a:tc>
                <a:tc>
                  <a:txBody>
                    <a:bodyPr/>
                    <a:lstStyle/>
                    <a:p>
                      <a:pPr lvl="0" indent="0" marL="0" algn="l">
                        <a:buNone/>
                      </a:pPr>
                      <a:r>
                        <a:rPr/>
                        <a:t>Airbus A350-900</a:t>
                      </a:r>
                    </a:p>
                  </a:txBody>
                </a:tc>
                <a:tc>
                  <a:txBody>
                    <a:bodyPr/>
                    <a:lstStyle/>
                    <a:p>
                      <a:pPr lvl="0" indent="0" marL="0" algn="ctr">
                        <a:buNone/>
                      </a:pPr>
                      <a:r>
                        <a:rPr/>
                        <a:t>16h 25m</a:t>
                      </a:r>
                    </a:p>
                  </a:txBody>
                </a:tc>
              </a:tr>
              <a:tr h="0">
                <a:tc>
                  <a:txBody>
                    <a:bodyPr/>
                    <a:lstStyle/>
                    <a:p>
                      <a:pPr lvl="0" indent="0" marL="0" algn="ctr">
                        <a:buNone/>
                      </a:pPr>
                      <a:r>
                        <a:rPr/>
                        <a:t>CW24211</a:t>
                      </a:r>
                    </a:p>
                  </a:txBody>
                </a:tc>
                <a:tc>
                  <a:txBody>
                    <a:bodyPr/>
                    <a:lstStyle/>
                    <a:p>
                      <a:pPr lvl="0" indent="0" marL="0" algn="ctr">
                        <a:buNone/>
                      </a:pPr>
                      <a:r>
                        <a:rPr/>
                        <a:t>21:00</a:t>
                      </a:r>
                    </a:p>
                  </a:txBody>
                </a:tc>
                <a:tc>
                  <a:txBody>
                    <a:bodyPr/>
                    <a:lstStyle/>
                    <a:p>
                      <a:pPr lvl="0" indent="0" marL="0" algn="ctr">
                        <a:buNone/>
                      </a:pPr>
                      <a:r>
                        <a:rPr/>
                        <a:t>23:25</a:t>
                      </a:r>
                    </a:p>
                  </a:txBody>
                </a:tc>
                <a:tc>
                  <a:txBody>
                    <a:bodyPr/>
                    <a:lstStyle/>
                    <a:p>
                      <a:pPr lvl="0" indent="0" marL="0" algn="ctr">
                        <a:buNone/>
                      </a:pPr>
                      <a:r>
                        <a:rPr/>
                        <a:t>Ottawa (YOW)</a:t>
                      </a:r>
                    </a:p>
                  </a:txBody>
                </a:tc>
                <a:tc>
                  <a:txBody>
                    <a:bodyPr/>
                    <a:lstStyle/>
                    <a:p>
                      <a:pPr lvl="0" indent="0" marL="0" algn="l">
                        <a:buNone/>
                      </a:pPr>
                      <a:r>
                        <a:rPr/>
                        <a:t>Boeing 787 Dreamliner</a:t>
                      </a:r>
                    </a:p>
                  </a:txBody>
                </a:tc>
                <a:tc>
                  <a:txBody>
                    <a:bodyPr/>
                    <a:lstStyle/>
                    <a:p>
                      <a:pPr lvl="0" indent="0" marL="0" algn="ctr">
                        <a:buNone/>
                      </a:pPr>
                      <a:r>
                        <a:rPr/>
                        <a:t>16h 55m</a:t>
                      </a:r>
                    </a:p>
                  </a:txBody>
                </a:tc>
              </a:tr>
              <a:tr h="0">
                <a:tc>
                  <a:txBody>
                    <a:bodyPr/>
                    <a:lstStyle/>
                    <a:p>
                      <a:pPr lvl="0" indent="0" marL="0" algn="ctr">
                        <a:buNone/>
                      </a:pPr>
                      <a:r>
                        <a:rPr/>
                        <a:t>CW24213</a:t>
                      </a:r>
                    </a:p>
                  </a:txBody>
                </a:tc>
                <a:tc>
                  <a:txBody>
                    <a:bodyPr/>
                    <a:lstStyle/>
                    <a:p>
                      <a:pPr lvl="0" indent="0" marL="0" algn="ctr">
                        <a:buNone/>
                      </a:pPr>
                      <a:r>
                        <a:rPr/>
                        <a:t>02:05</a:t>
                      </a:r>
                    </a:p>
                  </a:txBody>
                </a:tc>
                <a:tc>
                  <a:txBody>
                    <a:bodyPr/>
                    <a:lstStyle/>
                    <a:p>
                      <a:pPr lvl="0" indent="0" marL="0" algn="ctr">
                        <a:buNone/>
                      </a:pPr>
                      <a:r>
                        <a:rPr/>
                        <a:t>08:35</a:t>
                      </a:r>
                    </a:p>
                  </a:txBody>
                </a:tc>
                <a:tc>
                  <a:txBody>
                    <a:bodyPr/>
                    <a:lstStyle/>
                    <a:p>
                      <a:pPr lvl="0" indent="0" marL="0" algn="ctr">
                        <a:buNone/>
                      </a:pPr>
                      <a:r>
                        <a:rPr/>
                        <a:t>Edmonton (YEG)</a:t>
                      </a:r>
                    </a:p>
                  </a:txBody>
                </a:tc>
                <a:tc>
                  <a:txBody>
                    <a:bodyPr/>
                    <a:lstStyle/>
                    <a:p>
                      <a:pPr lvl="0" indent="0" marL="0" algn="l">
                        <a:buNone/>
                      </a:pPr>
                      <a:r>
                        <a:rPr/>
                        <a:t>Airbus A350-900</a:t>
                      </a:r>
                    </a:p>
                  </a:txBody>
                </a:tc>
                <a:tc>
                  <a:txBody>
                    <a:bodyPr/>
                    <a:lstStyle/>
                    <a:p>
                      <a:pPr lvl="0" indent="0" marL="0" algn="ctr">
                        <a:buNone/>
                      </a:pPr>
                      <a:r>
                        <a:rPr/>
                        <a:t>16h 00m</a:t>
                      </a:r>
                    </a:p>
                  </a:txBody>
                </a:tc>
              </a:tr>
              <a:tr h="0">
                <a:tc>
                  <a:txBody>
                    <a:bodyPr/>
                    <a:lstStyle/>
                    <a:p>
                      <a:pPr lvl="0" indent="0" marL="0" algn="ctr">
                        <a:buNone/>
                      </a:pPr>
                      <a:r>
                        <a:rPr/>
                        <a:t>CW24215</a:t>
                      </a:r>
                    </a:p>
                  </a:txBody>
                </a:tc>
                <a:tc>
                  <a:txBody>
                    <a:bodyPr/>
                    <a:lstStyle/>
                    <a:p>
                      <a:pPr lvl="0" indent="0" marL="0" algn="ctr">
                        <a:buNone/>
                      </a:pPr>
                      <a:r>
                        <a:rPr/>
                        <a:t>12:25</a:t>
                      </a:r>
                    </a:p>
                  </a:txBody>
                </a:tc>
                <a:tc>
                  <a:txBody>
                    <a:bodyPr/>
                    <a:lstStyle/>
                    <a:p>
                      <a:pPr lvl="0" indent="0" marL="0" algn="ctr">
                        <a:buNone/>
                      </a:pPr>
                      <a:r>
                        <a:rPr/>
                        <a:t>15:50</a:t>
                      </a:r>
                    </a:p>
                  </a:txBody>
                </a:tc>
                <a:tc>
                  <a:txBody>
                    <a:bodyPr/>
                    <a:lstStyle/>
                    <a:p>
                      <a:pPr lvl="0" indent="0" marL="0" algn="ctr">
                        <a:buNone/>
                      </a:pPr>
                      <a:r>
                        <a:rPr/>
                        <a:t>Halifax (YHZ)</a:t>
                      </a:r>
                    </a:p>
                  </a:txBody>
                </a:tc>
                <a:tc>
                  <a:txBody>
                    <a:bodyPr/>
                    <a:lstStyle/>
                    <a:p>
                      <a:pPr lvl="0" indent="0" marL="0" algn="l">
                        <a:buNone/>
                      </a:pPr>
                      <a:r>
                        <a:rPr/>
                        <a:t>Boeing 787 Dreamliner</a:t>
                      </a:r>
                    </a:p>
                  </a:txBody>
                </a:tc>
                <a:tc>
                  <a:txBody>
                    <a:bodyPr/>
                    <a:lstStyle/>
                    <a:p>
                      <a:pPr lvl="0" indent="0" marL="0" algn="ctr">
                        <a:buNone/>
                      </a:pPr>
                      <a:r>
                        <a:rPr/>
                        <a:t>18h 55m</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Inbound Flights: Canada to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lgn="ctr">
                        <a:buNone/>
                      </a:pPr>
                      <a:r>
                        <a:rPr/>
                        <a:t>Flight No.</a:t>
                      </a:r>
                    </a:p>
                  </a:txBody>
                  <a:tcPr/>
                </a:tc>
                <a:tc>
                  <a:txBody>
                    <a:bodyPr/>
                    <a:lstStyle/>
                    <a:p>
                      <a:pPr lvl="0" indent="0" marL="0" algn="ctr">
                        <a:buNone/>
                      </a:pPr>
                      <a:r>
                        <a:rPr/>
                        <a:t>Departure (Canada, Local)</a:t>
                      </a:r>
                    </a:p>
                  </a:txBody>
                  <a:tcPr/>
                </a:tc>
                <a:tc>
                  <a:txBody>
                    <a:bodyPr/>
                    <a:lstStyle/>
                    <a:p>
                      <a:pPr lvl="0" indent="0" marL="0" algn="ctr">
                        <a:buNone/>
                      </a:pPr>
                      <a:r>
                        <a:rPr/>
                        <a:t>Arrival (Mumbai, IST)</a:t>
                      </a:r>
                    </a:p>
                  </a:txBody>
                  <a:tcPr/>
                </a:tc>
                <a:tc>
                  <a:txBody>
                    <a:bodyPr/>
                    <a:lstStyle/>
                    <a:p>
                      <a:pPr lvl="0" indent="0" marL="0" algn="ctr">
                        <a:buNone/>
                      </a:pPr>
                      <a:r>
                        <a:rPr/>
                        <a:t>Origin City</a:t>
                      </a:r>
                    </a:p>
                  </a:txBody>
                  <a:tcPr/>
                </a:tc>
                <a:tc>
                  <a:txBody>
                    <a:bodyPr/>
                    <a:lstStyle/>
                    <a:p>
                      <a:pPr lvl="0" indent="0" marL="0" algn="l">
                        <a:buNone/>
                      </a:pPr>
                      <a:r>
                        <a:rPr/>
                        <a:t>Aircraft Type</a:t>
                      </a:r>
                    </a:p>
                  </a:txBody>
                  <a:tcPr/>
                </a:tc>
                <a:tc>
                  <a:txBody>
                    <a:bodyPr/>
                    <a:lstStyle/>
                    <a:p>
                      <a:pPr lvl="0" indent="0" marL="0" algn="ctr">
                        <a:buNone/>
                      </a:pPr>
                      <a:r>
                        <a:rPr/>
                        <a:t>Travel Time</a:t>
                      </a:r>
                    </a:p>
                  </a:txBody>
                  <a:tcPr/>
                </a:tc>
              </a:tr>
              <a:tr h="0">
                <a:tc>
                  <a:txBody>
                    <a:bodyPr/>
                    <a:lstStyle/>
                    <a:p>
                      <a:pPr lvl="0" indent="0" marL="0" algn="ctr">
                        <a:buNone/>
                      </a:pPr>
                      <a:r>
                        <a:rPr/>
                        <a:t>CW24202</a:t>
                      </a:r>
                    </a:p>
                  </a:txBody>
                </a:tc>
                <a:tc>
                  <a:txBody>
                    <a:bodyPr/>
                    <a:lstStyle/>
                    <a:p>
                      <a:pPr lvl="0" indent="0" marL="0" algn="ctr">
                        <a:buNone/>
                      </a:pPr>
                      <a:r>
                        <a:rPr/>
                        <a:t>21:30</a:t>
                      </a:r>
                    </a:p>
                  </a:txBody>
                </a:tc>
                <a:tc>
                  <a:txBody>
                    <a:bodyPr/>
                    <a:lstStyle/>
                    <a:p>
                      <a:pPr lvl="0" indent="0" marL="0" algn="ctr">
                        <a:buNone/>
                      </a:pPr>
                      <a:r>
                        <a:rPr/>
                        <a:t>23:15 (+1)</a:t>
                      </a:r>
                    </a:p>
                  </a:txBody>
                </a:tc>
                <a:tc>
                  <a:txBody>
                    <a:bodyPr/>
                    <a:lstStyle/>
                    <a:p>
                      <a:pPr lvl="0" indent="0" marL="0" algn="ctr">
                        <a:buNone/>
                      </a:pPr>
                      <a:r>
                        <a:rPr/>
                        <a:t>Toronto (YYZ)</a:t>
                      </a:r>
                    </a:p>
                  </a:txBody>
                </a:tc>
                <a:tc>
                  <a:txBody>
                    <a:bodyPr/>
                    <a:lstStyle/>
                    <a:p>
                      <a:pPr lvl="0" indent="0" marL="0" algn="l">
                        <a:buNone/>
                      </a:pPr>
                      <a:r>
                        <a:rPr/>
                        <a:t>Boeing 787 Dreamliner</a:t>
                      </a:r>
                    </a:p>
                  </a:txBody>
                </a:tc>
                <a:tc>
                  <a:txBody>
                    <a:bodyPr/>
                    <a:lstStyle/>
                    <a:p>
                      <a:pPr lvl="0" indent="0" marL="0" algn="ctr">
                        <a:buNone/>
                      </a:pPr>
                      <a:r>
                        <a:rPr/>
                        <a:t>14h 15m</a:t>
                      </a:r>
                    </a:p>
                  </a:txBody>
                </a:tc>
              </a:tr>
              <a:tr h="0">
                <a:tc>
                  <a:txBody>
                    <a:bodyPr/>
                    <a:lstStyle/>
                    <a:p>
                      <a:pPr lvl="0" indent="0" marL="0" algn="ctr">
                        <a:buNone/>
                      </a:pPr>
                      <a:r>
                        <a:rPr/>
                        <a:t>CW24204</a:t>
                      </a:r>
                    </a:p>
                  </a:txBody>
                </a:tc>
                <a:tc>
                  <a:txBody>
                    <a:bodyPr/>
                    <a:lstStyle/>
                    <a:p>
                      <a:pPr lvl="0" indent="0" marL="0" algn="ctr">
                        <a:buNone/>
                      </a:pPr>
                      <a:r>
                        <a:rPr/>
                        <a:t>17:50</a:t>
                      </a:r>
                    </a:p>
                  </a:txBody>
                </a:tc>
                <a:tc>
                  <a:txBody>
                    <a:bodyPr/>
                    <a:lstStyle/>
                    <a:p>
                      <a:pPr lvl="0" indent="0" marL="0" algn="ctr">
                        <a:buNone/>
                      </a:pPr>
                      <a:r>
                        <a:rPr/>
                        <a:t>22:25 (+1)</a:t>
                      </a:r>
                    </a:p>
                  </a:txBody>
                </a:tc>
                <a:tc>
                  <a:txBody>
                    <a:bodyPr/>
                    <a:lstStyle/>
                    <a:p>
                      <a:pPr lvl="0" indent="0" marL="0" algn="ctr">
                        <a:buNone/>
                      </a:pPr>
                      <a:r>
                        <a:rPr/>
                        <a:t>Vancouver (YVR)</a:t>
                      </a:r>
                    </a:p>
                  </a:txBody>
                </a:tc>
                <a:tc>
                  <a:txBody>
                    <a:bodyPr/>
                    <a:lstStyle/>
                    <a:p>
                      <a:pPr lvl="0" indent="0" marL="0" algn="l">
                        <a:buNone/>
                      </a:pPr>
                      <a:r>
                        <a:rPr/>
                        <a:t>Airbus A350-900</a:t>
                      </a:r>
                    </a:p>
                  </a:txBody>
                </a:tc>
                <a:tc>
                  <a:txBody>
                    <a:bodyPr/>
                    <a:lstStyle/>
                    <a:p>
                      <a:pPr lvl="0" indent="0" marL="0" algn="ctr">
                        <a:buNone/>
                      </a:pPr>
                      <a:r>
                        <a:rPr/>
                        <a:t>15h 05m</a:t>
                      </a:r>
                    </a:p>
                  </a:txBody>
                </a:tc>
              </a:tr>
              <a:tr h="0">
                <a:tc>
                  <a:txBody>
                    <a:bodyPr/>
                    <a:lstStyle/>
                    <a:p>
                      <a:pPr lvl="0" indent="0" marL="0" algn="ctr">
                        <a:buNone/>
                      </a:pPr>
                      <a:r>
                        <a:rPr/>
                        <a:t>CW24206</a:t>
                      </a:r>
                    </a:p>
                  </a:txBody>
                </a:tc>
                <a:tc>
                  <a:txBody>
                    <a:bodyPr/>
                    <a:lstStyle/>
                    <a:p>
                      <a:pPr lvl="0" indent="0" marL="0" algn="ctr">
                        <a:buNone/>
                      </a:pPr>
                      <a:r>
                        <a:rPr/>
                        <a:t>19:10</a:t>
                      </a:r>
                    </a:p>
                  </a:txBody>
                </a:tc>
                <a:tc>
                  <a:txBody>
                    <a:bodyPr/>
                    <a:lstStyle/>
                    <a:p>
                      <a:pPr lvl="0" indent="0" marL="0" algn="ctr">
                        <a:buNone/>
                      </a:pPr>
                      <a:r>
                        <a:rPr/>
                        <a:t>23:45 (+1)</a:t>
                      </a:r>
                    </a:p>
                  </a:txBody>
                </a:tc>
                <a:tc>
                  <a:txBody>
                    <a:bodyPr/>
                    <a:lstStyle/>
                    <a:p>
                      <a:pPr lvl="0" indent="0" marL="0" algn="ctr">
                        <a:buNone/>
                      </a:pPr>
                      <a:r>
                        <a:rPr/>
                        <a:t>Montreal (YUL)</a:t>
                      </a:r>
                    </a:p>
                  </a:txBody>
                </a:tc>
                <a:tc>
                  <a:txBody>
                    <a:bodyPr/>
                    <a:lstStyle/>
                    <a:p>
                      <a:pPr lvl="0" indent="0" marL="0" algn="l">
                        <a:buNone/>
                      </a:pPr>
                      <a:r>
                        <a:rPr/>
                        <a:t>Boeing 787 Dreamliner</a:t>
                      </a:r>
                    </a:p>
                  </a:txBody>
                </a:tc>
                <a:tc>
                  <a:txBody>
                    <a:bodyPr/>
                    <a:lstStyle/>
                    <a:p>
                      <a:pPr lvl="0" indent="0" marL="0" algn="ctr">
                        <a:buNone/>
                      </a:pPr>
                      <a:r>
                        <a:rPr/>
                        <a:t>14h 35m</a:t>
                      </a:r>
                    </a:p>
                  </a:txBody>
                </a:tc>
              </a:tr>
              <a:tr h="0">
                <a:tc>
                  <a:txBody>
                    <a:bodyPr/>
                    <a:lstStyle/>
                    <a:p>
                      <a:pPr lvl="0" indent="0" marL="0" algn="ctr">
                        <a:buNone/>
                      </a:pPr>
                      <a:r>
                        <a:rPr/>
                        <a:t>CW24210</a:t>
                      </a:r>
                    </a:p>
                  </a:txBody>
                </a:tc>
                <a:tc>
                  <a:txBody>
                    <a:bodyPr/>
                    <a:lstStyle/>
                    <a:p>
                      <a:pPr lvl="0" indent="0" marL="0" algn="ctr">
                        <a:buNone/>
                      </a:pPr>
                      <a:r>
                        <a:rPr/>
                        <a:t>13:00</a:t>
                      </a:r>
                    </a:p>
                  </a:txBody>
                </a:tc>
                <a:tc>
                  <a:txBody>
                    <a:bodyPr/>
                    <a:lstStyle/>
                    <a:p>
                      <a:pPr lvl="0" indent="0" marL="0" algn="ctr">
                        <a:buNone/>
                      </a:pPr>
                      <a:r>
                        <a:rPr/>
                        <a:t>17:55 (+1)</a:t>
                      </a:r>
                    </a:p>
                  </a:txBody>
                </a:tc>
                <a:tc>
                  <a:txBody>
                    <a:bodyPr/>
                    <a:lstStyle/>
                    <a:p>
                      <a:pPr lvl="0" indent="0" marL="0" algn="ctr">
                        <a:buNone/>
                      </a:pPr>
                      <a:r>
                        <a:rPr/>
                        <a:t>Calgary (YYC)</a:t>
                      </a:r>
                    </a:p>
                  </a:txBody>
                </a:tc>
                <a:tc>
                  <a:txBody>
                    <a:bodyPr/>
                    <a:lstStyle/>
                    <a:p>
                      <a:pPr lvl="0" indent="0" marL="0" algn="l">
                        <a:buNone/>
                      </a:pPr>
                      <a:r>
                        <a:rPr/>
                        <a:t>Airbus A350-900</a:t>
                      </a:r>
                    </a:p>
                  </a:txBody>
                </a:tc>
                <a:tc>
                  <a:txBody>
                    <a:bodyPr/>
                    <a:lstStyle/>
                    <a:p>
                      <a:pPr lvl="0" indent="0" marL="0" algn="ctr">
                        <a:buNone/>
                      </a:pPr>
                      <a:r>
                        <a:rPr/>
                        <a:t>16h 25m</a:t>
                      </a:r>
                    </a:p>
                  </a:txBody>
                </a:tc>
              </a:tr>
              <a:tr h="0">
                <a:tc>
                  <a:txBody>
                    <a:bodyPr/>
                    <a:lstStyle/>
                    <a:p>
                      <a:pPr lvl="0" indent="0" marL="0" algn="ctr">
                        <a:buNone/>
                      </a:pPr>
                      <a:r>
                        <a:rPr/>
                        <a:t>CW24212</a:t>
                      </a:r>
                    </a:p>
                  </a:txBody>
                </a:tc>
                <a:tc>
                  <a:txBody>
                    <a:bodyPr/>
                    <a:lstStyle/>
                    <a:p>
                      <a:pPr lvl="0" indent="0" marL="0" algn="ctr">
                        <a:buNone/>
                      </a:pPr>
                      <a:r>
                        <a:rPr/>
                        <a:t>17:45</a:t>
                      </a:r>
                    </a:p>
                  </a:txBody>
                </a:tc>
                <a:tc>
                  <a:txBody>
                    <a:bodyPr/>
                    <a:lstStyle/>
                    <a:p>
                      <a:pPr lvl="0" indent="0" marL="0" algn="ctr">
                        <a:buNone/>
                      </a:pPr>
                      <a:r>
                        <a:rPr/>
                        <a:t>22:45 (+1)</a:t>
                      </a:r>
                    </a:p>
                  </a:txBody>
                </a:tc>
                <a:tc>
                  <a:txBody>
                    <a:bodyPr/>
                    <a:lstStyle/>
                    <a:p>
                      <a:pPr lvl="0" indent="0" marL="0" algn="ctr">
                        <a:buNone/>
                      </a:pPr>
                      <a:r>
                        <a:rPr/>
                        <a:t>Ottawa (YOW)</a:t>
                      </a:r>
                    </a:p>
                  </a:txBody>
                </a:tc>
                <a:tc>
                  <a:txBody>
                    <a:bodyPr/>
                    <a:lstStyle/>
                    <a:p>
                      <a:pPr lvl="0" indent="0" marL="0" algn="l">
                        <a:buNone/>
                      </a:pPr>
                      <a:r>
                        <a:rPr/>
                        <a:t>Boeing 787 Dreamliner</a:t>
                      </a:r>
                    </a:p>
                  </a:txBody>
                </a:tc>
                <a:tc>
                  <a:txBody>
                    <a:bodyPr/>
                    <a:lstStyle/>
                    <a:p>
                      <a:pPr lvl="0" indent="0" marL="0" algn="ctr">
                        <a:buNone/>
                      </a:pPr>
                      <a:r>
                        <a:rPr/>
                        <a:t>15h 30m</a:t>
                      </a:r>
                    </a:p>
                  </a:txBody>
                </a:tc>
              </a:tr>
              <a:tr h="0">
                <a:tc>
                  <a:txBody>
                    <a:bodyPr/>
                    <a:lstStyle/>
                    <a:p>
                      <a:pPr lvl="0" indent="0" marL="0" algn="ctr">
                        <a:buNone/>
                      </a:pPr>
                      <a:r>
                        <a:rPr/>
                        <a:t>CW24214</a:t>
                      </a:r>
                    </a:p>
                  </a:txBody>
                </a:tc>
                <a:tc>
                  <a:txBody>
                    <a:bodyPr/>
                    <a:lstStyle/>
                    <a:p>
                      <a:pPr lvl="0" indent="0" marL="0" algn="ctr">
                        <a:buNone/>
                      </a:pPr>
                      <a:r>
                        <a:rPr/>
                        <a:t>15:45</a:t>
                      </a:r>
                    </a:p>
                  </a:txBody>
                </a:tc>
                <a:tc>
                  <a:txBody>
                    <a:bodyPr/>
                    <a:lstStyle/>
                    <a:p>
                      <a:pPr lvl="0" indent="0" marL="0" algn="ctr">
                        <a:buNone/>
                      </a:pPr>
                      <a:r>
                        <a:rPr/>
                        <a:t>21:10 (+1)</a:t>
                      </a:r>
                    </a:p>
                  </a:txBody>
                </a:tc>
                <a:tc>
                  <a:txBody>
                    <a:bodyPr/>
                    <a:lstStyle/>
                    <a:p>
                      <a:pPr lvl="0" indent="0" marL="0" algn="ctr">
                        <a:buNone/>
                      </a:pPr>
                      <a:r>
                        <a:rPr/>
                        <a:t>Edmonton (YEG)</a:t>
                      </a:r>
                    </a:p>
                  </a:txBody>
                </a:tc>
                <a:tc>
                  <a:txBody>
                    <a:bodyPr/>
                    <a:lstStyle/>
                    <a:p>
                      <a:pPr lvl="0" indent="0" marL="0" algn="l">
                        <a:buNone/>
                      </a:pPr>
                      <a:r>
                        <a:rPr/>
                        <a:t>Airbus A350-900</a:t>
                      </a:r>
                    </a:p>
                  </a:txBody>
                </a:tc>
                <a:tc>
                  <a:txBody>
                    <a:bodyPr/>
                    <a:lstStyle/>
                    <a:p>
                      <a:pPr lvl="0" indent="0" marL="0" algn="ctr">
                        <a:buNone/>
                      </a:pPr>
                      <a:r>
                        <a:rPr/>
                        <a:t>16h 55m</a:t>
                      </a:r>
                    </a:p>
                  </a:txBody>
                </a:tc>
              </a:tr>
              <a:tr h="0">
                <a:tc>
                  <a:txBody>
                    <a:bodyPr/>
                    <a:lstStyle/>
                    <a:p>
                      <a:pPr lvl="0" indent="0" marL="0" algn="ctr">
                        <a:buNone/>
                      </a:pPr>
                      <a:r>
                        <a:rPr/>
                        <a:t>CW24216</a:t>
                      </a:r>
                    </a:p>
                  </a:txBody>
                </a:tc>
                <a:tc>
                  <a:txBody>
                    <a:bodyPr/>
                    <a:lstStyle/>
                    <a:p>
                      <a:pPr lvl="0" indent="0" marL="0" algn="ctr">
                        <a:buNone/>
                      </a:pPr>
                      <a:r>
                        <a:rPr/>
                        <a:t>20:20</a:t>
                      </a:r>
                    </a:p>
                  </a:txBody>
                </a:tc>
                <a:tc>
                  <a:txBody>
                    <a:bodyPr/>
                    <a:lstStyle/>
                    <a:p>
                      <a:pPr lvl="0" indent="0" marL="0" algn="ctr">
                        <a:buNone/>
                      </a:pPr>
                      <a:r>
                        <a:rPr/>
                        <a:t>00:25 (+2)</a:t>
                      </a:r>
                    </a:p>
                  </a:txBody>
                </a:tc>
                <a:tc>
                  <a:txBody>
                    <a:bodyPr/>
                    <a:lstStyle/>
                    <a:p>
                      <a:pPr lvl="0" indent="0" marL="0" algn="ctr">
                        <a:buNone/>
                      </a:pPr>
                      <a:r>
                        <a:rPr/>
                        <a:t>Halifax (YHZ)</a:t>
                      </a:r>
                    </a:p>
                  </a:txBody>
                </a:tc>
                <a:tc>
                  <a:txBody>
                    <a:bodyPr/>
                    <a:lstStyle/>
                    <a:p>
                      <a:pPr lvl="0" indent="0" marL="0" algn="l">
                        <a:buNone/>
                      </a:pPr>
                      <a:r>
                        <a:rPr/>
                        <a:t>Boeing 787 Dreamliner</a:t>
                      </a:r>
                    </a:p>
                  </a:txBody>
                </a:tc>
                <a:tc>
                  <a:txBody>
                    <a:bodyPr/>
                    <a:lstStyle/>
                    <a:p>
                      <a:pPr lvl="0" indent="0" marL="0" algn="ctr">
                        <a:buNone/>
                      </a:pPr>
                      <a:r>
                        <a:rPr/>
                        <a:t>17h 35m</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i="1"/>
              <a:t>Note: All timings are approximate and may vary seasonally. (+1) and (+2) denote next-day and two days later arrival, respectively, based on time difference and total flight duration.</a:t>
            </a:r>
          </a:p>
          <a:p>
            <a:pPr lvl="0" indent="0" marL="0">
              <a:buNone/>
            </a:pPr>
            <a:r>
              <a:rPr/>
              <a:t>For booking and the latest schedule, visit </a:t>
            </a:r>
            <a:r>
              <a:rPr>
                <a:hlinkClick r:id="rId2"/>
              </a:rPr>
              <a:t>CloudWay24.com</a:t>
            </a:r>
            <a:r>
              <a:rPr/>
              <a:t> or use the CloudWay24 app!</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 CloudWay 24: Mumbai ⇄ Middle East Major Cities Flight Schedule</a:t>
            </a:r>
          </a:p>
        </p:txBody>
      </p:sp>
      <p:sp>
        <p:nvSpPr>
          <p:cNvPr id="4" name="Text Placeholder 3"/>
          <p:cNvSpPr>
            <a:spLocks noGrp="1"/>
          </p:cNvSpPr>
          <p:nvPr>
            <p:ph idx="2" sz="half" type="body"/>
          </p:nvPr>
        </p:nvSpPr>
        <p:spPr/>
        <p:txBody>
          <a:bodyPr/>
          <a:lstStyle/>
          <a:p>
            <a:pPr lvl="0" indent="0" marL="0">
              <a:spcBef>
                <a:spcPts val="3000"/>
              </a:spcBef>
              <a:buNone/>
            </a:pPr>
            <a:r>
              <a:rPr b="1"/>
              <a:t>Outbound Flights: Mumbai → Middle East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lgn="l">
                        <a:buNone/>
                      </a:pPr>
                      <a:r>
                        <a:rPr/>
                        <a:t>Flight No.</a:t>
                      </a:r>
                    </a:p>
                  </a:txBody>
                  <a:tcPr/>
                </a:tc>
                <a:tc>
                  <a:txBody>
                    <a:bodyPr/>
                    <a:lstStyle/>
                    <a:p>
                      <a:pPr lvl="0" indent="0" marL="0" algn="l">
                        <a:buNone/>
                      </a:pPr>
                      <a:r>
                        <a:rPr/>
                        <a:t>Destination City</a:t>
                      </a:r>
                    </a:p>
                  </a:txBody>
                  <a:tcPr/>
                </a:tc>
                <a:tc>
                  <a:txBody>
                    <a:bodyPr/>
                    <a:lstStyle/>
                    <a:p>
                      <a:pPr lvl="0" indent="0" marL="0" algn="l">
                        <a:buNone/>
                      </a:pPr>
                      <a:r>
                        <a:rPr/>
                        <a:t>Departure (Mumbai)</a:t>
                      </a:r>
                    </a:p>
                  </a:txBody>
                  <a:tcPr/>
                </a:tc>
                <a:tc>
                  <a:txBody>
                    <a:bodyPr/>
                    <a:lstStyle/>
                    <a:p>
                      <a:pPr lvl="0" indent="0" marL="0" algn="l">
                        <a:buNone/>
                      </a:pPr>
                      <a:r>
                        <a:rPr/>
                        <a:t>Arrival (Local)</a:t>
                      </a:r>
                    </a:p>
                  </a:txBody>
                  <a:tcPr/>
                </a:tc>
                <a:tc>
                  <a:txBody>
                    <a:bodyPr/>
                    <a:lstStyle/>
                    <a:p>
                      <a:pPr lvl="0" indent="0" marL="0" algn="l">
                        <a:buNone/>
                      </a:pPr>
                      <a:r>
                        <a:rPr/>
                        <a:t>Aircraft</a:t>
                      </a:r>
                    </a:p>
                  </a:txBody>
                  <a:tcPr/>
                </a:tc>
                <a:tc>
                  <a:txBody>
                    <a:bodyPr/>
                    <a:lstStyle/>
                    <a:p>
                      <a:pPr lvl="0" indent="0" marL="0" algn="l">
                        <a:buNone/>
                      </a:pPr>
                      <a:r>
                        <a:rPr/>
                        <a:t>Duration</a:t>
                      </a:r>
                    </a:p>
                  </a:txBody>
                  <a:tcPr/>
                </a:tc>
              </a:tr>
              <a:tr h="0">
                <a:tc>
                  <a:txBody>
                    <a:bodyPr/>
                    <a:lstStyle/>
                    <a:p>
                      <a:pPr lvl="0" indent="0" marL="0" algn="l">
                        <a:buNone/>
                      </a:pPr>
                      <a:r>
                        <a:rPr/>
                        <a:t>CW241</a:t>
                      </a:r>
                    </a:p>
                  </a:txBody>
                </a:tc>
                <a:tc>
                  <a:txBody>
                    <a:bodyPr/>
                    <a:lstStyle/>
                    <a:p>
                      <a:pPr lvl="0" indent="0" marL="0" algn="l">
                        <a:buNone/>
                      </a:pPr>
                      <a:r>
                        <a:rPr/>
                        <a:t>Dubai (DXB)</a:t>
                      </a:r>
                    </a:p>
                  </a:txBody>
                </a:tc>
                <a:tc>
                  <a:txBody>
                    <a:bodyPr/>
                    <a:lstStyle/>
                    <a:p>
                      <a:pPr lvl="0" indent="0" marL="0" algn="l">
                        <a:buNone/>
                      </a:pPr>
                      <a:r>
                        <a:rPr/>
                        <a:t>09:30 IST</a:t>
                      </a:r>
                    </a:p>
                  </a:txBody>
                </a:tc>
                <a:tc>
                  <a:txBody>
                    <a:bodyPr/>
                    <a:lstStyle/>
                    <a:p>
                      <a:pPr lvl="0" indent="0" marL="0" algn="l">
                        <a:buNone/>
                      </a:pPr>
                      <a:r>
                        <a:rPr/>
                        <a:t>11:15 GST</a:t>
                      </a:r>
                    </a:p>
                  </a:txBody>
                </a:tc>
                <a:tc>
                  <a:txBody>
                    <a:bodyPr/>
                    <a:lstStyle/>
                    <a:p>
                      <a:pPr lvl="0" indent="0" marL="0" algn="l">
                        <a:buNone/>
                      </a:pPr>
                      <a:r>
                        <a:rPr/>
                        <a:t>Boeing 787</a:t>
                      </a:r>
                    </a:p>
                  </a:txBody>
                </a:tc>
                <a:tc>
                  <a:txBody>
                    <a:bodyPr/>
                    <a:lstStyle/>
                    <a:p>
                      <a:pPr lvl="0" indent="0" marL="0" algn="l">
                        <a:buNone/>
                      </a:pPr>
                      <a:r>
                        <a:rPr/>
                        <a:t>3h 15m</a:t>
                      </a:r>
                    </a:p>
                  </a:txBody>
                </a:tc>
              </a:tr>
              <a:tr h="0">
                <a:tc>
                  <a:txBody>
                    <a:bodyPr/>
                    <a:lstStyle/>
                    <a:p>
                      <a:pPr lvl="0" indent="0" marL="0" algn="l">
                        <a:buNone/>
                      </a:pPr>
                      <a:r>
                        <a:rPr/>
                        <a:t>CW243</a:t>
                      </a:r>
                    </a:p>
                  </a:txBody>
                </a:tc>
                <a:tc>
                  <a:txBody>
                    <a:bodyPr/>
                    <a:lstStyle/>
                    <a:p>
                      <a:pPr lvl="0" indent="0" marL="0" algn="l">
                        <a:buNone/>
                      </a:pPr>
                      <a:r>
                        <a:rPr/>
                        <a:t>Abu Dhabi (AUH)</a:t>
                      </a:r>
                    </a:p>
                  </a:txBody>
                </a:tc>
                <a:tc>
                  <a:txBody>
                    <a:bodyPr/>
                    <a:lstStyle/>
                    <a:p>
                      <a:pPr lvl="0" indent="0" marL="0" algn="l">
                        <a:buNone/>
                      </a:pPr>
                      <a:r>
                        <a:rPr/>
                        <a:t>16:00 IST</a:t>
                      </a:r>
                    </a:p>
                  </a:txBody>
                </a:tc>
                <a:tc>
                  <a:txBody>
                    <a:bodyPr/>
                    <a:lstStyle/>
                    <a:p>
                      <a:pPr lvl="0" indent="0" marL="0" algn="l">
                        <a:buNone/>
                      </a:pPr>
                      <a:r>
                        <a:rPr/>
                        <a:t>17:45 GST</a:t>
                      </a:r>
                    </a:p>
                  </a:txBody>
                </a:tc>
                <a:tc>
                  <a:txBody>
                    <a:bodyPr/>
                    <a:lstStyle/>
                    <a:p>
                      <a:pPr lvl="0" indent="0" marL="0" algn="l">
                        <a:buNone/>
                      </a:pPr>
                      <a:r>
                        <a:rPr/>
                        <a:t>Airbus A350</a:t>
                      </a:r>
                    </a:p>
                  </a:txBody>
                </a:tc>
                <a:tc>
                  <a:txBody>
                    <a:bodyPr/>
                    <a:lstStyle/>
                    <a:p>
                      <a:pPr lvl="0" indent="0" marL="0" algn="l">
                        <a:buNone/>
                      </a:pPr>
                      <a:r>
                        <a:rPr/>
                        <a:t>3h 15m</a:t>
                      </a:r>
                    </a:p>
                  </a:txBody>
                </a:tc>
              </a:tr>
              <a:tr h="0">
                <a:tc>
                  <a:txBody>
                    <a:bodyPr/>
                    <a:lstStyle/>
                    <a:p>
                      <a:pPr lvl="0" indent="0" marL="0" algn="l">
                        <a:buNone/>
                      </a:pPr>
                      <a:r>
                        <a:rPr/>
                        <a:t>CW245</a:t>
                      </a:r>
                    </a:p>
                  </a:txBody>
                </a:tc>
                <a:tc>
                  <a:txBody>
                    <a:bodyPr/>
                    <a:lstStyle/>
                    <a:p>
                      <a:pPr lvl="0" indent="0" marL="0" algn="l">
                        <a:buNone/>
                      </a:pPr>
                      <a:r>
                        <a:rPr/>
                        <a:t>Doha (DOH)</a:t>
                      </a:r>
                    </a:p>
                  </a:txBody>
                </a:tc>
                <a:tc>
                  <a:txBody>
                    <a:bodyPr/>
                    <a:lstStyle/>
                    <a:p>
                      <a:pPr lvl="0" indent="0" marL="0" algn="l">
                        <a:buNone/>
                      </a:pPr>
                      <a:r>
                        <a:rPr/>
                        <a:t>12:10 IST</a:t>
                      </a:r>
                    </a:p>
                  </a:txBody>
                </a:tc>
                <a:tc>
                  <a:txBody>
                    <a:bodyPr/>
                    <a:lstStyle/>
                    <a:p>
                      <a:pPr lvl="0" indent="0" marL="0" algn="l">
                        <a:buNone/>
                      </a:pPr>
                      <a:r>
                        <a:rPr/>
                        <a:t>13:15 AST</a:t>
                      </a:r>
                    </a:p>
                  </a:txBody>
                </a:tc>
                <a:tc>
                  <a:txBody>
                    <a:bodyPr/>
                    <a:lstStyle/>
                    <a:p>
                      <a:pPr lvl="0" indent="0" marL="0" algn="l">
                        <a:buNone/>
                      </a:pPr>
                      <a:r>
                        <a:rPr/>
                        <a:t>Boeing 787</a:t>
                      </a:r>
                    </a:p>
                  </a:txBody>
                </a:tc>
                <a:tc>
                  <a:txBody>
                    <a:bodyPr/>
                    <a:lstStyle/>
                    <a:p>
                      <a:pPr lvl="0" indent="0" marL="0" algn="l">
                        <a:buNone/>
                      </a:pPr>
                      <a:r>
                        <a:rPr/>
                        <a:t>4h 35m</a:t>
                      </a:r>
                    </a:p>
                  </a:txBody>
                </a:tc>
              </a:tr>
              <a:tr h="0">
                <a:tc>
                  <a:txBody>
                    <a:bodyPr/>
                    <a:lstStyle/>
                    <a:p>
                      <a:pPr lvl="0" indent="0" marL="0" algn="l">
                        <a:buNone/>
                      </a:pPr>
                      <a:r>
                        <a:rPr/>
                        <a:t>CW247</a:t>
                      </a:r>
                    </a:p>
                  </a:txBody>
                </a:tc>
                <a:tc>
                  <a:txBody>
                    <a:bodyPr/>
                    <a:lstStyle/>
                    <a:p>
                      <a:pPr lvl="0" indent="0" marL="0" algn="l">
                        <a:buNone/>
                      </a:pPr>
                      <a:r>
                        <a:rPr/>
                        <a:t>Muscat (MCT)</a:t>
                      </a:r>
                    </a:p>
                  </a:txBody>
                </a:tc>
                <a:tc>
                  <a:txBody>
                    <a:bodyPr/>
                    <a:lstStyle/>
                    <a:p>
                      <a:pPr lvl="0" indent="0" marL="0" algn="l">
                        <a:buNone/>
                      </a:pPr>
                      <a:r>
                        <a:rPr/>
                        <a:t>21:25 IST</a:t>
                      </a:r>
                    </a:p>
                  </a:txBody>
                </a:tc>
                <a:tc>
                  <a:txBody>
                    <a:bodyPr/>
                    <a:lstStyle/>
                    <a:p>
                      <a:pPr lvl="0" indent="0" marL="0" algn="l">
                        <a:buNone/>
                      </a:pPr>
                      <a:r>
                        <a:rPr/>
                        <a:t>22:45 GST</a:t>
                      </a:r>
                    </a:p>
                  </a:txBody>
                </a:tc>
                <a:tc>
                  <a:txBody>
                    <a:bodyPr/>
                    <a:lstStyle/>
                    <a:p>
                      <a:pPr lvl="0" indent="0" marL="0" algn="l">
                        <a:buNone/>
                      </a:pPr>
                      <a:r>
                        <a:rPr/>
                        <a:t>Airbus A350</a:t>
                      </a:r>
                    </a:p>
                  </a:txBody>
                </a:tc>
                <a:tc>
                  <a:txBody>
                    <a:bodyPr/>
                    <a:lstStyle/>
                    <a:p>
                      <a:pPr lvl="0" indent="0" marL="0" algn="l">
                        <a:buNone/>
                      </a:pPr>
                      <a:r>
                        <a:rPr/>
                        <a:t>2h 50m</a:t>
                      </a:r>
                    </a:p>
                  </a:txBody>
                </a:tc>
              </a:tr>
              <a:tr h="0">
                <a:tc>
                  <a:txBody>
                    <a:bodyPr/>
                    <a:lstStyle/>
                    <a:p>
                      <a:pPr lvl="0" indent="0" marL="0" algn="l">
                        <a:buNone/>
                      </a:pPr>
                      <a:r>
                        <a:rPr/>
                        <a:t>CW249</a:t>
                      </a:r>
                    </a:p>
                  </a:txBody>
                </a:tc>
                <a:tc>
                  <a:txBody>
                    <a:bodyPr/>
                    <a:lstStyle/>
                    <a:p>
                      <a:pPr lvl="0" indent="0" marL="0" algn="l">
                        <a:buNone/>
                      </a:pPr>
                      <a:r>
                        <a:rPr/>
                        <a:t>Riyadh (RUH)</a:t>
                      </a:r>
                    </a:p>
                  </a:txBody>
                </a:tc>
                <a:tc>
                  <a:txBody>
                    <a:bodyPr/>
                    <a:lstStyle/>
                    <a:p>
                      <a:pPr lvl="0" indent="0" marL="0" algn="l">
                        <a:buNone/>
                      </a:pPr>
                      <a:r>
                        <a:rPr/>
                        <a:t>23:55 IST</a:t>
                      </a:r>
                    </a:p>
                  </a:txBody>
                </a:tc>
                <a:tc>
                  <a:txBody>
                    <a:bodyPr/>
                    <a:lstStyle/>
                    <a:p>
                      <a:pPr lvl="0" indent="0" marL="0" algn="l">
                        <a:buNone/>
                      </a:pPr>
                      <a:r>
                        <a:rPr/>
                        <a:t>02:15 AST (+1)</a:t>
                      </a:r>
                    </a:p>
                  </a:txBody>
                </a:tc>
                <a:tc>
                  <a:txBody>
                    <a:bodyPr/>
                    <a:lstStyle/>
                    <a:p>
                      <a:pPr lvl="0" indent="0" marL="0" algn="l">
                        <a:buNone/>
                      </a:pPr>
                      <a:r>
                        <a:rPr/>
                        <a:t>Airbus A380</a:t>
                      </a:r>
                    </a:p>
                  </a:txBody>
                </a:tc>
                <a:tc>
                  <a:txBody>
                    <a:bodyPr/>
                    <a:lstStyle/>
                    <a:p>
                      <a:pPr lvl="0" indent="0" marL="0" algn="l">
                        <a:buNone/>
                      </a:pPr>
                      <a:r>
                        <a:rPr/>
                        <a:t>4h 50m</a:t>
                      </a:r>
                    </a:p>
                  </a:txBody>
                </a:tc>
              </a:tr>
              <a:tr h="0">
                <a:tc>
                  <a:txBody>
                    <a:bodyPr/>
                    <a:lstStyle/>
                    <a:p>
                      <a:pPr lvl="0" indent="0" marL="0" algn="l">
                        <a:buNone/>
                      </a:pPr>
                      <a:r>
                        <a:rPr/>
                        <a:t>CW251</a:t>
                      </a:r>
                    </a:p>
                  </a:txBody>
                </a:tc>
                <a:tc>
                  <a:txBody>
                    <a:bodyPr/>
                    <a:lstStyle/>
                    <a:p>
                      <a:pPr lvl="0" indent="0" marL="0" algn="l">
                        <a:buNone/>
                      </a:pPr>
                      <a:r>
                        <a:rPr/>
                        <a:t>Jeddah (JED)</a:t>
                      </a:r>
                    </a:p>
                  </a:txBody>
                </a:tc>
                <a:tc>
                  <a:txBody>
                    <a:bodyPr/>
                    <a:lstStyle/>
                    <a:p>
                      <a:pPr lvl="0" indent="0" marL="0" algn="l">
                        <a:buNone/>
                      </a:pPr>
                      <a:r>
                        <a:rPr/>
                        <a:t>07:30 IST</a:t>
                      </a:r>
                    </a:p>
                  </a:txBody>
                </a:tc>
                <a:tc>
                  <a:txBody>
                    <a:bodyPr/>
                    <a:lstStyle/>
                    <a:p>
                      <a:pPr lvl="0" indent="0" marL="0" algn="l">
                        <a:buNone/>
                      </a:pPr>
                      <a:r>
                        <a:rPr/>
                        <a:t>10:30 AST</a:t>
                      </a:r>
                    </a:p>
                  </a:txBody>
                </a:tc>
                <a:tc>
                  <a:txBody>
                    <a:bodyPr/>
                    <a:lstStyle/>
                    <a:p>
                      <a:pPr lvl="0" indent="0" marL="0" algn="l">
                        <a:buNone/>
                      </a:pPr>
                      <a:r>
                        <a:rPr/>
                        <a:t>Boeing 787</a:t>
                      </a:r>
                    </a:p>
                  </a:txBody>
                </a:tc>
                <a:tc>
                  <a:txBody>
                    <a:bodyPr/>
                    <a:lstStyle/>
                    <a:p>
                      <a:pPr lvl="0" indent="0" marL="0" algn="l">
                        <a:buNone/>
                      </a:pPr>
                      <a:r>
                        <a:rPr/>
                        <a:t>5h 30m</a:t>
                      </a:r>
                    </a:p>
                  </a:txBody>
                </a:tc>
              </a:tr>
              <a:tr h="0">
                <a:tc>
                  <a:txBody>
                    <a:bodyPr/>
                    <a:lstStyle/>
                    <a:p>
                      <a:pPr lvl="0" indent="0" marL="0" algn="l">
                        <a:buNone/>
                      </a:pPr>
                      <a:r>
                        <a:rPr/>
                        <a:t>CW253</a:t>
                      </a:r>
                    </a:p>
                  </a:txBody>
                </a:tc>
                <a:tc>
                  <a:txBody>
                    <a:bodyPr/>
                    <a:lstStyle/>
                    <a:p>
                      <a:pPr lvl="0" indent="0" marL="0" algn="l">
                        <a:buNone/>
                      </a:pPr>
                      <a:r>
                        <a:rPr/>
                        <a:t>Kuwait City (KWI)</a:t>
                      </a:r>
                    </a:p>
                  </a:txBody>
                </a:tc>
                <a:tc>
                  <a:txBody>
                    <a:bodyPr/>
                    <a:lstStyle/>
                    <a:p>
                      <a:pPr lvl="0" indent="0" marL="0" algn="l">
                        <a:buNone/>
                      </a:pPr>
                      <a:r>
                        <a:rPr/>
                        <a:t>20:15 IST</a:t>
                      </a:r>
                    </a:p>
                  </a:txBody>
                </a:tc>
                <a:tc>
                  <a:txBody>
                    <a:bodyPr/>
                    <a:lstStyle/>
                    <a:p>
                      <a:pPr lvl="0" indent="0" marL="0" algn="l">
                        <a:buNone/>
                      </a:pPr>
                      <a:r>
                        <a:rPr/>
                        <a:t>22:05 AST</a:t>
                      </a:r>
                    </a:p>
                  </a:txBody>
                </a:tc>
                <a:tc>
                  <a:txBody>
                    <a:bodyPr/>
                    <a:lstStyle/>
                    <a:p>
                      <a:pPr lvl="0" indent="0" marL="0" algn="l">
                        <a:buNone/>
                      </a:pPr>
                      <a:r>
                        <a:rPr/>
                        <a:t>Airbus A350</a:t>
                      </a:r>
                    </a:p>
                  </a:txBody>
                </a:tc>
                <a:tc>
                  <a:txBody>
                    <a:bodyPr/>
                    <a:lstStyle/>
                    <a:p>
                      <a:pPr lvl="0" indent="0" marL="0" algn="l">
                        <a:buNone/>
                      </a:pPr>
                      <a:r>
                        <a:rPr/>
                        <a:t>3h 20m</a:t>
                      </a:r>
                    </a:p>
                  </a:txBody>
                </a:tc>
              </a:tr>
              <a:tr h="0">
                <a:tc>
                  <a:txBody>
                    <a:bodyPr/>
                    <a:lstStyle/>
                    <a:p>
                      <a:pPr lvl="0" indent="0" marL="0" algn="l">
                        <a:buNone/>
                      </a:pPr>
                      <a:r>
                        <a:rPr/>
                        <a:t>CW255</a:t>
                      </a:r>
                    </a:p>
                  </a:txBody>
                </a:tc>
                <a:tc>
                  <a:txBody>
                    <a:bodyPr/>
                    <a:lstStyle/>
                    <a:p>
                      <a:pPr lvl="0" indent="0" marL="0" algn="l">
                        <a:buNone/>
                      </a:pPr>
                      <a:r>
                        <a:rPr/>
                        <a:t>Bahrain (BAH)</a:t>
                      </a:r>
                    </a:p>
                  </a:txBody>
                </a:tc>
                <a:tc>
                  <a:txBody>
                    <a:bodyPr/>
                    <a:lstStyle/>
                    <a:p>
                      <a:pPr lvl="0" indent="0" marL="0" algn="l">
                        <a:buNone/>
                      </a:pPr>
                      <a:r>
                        <a:rPr/>
                        <a:t>14:45 IST</a:t>
                      </a:r>
                    </a:p>
                  </a:txBody>
                </a:tc>
                <a:tc>
                  <a:txBody>
                    <a:bodyPr/>
                    <a:lstStyle/>
                    <a:p>
                      <a:pPr lvl="0" indent="0" marL="0" algn="l">
                        <a:buNone/>
                      </a:pPr>
                      <a:r>
                        <a:rPr/>
                        <a:t>16:55 AST</a:t>
                      </a:r>
                    </a:p>
                  </a:txBody>
                </a:tc>
                <a:tc>
                  <a:txBody>
                    <a:bodyPr/>
                    <a:lstStyle/>
                    <a:p>
                      <a:pPr lvl="0" indent="0" marL="0" algn="l">
                        <a:buNone/>
                      </a:pPr>
                      <a:r>
                        <a:rPr/>
                        <a:t>Boeing 787</a:t>
                      </a:r>
                    </a:p>
                  </a:txBody>
                </a:tc>
                <a:tc>
                  <a:txBody>
                    <a:bodyPr/>
                    <a:lstStyle/>
                    <a:p>
                      <a:pPr lvl="0" indent="0" marL="0" algn="l">
                        <a:buNone/>
                      </a:pPr>
                      <a:r>
                        <a:rPr/>
                        <a:t>3h 40m</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Inbound Flights: Middle East →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lgn="l">
                        <a:buNone/>
                      </a:pPr>
                      <a:r>
                        <a:rPr/>
                        <a:t>Flight No.</a:t>
                      </a:r>
                    </a:p>
                  </a:txBody>
                  <a:tcPr/>
                </a:tc>
                <a:tc>
                  <a:txBody>
                    <a:bodyPr/>
                    <a:lstStyle/>
                    <a:p>
                      <a:pPr lvl="0" indent="0" marL="0" algn="l">
                        <a:buNone/>
                      </a:pPr>
                      <a:r>
                        <a:rPr/>
                        <a:t>Origin City</a:t>
                      </a:r>
                    </a:p>
                  </a:txBody>
                  <a:tcPr/>
                </a:tc>
                <a:tc>
                  <a:txBody>
                    <a:bodyPr/>
                    <a:lstStyle/>
                    <a:p>
                      <a:pPr lvl="0" indent="0" marL="0" algn="l">
                        <a:buNone/>
                      </a:pPr>
                      <a:r>
                        <a:rPr/>
                        <a:t>Departure (Local)</a:t>
                      </a:r>
                    </a:p>
                  </a:txBody>
                  <a:tcPr/>
                </a:tc>
                <a:tc>
                  <a:txBody>
                    <a:bodyPr/>
                    <a:lstStyle/>
                    <a:p>
                      <a:pPr lvl="0" indent="0" marL="0" algn="l">
                        <a:buNone/>
                      </a:pPr>
                      <a:r>
                        <a:rPr/>
                        <a:t>Arrival (Mumbai)</a:t>
                      </a:r>
                    </a:p>
                  </a:txBody>
                  <a:tcPr/>
                </a:tc>
                <a:tc>
                  <a:txBody>
                    <a:bodyPr/>
                    <a:lstStyle/>
                    <a:p>
                      <a:pPr lvl="0" indent="0" marL="0" algn="l">
                        <a:buNone/>
                      </a:pPr>
                      <a:r>
                        <a:rPr/>
                        <a:t>Aircraft</a:t>
                      </a:r>
                    </a:p>
                  </a:txBody>
                  <a:tcPr/>
                </a:tc>
                <a:tc>
                  <a:txBody>
                    <a:bodyPr/>
                    <a:lstStyle/>
                    <a:p>
                      <a:pPr lvl="0" indent="0" marL="0" algn="l">
                        <a:buNone/>
                      </a:pPr>
                      <a:r>
                        <a:rPr/>
                        <a:t>Duration</a:t>
                      </a:r>
                    </a:p>
                  </a:txBody>
                  <a:tcPr/>
                </a:tc>
              </a:tr>
              <a:tr h="0">
                <a:tc>
                  <a:txBody>
                    <a:bodyPr/>
                    <a:lstStyle/>
                    <a:p>
                      <a:pPr lvl="0" indent="0" marL="0" algn="l">
                        <a:buNone/>
                      </a:pPr>
                      <a:r>
                        <a:rPr/>
                        <a:t>CW242</a:t>
                      </a:r>
                    </a:p>
                  </a:txBody>
                </a:tc>
                <a:tc>
                  <a:txBody>
                    <a:bodyPr/>
                    <a:lstStyle/>
                    <a:p>
                      <a:pPr lvl="0" indent="0" marL="0" algn="l">
                        <a:buNone/>
                      </a:pPr>
                      <a:r>
                        <a:rPr/>
                        <a:t>Dubai (DXB)</a:t>
                      </a:r>
                    </a:p>
                  </a:txBody>
                </a:tc>
                <a:tc>
                  <a:txBody>
                    <a:bodyPr/>
                    <a:lstStyle/>
                    <a:p>
                      <a:pPr lvl="0" indent="0" marL="0" algn="l">
                        <a:buNone/>
                      </a:pPr>
                      <a:r>
                        <a:rPr/>
                        <a:t>12:30 GST</a:t>
                      </a:r>
                    </a:p>
                  </a:txBody>
                </a:tc>
                <a:tc>
                  <a:txBody>
                    <a:bodyPr/>
                    <a:lstStyle/>
                    <a:p>
                      <a:pPr lvl="0" indent="0" marL="0" algn="l">
                        <a:buNone/>
                      </a:pPr>
                      <a:r>
                        <a:rPr/>
                        <a:t>17:00 IST</a:t>
                      </a:r>
                    </a:p>
                  </a:txBody>
                </a:tc>
                <a:tc>
                  <a:txBody>
                    <a:bodyPr/>
                    <a:lstStyle/>
                    <a:p>
                      <a:pPr lvl="0" indent="0" marL="0" algn="l">
                        <a:buNone/>
                      </a:pPr>
                      <a:r>
                        <a:rPr/>
                        <a:t>Boeing 787</a:t>
                      </a:r>
                    </a:p>
                  </a:txBody>
                </a:tc>
                <a:tc>
                  <a:txBody>
                    <a:bodyPr/>
                    <a:lstStyle/>
                    <a:p>
                      <a:pPr lvl="0" indent="0" marL="0" algn="l">
                        <a:buNone/>
                      </a:pPr>
                      <a:r>
                        <a:rPr/>
                        <a:t>3h 00m</a:t>
                      </a:r>
                    </a:p>
                  </a:txBody>
                </a:tc>
              </a:tr>
              <a:tr h="0">
                <a:tc>
                  <a:txBody>
                    <a:bodyPr/>
                    <a:lstStyle/>
                    <a:p>
                      <a:pPr lvl="0" indent="0" marL="0" algn="l">
                        <a:buNone/>
                      </a:pPr>
                      <a:r>
                        <a:rPr/>
                        <a:t>CW244</a:t>
                      </a:r>
                    </a:p>
                  </a:txBody>
                </a:tc>
                <a:tc>
                  <a:txBody>
                    <a:bodyPr/>
                    <a:lstStyle/>
                    <a:p>
                      <a:pPr lvl="0" indent="0" marL="0" algn="l">
                        <a:buNone/>
                      </a:pPr>
                      <a:r>
                        <a:rPr/>
                        <a:t>Abu Dhabi (AUH)</a:t>
                      </a:r>
                    </a:p>
                  </a:txBody>
                </a:tc>
                <a:tc>
                  <a:txBody>
                    <a:bodyPr/>
                    <a:lstStyle/>
                    <a:p>
                      <a:pPr lvl="0" indent="0" marL="0" algn="l">
                        <a:buNone/>
                      </a:pPr>
                      <a:r>
                        <a:rPr/>
                        <a:t>18:55 GST</a:t>
                      </a:r>
                    </a:p>
                  </a:txBody>
                </a:tc>
                <a:tc>
                  <a:txBody>
                    <a:bodyPr/>
                    <a:lstStyle/>
                    <a:p>
                      <a:pPr lvl="0" indent="0" marL="0" algn="l">
                        <a:buNone/>
                      </a:pPr>
                      <a:r>
                        <a:rPr/>
                        <a:t>23:50 IST</a:t>
                      </a:r>
                    </a:p>
                  </a:txBody>
                </a:tc>
                <a:tc>
                  <a:txBody>
                    <a:bodyPr/>
                    <a:lstStyle/>
                    <a:p>
                      <a:pPr lvl="0" indent="0" marL="0" algn="l">
                        <a:buNone/>
                      </a:pPr>
                      <a:r>
                        <a:rPr/>
                        <a:t>Airbus A350</a:t>
                      </a:r>
                    </a:p>
                  </a:txBody>
                </a:tc>
                <a:tc>
                  <a:txBody>
                    <a:bodyPr/>
                    <a:lstStyle/>
                    <a:p>
                      <a:pPr lvl="0" indent="0" marL="0" algn="l">
                        <a:buNone/>
                      </a:pPr>
                      <a:r>
                        <a:rPr/>
                        <a:t>3h 25m</a:t>
                      </a:r>
                    </a:p>
                  </a:txBody>
                </a:tc>
              </a:tr>
              <a:tr h="0">
                <a:tc>
                  <a:txBody>
                    <a:bodyPr/>
                    <a:lstStyle/>
                    <a:p>
                      <a:pPr lvl="0" indent="0" marL="0" algn="l">
                        <a:buNone/>
                      </a:pPr>
                      <a:r>
                        <a:rPr/>
                        <a:t>CW246</a:t>
                      </a:r>
                    </a:p>
                  </a:txBody>
                </a:tc>
                <a:tc>
                  <a:txBody>
                    <a:bodyPr/>
                    <a:lstStyle/>
                    <a:p>
                      <a:pPr lvl="0" indent="0" marL="0" algn="l">
                        <a:buNone/>
                      </a:pPr>
                      <a:r>
                        <a:rPr/>
                        <a:t>Doha (DOH)</a:t>
                      </a:r>
                    </a:p>
                  </a:txBody>
                </a:tc>
                <a:tc>
                  <a:txBody>
                    <a:bodyPr/>
                    <a:lstStyle/>
                    <a:p>
                      <a:pPr lvl="0" indent="0" marL="0" algn="l">
                        <a:buNone/>
                      </a:pPr>
                      <a:r>
                        <a:rPr/>
                        <a:t>14:30 AST</a:t>
                      </a:r>
                    </a:p>
                  </a:txBody>
                </a:tc>
                <a:tc>
                  <a:txBody>
                    <a:bodyPr/>
                    <a:lstStyle/>
                    <a:p>
                      <a:pPr lvl="0" indent="0" marL="0" algn="l">
                        <a:buNone/>
                      </a:pPr>
                      <a:r>
                        <a:rPr/>
                        <a:t>20:05 IST</a:t>
                      </a:r>
                    </a:p>
                  </a:txBody>
                </a:tc>
                <a:tc>
                  <a:txBody>
                    <a:bodyPr/>
                    <a:lstStyle/>
                    <a:p>
                      <a:pPr lvl="0" indent="0" marL="0" algn="l">
                        <a:buNone/>
                      </a:pPr>
                      <a:r>
                        <a:rPr/>
                        <a:t>Boeing 787</a:t>
                      </a:r>
                    </a:p>
                  </a:txBody>
                </a:tc>
                <a:tc>
                  <a:txBody>
                    <a:bodyPr/>
                    <a:lstStyle/>
                    <a:p>
                      <a:pPr lvl="0" indent="0" marL="0" algn="l">
                        <a:buNone/>
                      </a:pPr>
                      <a:r>
                        <a:rPr/>
                        <a:t>3h 55m</a:t>
                      </a:r>
                    </a:p>
                  </a:txBody>
                </a:tc>
              </a:tr>
              <a:tr h="0">
                <a:tc>
                  <a:txBody>
                    <a:bodyPr/>
                    <a:lstStyle/>
                    <a:p>
                      <a:pPr lvl="0" indent="0" marL="0" algn="l">
                        <a:buNone/>
                      </a:pPr>
                      <a:r>
                        <a:rPr/>
                        <a:t>CW248</a:t>
                      </a:r>
                    </a:p>
                  </a:txBody>
                </a:tc>
                <a:tc>
                  <a:txBody>
                    <a:bodyPr/>
                    <a:lstStyle/>
                    <a:p>
                      <a:pPr lvl="0" indent="0" marL="0" algn="l">
                        <a:buNone/>
                      </a:pPr>
                      <a:r>
                        <a:rPr/>
                        <a:t>Muscat (MCT)</a:t>
                      </a:r>
                    </a:p>
                  </a:txBody>
                </a:tc>
                <a:tc>
                  <a:txBody>
                    <a:bodyPr/>
                    <a:lstStyle/>
                    <a:p>
                      <a:pPr lvl="0" indent="0" marL="0" algn="l">
                        <a:buNone/>
                      </a:pPr>
                      <a:r>
                        <a:rPr/>
                        <a:t>23:55 GST</a:t>
                      </a:r>
                    </a:p>
                  </a:txBody>
                </a:tc>
                <a:tc>
                  <a:txBody>
                    <a:bodyPr/>
                    <a:lstStyle/>
                    <a:p>
                      <a:pPr lvl="0" indent="0" marL="0" algn="l">
                        <a:buNone/>
                      </a:pPr>
                      <a:r>
                        <a:rPr/>
                        <a:t>04:20 IST (+1)</a:t>
                      </a:r>
                    </a:p>
                  </a:txBody>
                </a:tc>
                <a:tc>
                  <a:txBody>
                    <a:bodyPr/>
                    <a:lstStyle/>
                    <a:p>
                      <a:pPr lvl="0" indent="0" marL="0" algn="l">
                        <a:buNone/>
                      </a:pPr>
                      <a:r>
                        <a:rPr/>
                        <a:t>Airbus A350</a:t>
                      </a:r>
                    </a:p>
                  </a:txBody>
                </a:tc>
                <a:tc>
                  <a:txBody>
                    <a:bodyPr/>
                    <a:lstStyle/>
                    <a:p>
                      <a:pPr lvl="0" indent="0" marL="0" algn="l">
                        <a:buNone/>
                      </a:pPr>
                      <a:r>
                        <a:rPr/>
                        <a:t>2h 55m</a:t>
                      </a:r>
                    </a:p>
                  </a:txBody>
                </a:tc>
              </a:tr>
              <a:tr h="0">
                <a:tc>
                  <a:txBody>
                    <a:bodyPr/>
                    <a:lstStyle/>
                    <a:p>
                      <a:pPr lvl="0" indent="0" marL="0" algn="l">
                        <a:buNone/>
                      </a:pPr>
                      <a:r>
                        <a:rPr/>
                        <a:t>CW250</a:t>
                      </a:r>
                    </a:p>
                  </a:txBody>
                </a:tc>
                <a:tc>
                  <a:txBody>
                    <a:bodyPr/>
                    <a:lstStyle/>
                    <a:p>
                      <a:pPr lvl="0" indent="0" marL="0" algn="l">
                        <a:buNone/>
                      </a:pPr>
                      <a:r>
                        <a:rPr/>
                        <a:t>Riyadh (RUH)</a:t>
                      </a:r>
                    </a:p>
                  </a:txBody>
                </a:tc>
                <a:tc>
                  <a:txBody>
                    <a:bodyPr/>
                    <a:lstStyle/>
                    <a:p>
                      <a:pPr lvl="0" indent="0" marL="0" algn="l">
                        <a:buNone/>
                      </a:pPr>
                      <a:r>
                        <a:rPr/>
                        <a:t>03:30 AST</a:t>
                      </a:r>
                    </a:p>
                  </a:txBody>
                </a:tc>
                <a:tc>
                  <a:txBody>
                    <a:bodyPr/>
                    <a:lstStyle/>
                    <a:p>
                      <a:pPr lvl="0" indent="0" marL="0" algn="l">
                        <a:buNone/>
                      </a:pPr>
                      <a:r>
                        <a:rPr/>
                        <a:t>09:00 IST</a:t>
                      </a:r>
                    </a:p>
                  </a:txBody>
                </a:tc>
                <a:tc>
                  <a:txBody>
                    <a:bodyPr/>
                    <a:lstStyle/>
                    <a:p>
                      <a:pPr lvl="0" indent="0" marL="0" algn="l">
                        <a:buNone/>
                      </a:pPr>
                      <a:r>
                        <a:rPr/>
                        <a:t>Airbus A380</a:t>
                      </a:r>
                    </a:p>
                  </a:txBody>
                </a:tc>
                <a:tc>
                  <a:txBody>
                    <a:bodyPr/>
                    <a:lstStyle/>
                    <a:p>
                      <a:pPr lvl="0" indent="0" marL="0" algn="l">
                        <a:buNone/>
                      </a:pPr>
                      <a:r>
                        <a:rPr/>
                        <a:t>4h 00m</a:t>
                      </a:r>
                    </a:p>
                  </a:txBody>
                </a:tc>
              </a:tr>
              <a:tr h="0">
                <a:tc>
                  <a:txBody>
                    <a:bodyPr/>
                    <a:lstStyle/>
                    <a:p>
                      <a:pPr lvl="0" indent="0" marL="0" algn="l">
                        <a:buNone/>
                      </a:pPr>
                      <a:r>
                        <a:rPr/>
                        <a:t>CW252</a:t>
                      </a:r>
                    </a:p>
                  </a:txBody>
                </a:tc>
                <a:tc>
                  <a:txBody>
                    <a:bodyPr/>
                    <a:lstStyle/>
                    <a:p>
                      <a:pPr lvl="0" indent="0" marL="0" algn="l">
                        <a:buNone/>
                      </a:pPr>
                      <a:r>
                        <a:rPr/>
                        <a:t>Jeddah (JED)</a:t>
                      </a:r>
                    </a:p>
                  </a:txBody>
                </a:tc>
                <a:tc>
                  <a:txBody>
                    <a:bodyPr/>
                    <a:lstStyle/>
                    <a:p>
                      <a:pPr lvl="0" indent="0" marL="0" algn="l">
                        <a:buNone/>
                      </a:pPr>
                      <a:r>
                        <a:rPr/>
                        <a:t>12:05 AST</a:t>
                      </a:r>
                    </a:p>
                  </a:txBody>
                </a:tc>
                <a:tc>
                  <a:txBody>
                    <a:bodyPr/>
                    <a:lstStyle/>
                    <a:p>
                      <a:pPr lvl="0" indent="0" marL="0" algn="l">
                        <a:buNone/>
                      </a:pPr>
                      <a:r>
                        <a:rPr/>
                        <a:t>20:10 IST</a:t>
                      </a:r>
                    </a:p>
                  </a:txBody>
                </a:tc>
                <a:tc>
                  <a:txBody>
                    <a:bodyPr/>
                    <a:lstStyle/>
                    <a:p>
                      <a:pPr lvl="0" indent="0" marL="0" algn="l">
                        <a:buNone/>
                      </a:pPr>
                      <a:r>
                        <a:rPr/>
                        <a:t>Boeing 787</a:t>
                      </a:r>
                    </a:p>
                  </a:txBody>
                </a:tc>
                <a:tc>
                  <a:txBody>
                    <a:bodyPr/>
                    <a:lstStyle/>
                    <a:p>
                      <a:pPr lvl="0" indent="0" marL="0" algn="l">
                        <a:buNone/>
                      </a:pPr>
                      <a:r>
                        <a:rPr/>
                        <a:t>5h 35m</a:t>
                      </a:r>
                    </a:p>
                  </a:txBody>
                </a:tc>
              </a:tr>
              <a:tr h="0">
                <a:tc>
                  <a:txBody>
                    <a:bodyPr/>
                    <a:lstStyle/>
                    <a:p>
                      <a:pPr lvl="0" indent="0" marL="0" algn="l">
                        <a:buNone/>
                      </a:pPr>
                      <a:r>
                        <a:rPr/>
                        <a:t>CW254</a:t>
                      </a:r>
                    </a:p>
                  </a:txBody>
                </a:tc>
                <a:tc>
                  <a:txBody>
                    <a:bodyPr/>
                    <a:lstStyle/>
                    <a:p>
                      <a:pPr lvl="0" indent="0" marL="0" algn="l">
                        <a:buNone/>
                      </a:pPr>
                      <a:r>
                        <a:rPr/>
                        <a:t>Kuwait City (KWI)</a:t>
                      </a:r>
                    </a:p>
                  </a:txBody>
                </a:tc>
                <a:tc>
                  <a:txBody>
                    <a:bodyPr/>
                    <a:lstStyle/>
                    <a:p>
                      <a:pPr lvl="0" indent="0" marL="0" algn="l">
                        <a:buNone/>
                      </a:pPr>
                      <a:r>
                        <a:rPr/>
                        <a:t>22:55 AST</a:t>
                      </a:r>
                    </a:p>
                  </a:txBody>
                </a:tc>
                <a:tc>
                  <a:txBody>
                    <a:bodyPr/>
                    <a:lstStyle/>
                    <a:p>
                      <a:pPr lvl="0" indent="0" marL="0" algn="l">
                        <a:buNone/>
                      </a:pPr>
                      <a:r>
                        <a:rPr/>
                        <a:t>04:25 IST (+1)</a:t>
                      </a:r>
                    </a:p>
                  </a:txBody>
                </a:tc>
                <a:tc>
                  <a:txBody>
                    <a:bodyPr/>
                    <a:lstStyle/>
                    <a:p>
                      <a:pPr lvl="0" indent="0" marL="0" algn="l">
                        <a:buNone/>
                      </a:pPr>
                      <a:r>
                        <a:rPr/>
                        <a:t>Airbus A350</a:t>
                      </a:r>
                    </a:p>
                  </a:txBody>
                </a:tc>
                <a:tc>
                  <a:txBody>
                    <a:bodyPr/>
                    <a:lstStyle/>
                    <a:p>
                      <a:pPr lvl="0" indent="0" marL="0" algn="l">
                        <a:buNone/>
                      </a:pPr>
                      <a:r>
                        <a:rPr/>
                        <a:t>3h 30m</a:t>
                      </a:r>
                    </a:p>
                  </a:txBody>
                </a:tc>
              </a:tr>
              <a:tr h="0">
                <a:tc>
                  <a:txBody>
                    <a:bodyPr/>
                    <a:lstStyle/>
                    <a:p>
                      <a:pPr lvl="0" indent="0" marL="0" algn="l">
                        <a:buNone/>
                      </a:pPr>
                      <a:r>
                        <a:rPr/>
                        <a:t>CW256</a:t>
                      </a:r>
                    </a:p>
                  </a:txBody>
                </a:tc>
                <a:tc>
                  <a:txBody>
                    <a:bodyPr/>
                    <a:lstStyle/>
                    <a:p>
                      <a:pPr lvl="0" indent="0" marL="0" algn="l">
                        <a:buNone/>
                      </a:pPr>
                      <a:r>
                        <a:rPr/>
                        <a:t>Bahrain (BAH)</a:t>
                      </a:r>
                    </a:p>
                  </a:txBody>
                </a:tc>
                <a:tc>
                  <a:txBody>
                    <a:bodyPr/>
                    <a:lstStyle/>
                    <a:p>
                      <a:pPr lvl="0" indent="0" marL="0" algn="l">
                        <a:buNone/>
                      </a:pPr>
                      <a:r>
                        <a:rPr/>
                        <a:t>18:20 AST</a:t>
                      </a:r>
                    </a:p>
                  </a:txBody>
                </a:tc>
                <a:tc>
                  <a:txBody>
                    <a:bodyPr/>
                    <a:lstStyle/>
                    <a:p>
                      <a:pPr lvl="0" indent="0" marL="0" algn="l">
                        <a:buNone/>
                      </a:pPr>
                      <a:r>
                        <a:rPr/>
                        <a:t>00:20 IST (+1)</a:t>
                      </a:r>
                    </a:p>
                  </a:txBody>
                </a:tc>
                <a:tc>
                  <a:txBody>
                    <a:bodyPr/>
                    <a:lstStyle/>
                    <a:p>
                      <a:pPr lvl="0" indent="0" marL="0" algn="l">
                        <a:buNone/>
                      </a:pPr>
                      <a:r>
                        <a:rPr/>
                        <a:t>Boeing 787</a:t>
                      </a:r>
                    </a:p>
                  </a:txBody>
                </a:tc>
                <a:tc>
                  <a:txBody>
                    <a:bodyPr/>
                    <a:lstStyle/>
                    <a:p>
                      <a:pPr lvl="0" indent="0" marL="0" algn="l">
                        <a:buNone/>
                      </a:pPr>
                      <a:r>
                        <a:rPr/>
                        <a:t>3h 30m</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 Mumbai to South East Asia Flight Schedule</a:t>
            </a:r>
          </a:p>
        </p:txBody>
      </p:sp>
      <p:sp>
        <p:nvSpPr>
          <p:cNvPr id="3" name="Content Placeholder 2"/>
          <p:cNvSpPr>
            <a:spLocks noGrp="1"/>
          </p:cNvSpPr>
          <p:nvPr>
            <p:ph idx="1"/>
          </p:nvPr>
        </p:nvSpPr>
        <p:spPr/>
        <p:txBody>
          <a:bodyPr/>
          <a:lstStyle/>
          <a:p>
            <a:pPr lvl="0" indent="0" marL="0">
              <a:buNone/>
            </a:pPr>
            <a:r>
              <a:rPr/>
              <a:t>Explore seamless connectivity from Mumbai to all major cities in South East Asia with CloudWay 24. Below are sample schedules with dummy flight numbers, timings, aircraft type, and travel durations for your planning ease.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Outbound Flights: Mumbai to Major South East Asian Cities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Flight No.</a:t>
                      </a:r>
                    </a:p>
                  </a:txBody>
                  <a:tcPr/>
                </a:tc>
                <a:tc>
                  <a:txBody>
                    <a:bodyPr/>
                    <a:lstStyle/>
                    <a:p>
                      <a:pPr lvl="0" indent="0" marL="0">
                        <a:buNone/>
                      </a:pPr>
                      <a:r>
                        <a:rPr/>
                        <a:t>Departure</a:t>
                      </a:r>
                    </a:p>
                  </a:txBody>
                  <a:tcPr/>
                </a:tc>
                <a:tc>
                  <a:txBody>
                    <a:bodyPr/>
                    <a:lstStyle/>
                    <a:p>
                      <a:pPr lvl="0" indent="0" marL="0">
                        <a:buNone/>
                      </a:pPr>
                      <a:r>
                        <a:rPr/>
                        <a:t>Arrival City</a:t>
                      </a:r>
                    </a:p>
                  </a:txBody>
                  <a:tcPr/>
                </a:tc>
                <a:tc>
                  <a:txBody>
                    <a:bodyPr/>
                    <a:lstStyle/>
                    <a:p>
                      <a:pPr lvl="0" indent="0" marL="0">
                        <a:buNone/>
                      </a:pPr>
                      <a:r>
                        <a:rPr/>
                        <a:t>Arrival</a:t>
                      </a:r>
                    </a:p>
                  </a:txBody>
                  <a:tcPr/>
                </a:tc>
                <a:tc>
                  <a:txBody>
                    <a:bodyPr/>
                    <a:lstStyle/>
                    <a:p>
                      <a:pPr lvl="0" indent="0" marL="0">
                        <a:buNone/>
                      </a:pPr>
                      <a:r>
                        <a:rPr/>
                        <a:t>Aircraft</a:t>
                      </a:r>
                    </a:p>
                  </a:txBody>
                  <a:tcPr/>
                </a:tc>
                <a:tc>
                  <a:txBody>
                    <a:bodyPr/>
                    <a:lstStyle/>
                    <a:p>
                      <a:pPr lvl="0" indent="0" marL="0">
                        <a:buNone/>
                      </a:pPr>
                      <a:r>
                        <a:rPr/>
                        <a:t>Travel Time</a:t>
                      </a:r>
                    </a:p>
                  </a:txBody>
                  <a:tcPr/>
                </a:tc>
              </a:tr>
              <a:tr h="0">
                <a:tc>
                  <a:txBody>
                    <a:bodyPr/>
                    <a:lstStyle/>
                    <a:p>
                      <a:pPr lvl="0" indent="0" marL="0">
                        <a:buNone/>
                      </a:pPr>
                      <a:r>
                        <a:rPr/>
                        <a:t>CW24101</a:t>
                      </a:r>
                    </a:p>
                  </a:txBody>
                </a:tc>
                <a:tc>
                  <a:txBody>
                    <a:bodyPr/>
                    <a:lstStyle/>
                    <a:p>
                      <a:pPr lvl="0" indent="0" marL="0">
                        <a:buNone/>
                      </a:pPr>
                      <a:r>
                        <a:rPr/>
                        <a:t>09:00</a:t>
                      </a:r>
                    </a:p>
                  </a:txBody>
                </a:tc>
                <a:tc>
                  <a:txBody>
                    <a:bodyPr/>
                    <a:lstStyle/>
                    <a:p>
                      <a:pPr lvl="0" indent="0" marL="0">
                        <a:buNone/>
                      </a:pPr>
                      <a:r>
                        <a:rPr/>
                        <a:t>Singapore (SIN)</a:t>
                      </a:r>
                    </a:p>
                  </a:txBody>
                </a:tc>
                <a:tc>
                  <a:txBody>
                    <a:bodyPr/>
                    <a:lstStyle/>
                    <a:p>
                      <a:pPr lvl="0" indent="0" marL="0">
                        <a:buNone/>
                      </a:pPr>
                      <a:r>
                        <a:rPr/>
                        <a:t>16:00</a:t>
                      </a:r>
                    </a:p>
                  </a:txBody>
                </a:tc>
                <a:tc>
                  <a:txBody>
                    <a:bodyPr/>
                    <a:lstStyle/>
                    <a:p>
                      <a:pPr lvl="0" indent="0" marL="0">
                        <a:buNone/>
                      </a:pPr>
                      <a:r>
                        <a:rPr/>
                        <a:t>A350</a:t>
                      </a:r>
                    </a:p>
                  </a:txBody>
                </a:tc>
                <a:tc>
                  <a:txBody>
                    <a:bodyPr/>
                    <a:lstStyle/>
                    <a:p>
                      <a:pPr lvl="0" indent="0" marL="0">
                        <a:buNone/>
                      </a:pPr>
                      <a:r>
                        <a:rPr/>
                        <a:t>5h 30m</a:t>
                      </a:r>
                    </a:p>
                  </a:txBody>
                </a:tc>
              </a:tr>
              <a:tr h="0">
                <a:tc>
                  <a:txBody>
                    <a:bodyPr/>
                    <a:lstStyle/>
                    <a:p>
                      <a:pPr lvl="0" indent="0" marL="0">
                        <a:buNone/>
                      </a:pPr>
                      <a:r>
                        <a:rPr/>
                        <a:t>CW24105</a:t>
                      </a:r>
                    </a:p>
                  </a:txBody>
                </a:tc>
                <a:tc>
                  <a:txBody>
                    <a:bodyPr/>
                    <a:lstStyle/>
                    <a:p>
                      <a:pPr lvl="0" indent="0" marL="0">
                        <a:buNone/>
                      </a:pPr>
                      <a:r>
                        <a:rPr/>
                        <a:t>23:30</a:t>
                      </a:r>
                    </a:p>
                  </a:txBody>
                </a:tc>
                <a:tc>
                  <a:txBody>
                    <a:bodyPr/>
                    <a:lstStyle/>
                    <a:p>
                      <a:pPr lvl="0" indent="0" marL="0">
                        <a:buNone/>
                      </a:pPr>
                      <a:r>
                        <a:rPr/>
                        <a:t>Bangkok (BKK)</a:t>
                      </a:r>
                    </a:p>
                  </a:txBody>
                </a:tc>
                <a:tc>
                  <a:txBody>
                    <a:bodyPr/>
                    <a:lstStyle/>
                    <a:p>
                      <a:pPr lvl="0" indent="0" marL="0">
                        <a:buNone/>
                      </a:pPr>
                      <a:r>
                        <a:rPr/>
                        <a:t>05:10+1</a:t>
                      </a:r>
                    </a:p>
                  </a:txBody>
                </a:tc>
                <a:tc>
                  <a:txBody>
                    <a:bodyPr/>
                    <a:lstStyle/>
                    <a:p>
                      <a:pPr lvl="0" indent="0" marL="0">
                        <a:buNone/>
                      </a:pPr>
                      <a:r>
                        <a:rPr/>
                        <a:t>B787</a:t>
                      </a:r>
                    </a:p>
                  </a:txBody>
                </a:tc>
                <a:tc>
                  <a:txBody>
                    <a:bodyPr/>
                    <a:lstStyle/>
                    <a:p>
                      <a:pPr lvl="0" indent="0" marL="0">
                        <a:buNone/>
                      </a:pPr>
                      <a:r>
                        <a:rPr/>
                        <a:t>4h 10m</a:t>
                      </a:r>
                    </a:p>
                  </a:txBody>
                </a:tc>
              </a:tr>
              <a:tr h="0">
                <a:tc>
                  <a:txBody>
                    <a:bodyPr/>
                    <a:lstStyle/>
                    <a:p>
                      <a:pPr lvl="0" indent="0" marL="0">
                        <a:buNone/>
                      </a:pPr>
                      <a:r>
                        <a:rPr/>
                        <a:t>CW24109</a:t>
                      </a:r>
                    </a:p>
                  </a:txBody>
                </a:tc>
                <a:tc>
                  <a:txBody>
                    <a:bodyPr/>
                    <a:lstStyle/>
                    <a:p>
                      <a:pPr lvl="0" indent="0" marL="0">
                        <a:buNone/>
                      </a:pPr>
                      <a:r>
                        <a:rPr/>
                        <a:t>14:45</a:t>
                      </a:r>
                    </a:p>
                  </a:txBody>
                </a:tc>
                <a:tc>
                  <a:txBody>
                    <a:bodyPr/>
                    <a:lstStyle/>
                    <a:p>
                      <a:pPr lvl="0" indent="0" marL="0">
                        <a:buNone/>
                      </a:pPr>
                      <a:r>
                        <a:rPr/>
                        <a:t>Kuala Lumpur (KUL)</a:t>
                      </a:r>
                    </a:p>
                  </a:txBody>
                </a:tc>
                <a:tc>
                  <a:txBody>
                    <a:bodyPr/>
                    <a:lstStyle/>
                    <a:p>
                      <a:pPr lvl="0" indent="0" marL="0">
                        <a:buNone/>
                      </a:pPr>
                      <a:r>
                        <a:rPr/>
                        <a:t>22:05</a:t>
                      </a:r>
                    </a:p>
                  </a:txBody>
                </a:tc>
                <a:tc>
                  <a:txBody>
                    <a:bodyPr/>
                    <a:lstStyle/>
                    <a:p>
                      <a:pPr lvl="0" indent="0" marL="0">
                        <a:buNone/>
                      </a:pPr>
                      <a:r>
                        <a:rPr/>
                        <a:t>A350</a:t>
                      </a:r>
                    </a:p>
                  </a:txBody>
                </a:tc>
                <a:tc>
                  <a:txBody>
                    <a:bodyPr/>
                    <a:lstStyle/>
                    <a:p>
                      <a:pPr lvl="0" indent="0" marL="0">
                        <a:buNone/>
                      </a:pPr>
                      <a:r>
                        <a:rPr/>
                        <a:t>5h 10m</a:t>
                      </a:r>
                    </a:p>
                  </a:txBody>
                </a:tc>
              </a:tr>
              <a:tr h="0">
                <a:tc>
                  <a:txBody>
                    <a:bodyPr/>
                    <a:lstStyle/>
                    <a:p>
                      <a:pPr lvl="0" indent="0" marL="0">
                        <a:buNone/>
                      </a:pPr>
                      <a:r>
                        <a:rPr/>
                        <a:t>CW24113</a:t>
                      </a:r>
                    </a:p>
                  </a:txBody>
                </a:tc>
                <a:tc>
                  <a:txBody>
                    <a:bodyPr/>
                    <a:lstStyle/>
                    <a:p>
                      <a:pPr lvl="0" indent="0" marL="0">
                        <a:buNone/>
                      </a:pPr>
                      <a:r>
                        <a:rPr/>
                        <a:t>22:15</a:t>
                      </a:r>
                    </a:p>
                  </a:txBody>
                </a:tc>
                <a:tc>
                  <a:txBody>
                    <a:bodyPr/>
                    <a:lstStyle/>
                    <a:p>
                      <a:pPr lvl="0" indent="0" marL="0">
                        <a:buNone/>
                      </a:pPr>
                      <a:r>
                        <a:rPr/>
                        <a:t>Jakarta (CGK)</a:t>
                      </a:r>
                    </a:p>
                  </a:txBody>
                </a:tc>
                <a:tc>
                  <a:txBody>
                    <a:bodyPr/>
                    <a:lstStyle/>
                    <a:p>
                      <a:pPr lvl="0" indent="0" marL="0">
                        <a:buNone/>
                      </a:pPr>
                      <a:r>
                        <a:rPr/>
                        <a:t>05:15+1</a:t>
                      </a:r>
                    </a:p>
                  </a:txBody>
                </a:tc>
                <a:tc>
                  <a:txBody>
                    <a:bodyPr/>
                    <a:lstStyle/>
                    <a:p>
                      <a:pPr lvl="0" indent="0" marL="0">
                        <a:buNone/>
                      </a:pPr>
                      <a:r>
                        <a:rPr/>
                        <a:t>A350</a:t>
                      </a:r>
                    </a:p>
                  </a:txBody>
                </a:tc>
                <a:tc>
                  <a:txBody>
                    <a:bodyPr/>
                    <a:lstStyle/>
                    <a:p>
                      <a:pPr lvl="0" indent="0" marL="0">
                        <a:buNone/>
                      </a:pPr>
                      <a:r>
                        <a:rPr/>
                        <a:t>5h 30m</a:t>
                      </a:r>
                    </a:p>
                  </a:txBody>
                </a:tc>
              </a:tr>
              <a:tr h="0">
                <a:tc>
                  <a:txBody>
                    <a:bodyPr/>
                    <a:lstStyle/>
                    <a:p>
                      <a:pPr lvl="0" indent="0" marL="0">
                        <a:buNone/>
                      </a:pPr>
                      <a:r>
                        <a:rPr/>
                        <a:t>CW24117</a:t>
                      </a:r>
                    </a:p>
                  </a:txBody>
                </a:tc>
                <a:tc>
                  <a:txBody>
                    <a:bodyPr/>
                    <a:lstStyle/>
                    <a:p>
                      <a:pPr lvl="0" indent="0" marL="0">
                        <a:buNone/>
                      </a:pPr>
                      <a:r>
                        <a:rPr/>
                        <a:t>13:00</a:t>
                      </a:r>
                    </a:p>
                  </a:txBody>
                </a:tc>
                <a:tc>
                  <a:txBody>
                    <a:bodyPr/>
                    <a:lstStyle/>
                    <a:p>
                      <a:pPr lvl="0" indent="0" marL="0">
                        <a:buNone/>
                      </a:pPr>
                      <a:r>
                        <a:rPr/>
                        <a:t>Ho Chi Minh (SGN)</a:t>
                      </a:r>
                    </a:p>
                  </a:txBody>
                </a:tc>
                <a:tc>
                  <a:txBody>
                    <a:bodyPr/>
                    <a:lstStyle/>
                    <a:p>
                      <a:pPr lvl="0" indent="0" marL="0">
                        <a:buNone/>
                      </a:pPr>
                      <a:r>
                        <a:rPr/>
                        <a:t>20:50</a:t>
                      </a:r>
                    </a:p>
                  </a:txBody>
                </a:tc>
                <a:tc>
                  <a:txBody>
                    <a:bodyPr/>
                    <a:lstStyle/>
                    <a:p>
                      <a:pPr lvl="0" indent="0" marL="0">
                        <a:buNone/>
                      </a:pPr>
                      <a:r>
                        <a:rPr/>
                        <a:t>B787</a:t>
                      </a:r>
                    </a:p>
                  </a:txBody>
                </a:tc>
                <a:tc>
                  <a:txBody>
                    <a:bodyPr/>
                    <a:lstStyle/>
                    <a:p>
                      <a:pPr lvl="0" indent="0" marL="0">
                        <a:buNone/>
                      </a:pPr>
                      <a:r>
                        <a:rPr/>
                        <a:t>5h 20m</a:t>
                      </a:r>
                    </a:p>
                  </a:txBody>
                </a:tc>
              </a:tr>
              <a:tr h="0">
                <a:tc>
                  <a:txBody>
                    <a:bodyPr/>
                    <a:lstStyle/>
                    <a:p>
                      <a:pPr lvl="0" indent="0" marL="0">
                        <a:buNone/>
                      </a:pPr>
                      <a:r>
                        <a:rPr/>
                        <a:t>CW24121</a:t>
                      </a:r>
                    </a:p>
                  </a:txBody>
                </a:tc>
                <a:tc>
                  <a:txBody>
                    <a:bodyPr/>
                    <a:lstStyle/>
                    <a:p>
                      <a:pPr lvl="0" indent="0" marL="0">
                        <a:buNone/>
                      </a:pPr>
                      <a:r>
                        <a:rPr/>
                        <a:t>02:30</a:t>
                      </a:r>
                    </a:p>
                  </a:txBody>
                </a:tc>
                <a:tc>
                  <a:txBody>
                    <a:bodyPr/>
                    <a:lstStyle/>
                    <a:p>
                      <a:pPr lvl="0" indent="0" marL="0">
                        <a:buNone/>
                      </a:pPr>
                      <a:r>
                        <a:rPr/>
                        <a:t>Manila (MNL)</a:t>
                      </a:r>
                    </a:p>
                  </a:txBody>
                </a:tc>
                <a:tc>
                  <a:txBody>
                    <a:bodyPr/>
                    <a:lstStyle/>
                    <a:p>
                      <a:pPr lvl="0" indent="0" marL="0">
                        <a:buNone/>
                      </a:pPr>
                      <a:r>
                        <a:rPr/>
                        <a:t>10:55</a:t>
                      </a:r>
                    </a:p>
                  </a:txBody>
                </a:tc>
                <a:tc>
                  <a:txBody>
                    <a:bodyPr/>
                    <a:lstStyle/>
                    <a:p>
                      <a:pPr lvl="0" indent="0" marL="0">
                        <a:buNone/>
                      </a:pPr>
                      <a:r>
                        <a:rPr/>
                        <a:t>B787</a:t>
                      </a:r>
                    </a:p>
                  </a:txBody>
                </a:tc>
                <a:tc>
                  <a:txBody>
                    <a:bodyPr/>
                    <a:lstStyle/>
                    <a:p>
                      <a:pPr lvl="0" indent="0" marL="0">
                        <a:buNone/>
                      </a:pPr>
                      <a:r>
                        <a:rPr/>
                        <a:t>5h 55m</a:t>
                      </a:r>
                    </a:p>
                  </a:txBody>
                </a:tc>
              </a:tr>
              <a:tr h="0">
                <a:tc>
                  <a:txBody>
                    <a:bodyPr/>
                    <a:lstStyle/>
                    <a:p>
                      <a:pPr lvl="0" indent="0" marL="0">
                        <a:buNone/>
                      </a:pPr>
                      <a:r>
                        <a:rPr/>
                        <a:t>CW24125</a:t>
                      </a:r>
                    </a:p>
                  </a:txBody>
                </a:tc>
                <a:tc>
                  <a:txBody>
                    <a:bodyPr/>
                    <a:lstStyle/>
                    <a:p>
                      <a:pPr lvl="0" indent="0" marL="0">
                        <a:buNone/>
                      </a:pPr>
                      <a:r>
                        <a:rPr/>
                        <a:t>07:45</a:t>
                      </a:r>
                    </a:p>
                  </a:txBody>
                </a:tc>
                <a:tc>
                  <a:txBody>
                    <a:bodyPr/>
                    <a:lstStyle/>
                    <a:p>
                      <a:pPr lvl="0" indent="0" marL="0">
                        <a:buNone/>
                      </a:pPr>
                      <a:r>
                        <a:rPr/>
                        <a:t>Hanoi (HAN)</a:t>
                      </a:r>
                    </a:p>
                  </a:txBody>
                </a:tc>
                <a:tc>
                  <a:txBody>
                    <a:bodyPr/>
                    <a:lstStyle/>
                    <a:p>
                      <a:pPr lvl="0" indent="0" marL="0">
                        <a:buNone/>
                      </a:pPr>
                      <a:r>
                        <a:rPr/>
                        <a:t>15:10</a:t>
                      </a:r>
                    </a:p>
                  </a:txBody>
                </a:tc>
                <a:tc>
                  <a:txBody>
                    <a:bodyPr/>
                    <a:lstStyle/>
                    <a:p>
                      <a:pPr lvl="0" indent="0" marL="0">
                        <a:buNone/>
                      </a:pPr>
                      <a:r>
                        <a:rPr/>
                        <a:t>A350</a:t>
                      </a:r>
                    </a:p>
                  </a:txBody>
                </a:tc>
                <a:tc>
                  <a:txBody>
                    <a:bodyPr/>
                    <a:lstStyle/>
                    <a:p>
                      <a:pPr lvl="0" indent="0" marL="0">
                        <a:buNone/>
                      </a:pPr>
                      <a:r>
                        <a:rPr/>
                        <a:t>5h 55m</a:t>
                      </a:r>
                    </a:p>
                  </a:txBody>
                </a:tc>
              </a:tr>
              <a:tr h="0">
                <a:tc>
                  <a:txBody>
                    <a:bodyPr/>
                    <a:lstStyle/>
                    <a:p>
                      <a:pPr lvl="0" indent="0" marL="0">
                        <a:buNone/>
                      </a:pPr>
                      <a:r>
                        <a:rPr/>
                        <a:t>CW24129</a:t>
                      </a:r>
                    </a:p>
                  </a:txBody>
                </a:tc>
                <a:tc>
                  <a:txBody>
                    <a:bodyPr/>
                    <a:lstStyle/>
                    <a:p>
                      <a:pPr lvl="0" indent="0" marL="0">
                        <a:buNone/>
                      </a:pPr>
                      <a:r>
                        <a:rPr/>
                        <a:t>17:20</a:t>
                      </a:r>
                    </a:p>
                  </a:txBody>
                </a:tc>
                <a:tc>
                  <a:txBody>
                    <a:bodyPr/>
                    <a:lstStyle/>
                    <a:p>
                      <a:pPr lvl="0" indent="0" marL="0">
                        <a:buNone/>
                      </a:pPr>
                      <a:r>
                        <a:rPr/>
                        <a:t>Phnom Penh (PNH)</a:t>
                      </a:r>
                    </a:p>
                  </a:txBody>
                </a:tc>
                <a:tc>
                  <a:txBody>
                    <a:bodyPr/>
                    <a:lstStyle/>
                    <a:p>
                      <a:pPr lvl="0" indent="0" marL="0">
                        <a:buNone/>
                      </a:pPr>
                      <a:r>
                        <a:rPr/>
                        <a:t>00:35+1</a:t>
                      </a:r>
                    </a:p>
                  </a:txBody>
                </a:tc>
                <a:tc>
                  <a:txBody>
                    <a:bodyPr/>
                    <a:lstStyle/>
                    <a:p>
                      <a:pPr lvl="0" indent="0" marL="0">
                        <a:buNone/>
                      </a:pPr>
                      <a:r>
                        <a:rPr/>
                        <a:t>A350</a:t>
                      </a:r>
                    </a:p>
                  </a:txBody>
                </a:tc>
                <a:tc>
                  <a:txBody>
                    <a:bodyPr/>
                    <a:lstStyle/>
                    <a:p>
                      <a:pPr lvl="0" indent="0" marL="0">
                        <a:buNone/>
                      </a:pPr>
                      <a:r>
                        <a:rPr/>
                        <a:t>5h 45m</a:t>
                      </a:r>
                    </a:p>
                  </a:txBody>
                </a:tc>
              </a:tr>
              <a:tr h="0">
                <a:tc>
                  <a:txBody>
                    <a:bodyPr/>
                    <a:lstStyle/>
                    <a:p>
                      <a:pPr lvl="0" indent="0" marL="0">
                        <a:buNone/>
                      </a:pPr>
                      <a:r>
                        <a:rPr/>
                        <a:t>CW24133</a:t>
                      </a:r>
                    </a:p>
                  </a:txBody>
                </a:tc>
                <a:tc>
                  <a:txBody>
                    <a:bodyPr/>
                    <a:lstStyle/>
                    <a:p>
                      <a:pPr lvl="0" indent="0" marL="0">
                        <a:buNone/>
                      </a:pPr>
                      <a:r>
                        <a:rPr/>
                        <a:t>12:15</a:t>
                      </a:r>
                    </a:p>
                  </a:txBody>
                </a:tc>
                <a:tc>
                  <a:txBody>
                    <a:bodyPr/>
                    <a:lstStyle/>
                    <a:p>
                      <a:pPr lvl="0" indent="0" marL="0">
                        <a:buNone/>
                      </a:pPr>
                      <a:r>
                        <a:rPr/>
                        <a:t>Yangon (RGN)</a:t>
                      </a:r>
                    </a:p>
                  </a:txBody>
                </a:tc>
                <a:tc>
                  <a:txBody>
                    <a:bodyPr/>
                    <a:lstStyle/>
                    <a:p>
                      <a:pPr lvl="0" indent="0" marL="0">
                        <a:buNone/>
                      </a:pPr>
                      <a:r>
                        <a:rPr/>
                        <a:t>17:15</a:t>
                      </a:r>
                    </a:p>
                  </a:txBody>
                </a:tc>
                <a:tc>
                  <a:txBody>
                    <a:bodyPr/>
                    <a:lstStyle/>
                    <a:p>
                      <a:pPr lvl="0" indent="0" marL="0">
                        <a:buNone/>
                      </a:pPr>
                      <a:r>
                        <a:rPr/>
                        <a:t>B787</a:t>
                      </a:r>
                    </a:p>
                  </a:txBody>
                </a:tc>
                <a:tc>
                  <a:txBody>
                    <a:bodyPr/>
                    <a:lstStyle/>
                    <a:p>
                      <a:pPr lvl="0" indent="0" marL="0">
                        <a:buNone/>
                      </a:pPr>
                      <a:r>
                        <a:rPr/>
                        <a:t>4h 30m</a:t>
                      </a:r>
                    </a:p>
                  </a:txBody>
                </a:tc>
              </a:tr>
              <a:tr h="0">
                <a:tc>
                  <a:txBody>
                    <a:bodyPr/>
                    <a:lstStyle/>
                    <a:p>
                      <a:pPr lvl="0" indent="0" marL="0">
                        <a:buNone/>
                      </a:pPr>
                      <a:r>
                        <a:rPr/>
                        <a:t>CW24137</a:t>
                      </a:r>
                    </a:p>
                  </a:txBody>
                </a:tc>
                <a:tc>
                  <a:txBody>
                    <a:bodyPr/>
                    <a:lstStyle/>
                    <a:p>
                      <a:pPr lvl="0" indent="0" marL="0">
                        <a:buNone/>
                      </a:pPr>
                      <a:r>
                        <a:rPr/>
                        <a:t>20:50</a:t>
                      </a:r>
                    </a:p>
                  </a:txBody>
                </a:tc>
                <a:tc>
                  <a:txBody>
                    <a:bodyPr/>
                    <a:lstStyle/>
                    <a:p>
                      <a:pPr lvl="0" indent="0" marL="0">
                        <a:buNone/>
                      </a:pPr>
                      <a:r>
                        <a:rPr/>
                        <a:t>Bali (DPS)</a:t>
                      </a:r>
                    </a:p>
                  </a:txBody>
                </a:tc>
                <a:tc>
                  <a:txBody>
                    <a:bodyPr/>
                    <a:lstStyle/>
                    <a:p>
                      <a:pPr lvl="0" indent="0" marL="0">
                        <a:buNone/>
                      </a:pPr>
                      <a:r>
                        <a:rPr/>
                        <a:t>06:20+1</a:t>
                      </a:r>
                    </a:p>
                  </a:txBody>
                </a:tc>
                <a:tc>
                  <a:txBody>
                    <a:bodyPr/>
                    <a:lstStyle/>
                    <a:p>
                      <a:pPr lvl="0" indent="0" marL="0">
                        <a:buNone/>
                      </a:pPr>
                      <a:r>
                        <a:rPr/>
                        <a:t>B787</a:t>
                      </a:r>
                    </a:p>
                  </a:txBody>
                </a:tc>
                <a:tc>
                  <a:txBody>
                    <a:bodyPr/>
                    <a:lstStyle/>
                    <a:p>
                      <a:pPr lvl="0" indent="0" marL="0">
                        <a:buNone/>
                      </a:pPr>
                      <a:r>
                        <a:rPr/>
                        <a:t>6h 00m</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Inbound Flights: South East Asian Cities to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Flight No.</a:t>
                      </a:r>
                    </a:p>
                  </a:txBody>
                  <a:tcPr/>
                </a:tc>
                <a:tc>
                  <a:txBody>
                    <a:bodyPr/>
                    <a:lstStyle/>
                    <a:p>
                      <a:pPr lvl="0" indent="0" marL="0">
                        <a:buNone/>
                      </a:pPr>
                      <a:r>
                        <a:rPr/>
                        <a:t>Departure City</a:t>
                      </a:r>
                    </a:p>
                  </a:txBody>
                  <a:tcPr/>
                </a:tc>
                <a:tc>
                  <a:txBody>
                    <a:bodyPr/>
                    <a:lstStyle/>
                    <a:p>
                      <a:pPr lvl="0" indent="0" marL="0">
                        <a:buNone/>
                      </a:pPr>
                      <a:r>
                        <a:rPr/>
                        <a:t>Departure</a:t>
                      </a:r>
                    </a:p>
                  </a:txBody>
                  <a:tcPr/>
                </a:tc>
                <a:tc>
                  <a:txBody>
                    <a:bodyPr/>
                    <a:lstStyle/>
                    <a:p>
                      <a:pPr lvl="0" indent="0" marL="0">
                        <a:buNone/>
                      </a:pPr>
                      <a:r>
                        <a:rPr/>
                        <a:t>Arrival Mumbai</a:t>
                      </a:r>
                    </a:p>
                  </a:txBody>
                  <a:tcPr/>
                </a:tc>
                <a:tc>
                  <a:txBody>
                    <a:bodyPr/>
                    <a:lstStyle/>
                    <a:p>
                      <a:pPr lvl="0" indent="0" marL="0">
                        <a:buNone/>
                      </a:pPr>
                      <a:r>
                        <a:rPr/>
                        <a:t>Aircraft</a:t>
                      </a:r>
                    </a:p>
                  </a:txBody>
                  <a:tcPr/>
                </a:tc>
                <a:tc>
                  <a:txBody>
                    <a:bodyPr/>
                    <a:lstStyle/>
                    <a:p>
                      <a:pPr lvl="0" indent="0" marL="0">
                        <a:buNone/>
                      </a:pPr>
                      <a:r>
                        <a:rPr/>
                        <a:t>Travel Time</a:t>
                      </a:r>
                    </a:p>
                  </a:txBody>
                  <a:tcPr/>
                </a:tc>
              </a:tr>
              <a:tr h="0">
                <a:tc>
                  <a:txBody>
                    <a:bodyPr/>
                    <a:lstStyle/>
                    <a:p>
                      <a:pPr lvl="0" indent="0" marL="0">
                        <a:buNone/>
                      </a:pPr>
                      <a:r>
                        <a:rPr/>
                        <a:t>CW24102</a:t>
                      </a:r>
                    </a:p>
                  </a:txBody>
                </a:tc>
                <a:tc>
                  <a:txBody>
                    <a:bodyPr/>
                    <a:lstStyle/>
                    <a:p>
                      <a:pPr lvl="0" indent="0" marL="0">
                        <a:buNone/>
                      </a:pPr>
                      <a:r>
                        <a:rPr/>
                        <a:t>Singapore (SIN)</a:t>
                      </a:r>
                    </a:p>
                  </a:txBody>
                </a:tc>
                <a:tc>
                  <a:txBody>
                    <a:bodyPr/>
                    <a:lstStyle/>
                    <a:p>
                      <a:pPr lvl="0" indent="0" marL="0">
                        <a:buNone/>
                      </a:pPr>
                      <a:r>
                        <a:rPr/>
                        <a:t>18:00</a:t>
                      </a:r>
                    </a:p>
                  </a:txBody>
                </a:tc>
                <a:tc>
                  <a:txBody>
                    <a:bodyPr/>
                    <a:lstStyle/>
                    <a:p>
                      <a:pPr lvl="0" indent="0" marL="0">
                        <a:buNone/>
                      </a:pPr>
                      <a:r>
                        <a:rPr/>
                        <a:t>21:30</a:t>
                      </a:r>
                    </a:p>
                  </a:txBody>
                </a:tc>
                <a:tc>
                  <a:txBody>
                    <a:bodyPr/>
                    <a:lstStyle/>
                    <a:p>
                      <a:pPr lvl="0" indent="0" marL="0">
                        <a:buNone/>
                      </a:pPr>
                      <a:r>
                        <a:rPr/>
                        <a:t>A350</a:t>
                      </a:r>
                    </a:p>
                  </a:txBody>
                </a:tc>
                <a:tc>
                  <a:txBody>
                    <a:bodyPr/>
                    <a:lstStyle/>
                    <a:p>
                      <a:pPr lvl="0" indent="0" marL="0">
                        <a:buNone/>
                      </a:pPr>
                      <a:r>
                        <a:rPr/>
                        <a:t>5h 00m</a:t>
                      </a:r>
                    </a:p>
                  </a:txBody>
                </a:tc>
              </a:tr>
              <a:tr h="0">
                <a:tc>
                  <a:txBody>
                    <a:bodyPr/>
                    <a:lstStyle/>
                    <a:p>
                      <a:pPr lvl="0" indent="0" marL="0">
                        <a:buNone/>
                      </a:pPr>
                      <a:r>
                        <a:rPr/>
                        <a:t>CW24106</a:t>
                      </a:r>
                    </a:p>
                  </a:txBody>
                </a:tc>
                <a:tc>
                  <a:txBody>
                    <a:bodyPr/>
                    <a:lstStyle/>
                    <a:p>
                      <a:pPr lvl="0" indent="0" marL="0">
                        <a:buNone/>
                      </a:pPr>
                      <a:r>
                        <a:rPr/>
                        <a:t>Bangkok (BKK)</a:t>
                      </a:r>
                    </a:p>
                  </a:txBody>
                </a:tc>
                <a:tc>
                  <a:txBody>
                    <a:bodyPr/>
                    <a:lstStyle/>
                    <a:p>
                      <a:pPr lvl="0" indent="0" marL="0">
                        <a:buNone/>
                      </a:pPr>
                      <a:r>
                        <a:rPr/>
                        <a:t>07:00</a:t>
                      </a:r>
                    </a:p>
                  </a:txBody>
                </a:tc>
                <a:tc>
                  <a:txBody>
                    <a:bodyPr/>
                    <a:lstStyle/>
                    <a:p>
                      <a:pPr lvl="0" indent="0" marL="0">
                        <a:buNone/>
                      </a:pPr>
                      <a:r>
                        <a:rPr/>
                        <a:t>10:40</a:t>
                      </a:r>
                    </a:p>
                  </a:txBody>
                </a:tc>
                <a:tc>
                  <a:txBody>
                    <a:bodyPr/>
                    <a:lstStyle/>
                    <a:p>
                      <a:pPr lvl="0" indent="0" marL="0">
                        <a:buNone/>
                      </a:pPr>
                      <a:r>
                        <a:rPr/>
                        <a:t>B787</a:t>
                      </a:r>
                    </a:p>
                  </a:txBody>
                </a:tc>
                <a:tc>
                  <a:txBody>
                    <a:bodyPr/>
                    <a:lstStyle/>
                    <a:p>
                      <a:pPr lvl="0" indent="0" marL="0">
                        <a:buNone/>
                      </a:pPr>
                      <a:r>
                        <a:rPr/>
                        <a:t>4h 10m</a:t>
                      </a:r>
                    </a:p>
                  </a:txBody>
                </a:tc>
              </a:tr>
              <a:tr h="0">
                <a:tc>
                  <a:txBody>
                    <a:bodyPr/>
                    <a:lstStyle/>
                    <a:p>
                      <a:pPr lvl="0" indent="0" marL="0">
                        <a:buNone/>
                      </a:pPr>
                      <a:r>
                        <a:rPr/>
                        <a:t>CW24110</a:t>
                      </a:r>
                    </a:p>
                  </a:txBody>
                </a:tc>
                <a:tc>
                  <a:txBody>
                    <a:bodyPr/>
                    <a:lstStyle/>
                    <a:p>
                      <a:pPr lvl="0" indent="0" marL="0">
                        <a:buNone/>
                      </a:pPr>
                      <a:r>
                        <a:rPr/>
                        <a:t>Kuala Lumpur (KUL)</a:t>
                      </a:r>
                    </a:p>
                  </a:txBody>
                </a:tc>
                <a:tc>
                  <a:txBody>
                    <a:bodyPr/>
                    <a:lstStyle/>
                    <a:p>
                      <a:pPr lvl="0" indent="0" marL="0">
                        <a:buNone/>
                      </a:pPr>
                      <a:r>
                        <a:rPr/>
                        <a:t>00:10</a:t>
                      </a:r>
                    </a:p>
                  </a:txBody>
                </a:tc>
                <a:tc>
                  <a:txBody>
                    <a:bodyPr/>
                    <a:lstStyle/>
                    <a:p>
                      <a:pPr lvl="0" indent="0" marL="0">
                        <a:buNone/>
                      </a:pPr>
                      <a:r>
                        <a:rPr/>
                        <a:t>03:40</a:t>
                      </a:r>
                    </a:p>
                  </a:txBody>
                </a:tc>
                <a:tc>
                  <a:txBody>
                    <a:bodyPr/>
                    <a:lstStyle/>
                    <a:p>
                      <a:pPr lvl="0" indent="0" marL="0">
                        <a:buNone/>
                      </a:pPr>
                      <a:r>
                        <a:rPr/>
                        <a:t>A350</a:t>
                      </a:r>
                    </a:p>
                  </a:txBody>
                </a:tc>
                <a:tc>
                  <a:txBody>
                    <a:bodyPr/>
                    <a:lstStyle/>
                    <a:p>
                      <a:pPr lvl="0" indent="0" marL="0">
                        <a:buNone/>
                      </a:pPr>
                      <a:r>
                        <a:rPr/>
                        <a:t>5h 00m</a:t>
                      </a:r>
                    </a:p>
                  </a:txBody>
                </a:tc>
              </a:tr>
              <a:tr h="0">
                <a:tc>
                  <a:txBody>
                    <a:bodyPr/>
                    <a:lstStyle/>
                    <a:p>
                      <a:pPr lvl="0" indent="0" marL="0">
                        <a:buNone/>
                      </a:pPr>
                      <a:r>
                        <a:rPr/>
                        <a:t>CW24114</a:t>
                      </a:r>
                    </a:p>
                  </a:txBody>
                </a:tc>
                <a:tc>
                  <a:txBody>
                    <a:bodyPr/>
                    <a:lstStyle/>
                    <a:p>
                      <a:pPr lvl="0" indent="0" marL="0">
                        <a:buNone/>
                      </a:pPr>
                      <a:r>
                        <a:rPr/>
                        <a:t>Jakarta (CGK)</a:t>
                      </a:r>
                    </a:p>
                  </a:txBody>
                </a:tc>
                <a:tc>
                  <a:txBody>
                    <a:bodyPr/>
                    <a:lstStyle/>
                    <a:p>
                      <a:pPr lvl="0" indent="0" marL="0">
                        <a:buNone/>
                      </a:pPr>
                      <a:r>
                        <a:rPr/>
                        <a:t>07:00</a:t>
                      </a:r>
                    </a:p>
                  </a:txBody>
                </a:tc>
                <a:tc>
                  <a:txBody>
                    <a:bodyPr/>
                    <a:lstStyle/>
                    <a:p>
                      <a:pPr lvl="0" indent="0" marL="0">
                        <a:buNone/>
                      </a:pPr>
                      <a:r>
                        <a:rPr/>
                        <a:t>10:30</a:t>
                      </a:r>
                    </a:p>
                  </a:txBody>
                </a:tc>
                <a:tc>
                  <a:txBody>
                    <a:bodyPr/>
                    <a:lstStyle/>
                    <a:p>
                      <a:pPr lvl="0" indent="0" marL="0">
                        <a:buNone/>
                      </a:pPr>
                      <a:r>
                        <a:rPr/>
                        <a:t>A350</a:t>
                      </a:r>
                    </a:p>
                  </a:txBody>
                </a:tc>
                <a:tc>
                  <a:txBody>
                    <a:bodyPr/>
                    <a:lstStyle/>
                    <a:p>
                      <a:pPr lvl="0" indent="0" marL="0">
                        <a:buNone/>
                      </a:pPr>
                      <a:r>
                        <a:rPr/>
                        <a:t>5h 00m</a:t>
                      </a:r>
                    </a:p>
                  </a:txBody>
                </a:tc>
              </a:tr>
              <a:tr h="0">
                <a:tc>
                  <a:txBody>
                    <a:bodyPr/>
                    <a:lstStyle/>
                    <a:p>
                      <a:pPr lvl="0" indent="0" marL="0">
                        <a:buNone/>
                      </a:pPr>
                      <a:r>
                        <a:rPr/>
                        <a:t>CW24118</a:t>
                      </a:r>
                    </a:p>
                  </a:txBody>
                </a:tc>
                <a:tc>
                  <a:txBody>
                    <a:bodyPr/>
                    <a:lstStyle/>
                    <a:p>
                      <a:pPr lvl="0" indent="0" marL="0">
                        <a:buNone/>
                      </a:pPr>
                      <a:r>
                        <a:rPr/>
                        <a:t>Ho Chi Minh (SGN)</a:t>
                      </a:r>
                    </a:p>
                  </a:txBody>
                </a:tc>
                <a:tc>
                  <a:txBody>
                    <a:bodyPr/>
                    <a:lstStyle/>
                    <a:p>
                      <a:pPr lvl="0" indent="0" marL="0">
                        <a:buNone/>
                      </a:pPr>
                      <a:r>
                        <a:rPr/>
                        <a:t>22:30</a:t>
                      </a:r>
                    </a:p>
                  </a:txBody>
                </a:tc>
                <a:tc>
                  <a:txBody>
                    <a:bodyPr/>
                    <a:lstStyle/>
                    <a:p>
                      <a:pPr lvl="0" indent="0" marL="0">
                        <a:buNone/>
                      </a:pPr>
                      <a:r>
                        <a:rPr/>
                        <a:t>02:20+1</a:t>
                      </a:r>
                    </a:p>
                  </a:txBody>
                </a:tc>
                <a:tc>
                  <a:txBody>
                    <a:bodyPr/>
                    <a:lstStyle/>
                    <a:p>
                      <a:pPr lvl="0" indent="0" marL="0">
                        <a:buNone/>
                      </a:pPr>
                      <a:r>
                        <a:rPr/>
                        <a:t>B787</a:t>
                      </a:r>
                    </a:p>
                  </a:txBody>
                </a:tc>
                <a:tc>
                  <a:txBody>
                    <a:bodyPr/>
                    <a:lstStyle/>
                    <a:p>
                      <a:pPr lvl="0" indent="0" marL="0">
                        <a:buNone/>
                      </a:pPr>
                      <a:r>
                        <a:rPr/>
                        <a:t>5h 20m</a:t>
                      </a:r>
                    </a:p>
                  </a:txBody>
                </a:tc>
              </a:tr>
              <a:tr h="0">
                <a:tc>
                  <a:txBody>
                    <a:bodyPr/>
                    <a:lstStyle/>
                    <a:p>
                      <a:pPr lvl="0" indent="0" marL="0">
                        <a:buNone/>
                      </a:pPr>
                      <a:r>
                        <a:rPr/>
                        <a:t>CW24122</a:t>
                      </a:r>
                    </a:p>
                  </a:txBody>
                </a:tc>
                <a:tc>
                  <a:txBody>
                    <a:bodyPr/>
                    <a:lstStyle/>
                    <a:p>
                      <a:pPr lvl="0" indent="0" marL="0">
                        <a:buNone/>
                      </a:pPr>
                      <a:r>
                        <a:rPr/>
                        <a:t>Manila (MNL)</a:t>
                      </a:r>
                    </a:p>
                  </a:txBody>
                </a:tc>
                <a:tc>
                  <a:txBody>
                    <a:bodyPr/>
                    <a:lstStyle/>
                    <a:p>
                      <a:pPr lvl="0" indent="0" marL="0">
                        <a:buNone/>
                      </a:pPr>
                      <a:r>
                        <a:rPr/>
                        <a:t>12:30</a:t>
                      </a:r>
                    </a:p>
                  </a:txBody>
                </a:tc>
                <a:tc>
                  <a:txBody>
                    <a:bodyPr/>
                    <a:lstStyle/>
                    <a:p>
                      <a:pPr lvl="0" indent="0" marL="0">
                        <a:buNone/>
                      </a:pPr>
                      <a:r>
                        <a:rPr/>
                        <a:t>16:00</a:t>
                      </a:r>
                    </a:p>
                  </a:txBody>
                </a:tc>
                <a:tc>
                  <a:txBody>
                    <a:bodyPr/>
                    <a:lstStyle/>
                    <a:p>
                      <a:pPr lvl="0" indent="0" marL="0">
                        <a:buNone/>
                      </a:pPr>
                      <a:r>
                        <a:rPr/>
                        <a:t>B787</a:t>
                      </a:r>
                    </a:p>
                  </a:txBody>
                </a:tc>
                <a:tc>
                  <a:txBody>
                    <a:bodyPr/>
                    <a:lstStyle/>
                    <a:p>
                      <a:pPr lvl="0" indent="0" marL="0">
                        <a:buNone/>
                      </a:pPr>
                      <a:r>
                        <a:rPr/>
                        <a:t>5h 00m</a:t>
                      </a:r>
                    </a:p>
                  </a:txBody>
                </a:tc>
              </a:tr>
              <a:tr h="0">
                <a:tc>
                  <a:txBody>
                    <a:bodyPr/>
                    <a:lstStyle/>
                    <a:p>
                      <a:pPr lvl="0" indent="0" marL="0">
                        <a:buNone/>
                      </a:pPr>
                      <a:r>
                        <a:rPr/>
                        <a:t>CW24126</a:t>
                      </a:r>
                    </a:p>
                  </a:txBody>
                </a:tc>
                <a:tc>
                  <a:txBody>
                    <a:bodyPr/>
                    <a:lstStyle/>
                    <a:p>
                      <a:pPr lvl="0" indent="0" marL="0">
                        <a:buNone/>
                      </a:pPr>
                      <a:r>
                        <a:rPr/>
                        <a:t>Hanoi (HAN)</a:t>
                      </a:r>
                    </a:p>
                  </a:txBody>
                </a:tc>
                <a:tc>
                  <a:txBody>
                    <a:bodyPr/>
                    <a:lstStyle/>
                    <a:p>
                      <a:pPr lvl="0" indent="0" marL="0">
                        <a:buNone/>
                      </a:pPr>
                      <a:r>
                        <a:rPr/>
                        <a:t>17:00</a:t>
                      </a:r>
                    </a:p>
                  </a:txBody>
                </a:tc>
                <a:tc>
                  <a:txBody>
                    <a:bodyPr/>
                    <a:lstStyle/>
                    <a:p>
                      <a:pPr lvl="0" indent="0" marL="0">
                        <a:buNone/>
                      </a:pPr>
                      <a:r>
                        <a:rPr/>
                        <a:t>20:30</a:t>
                      </a:r>
                    </a:p>
                  </a:txBody>
                </a:tc>
                <a:tc>
                  <a:txBody>
                    <a:bodyPr/>
                    <a:lstStyle/>
                    <a:p>
                      <a:pPr lvl="0" indent="0" marL="0">
                        <a:buNone/>
                      </a:pPr>
                      <a:r>
                        <a:rPr/>
                        <a:t>A350</a:t>
                      </a:r>
                    </a:p>
                  </a:txBody>
                </a:tc>
                <a:tc>
                  <a:txBody>
                    <a:bodyPr/>
                    <a:lstStyle/>
                    <a:p>
                      <a:pPr lvl="0" indent="0" marL="0">
                        <a:buNone/>
                      </a:pPr>
                      <a:r>
                        <a:rPr/>
                        <a:t>5h 00m</a:t>
                      </a:r>
                    </a:p>
                  </a:txBody>
                </a:tc>
              </a:tr>
              <a:tr h="0">
                <a:tc>
                  <a:txBody>
                    <a:bodyPr/>
                    <a:lstStyle/>
                    <a:p>
                      <a:pPr lvl="0" indent="0" marL="0">
                        <a:buNone/>
                      </a:pPr>
                      <a:r>
                        <a:rPr/>
                        <a:t>CW24130</a:t>
                      </a:r>
                    </a:p>
                  </a:txBody>
                </a:tc>
                <a:tc>
                  <a:txBody>
                    <a:bodyPr/>
                    <a:lstStyle/>
                    <a:p>
                      <a:pPr lvl="0" indent="0" marL="0">
                        <a:buNone/>
                      </a:pPr>
                      <a:r>
                        <a:rPr/>
                        <a:t>Phnom Penh (PNH)</a:t>
                      </a:r>
                    </a:p>
                  </a:txBody>
                </a:tc>
                <a:tc>
                  <a:txBody>
                    <a:bodyPr/>
                    <a:lstStyle/>
                    <a:p>
                      <a:pPr lvl="0" indent="0" marL="0">
                        <a:buNone/>
                      </a:pPr>
                      <a:r>
                        <a:rPr/>
                        <a:t>02:00</a:t>
                      </a:r>
                    </a:p>
                  </a:txBody>
                </a:tc>
                <a:tc>
                  <a:txBody>
                    <a:bodyPr/>
                    <a:lstStyle/>
                    <a:p>
                      <a:pPr lvl="0" indent="0" marL="0">
                        <a:buNone/>
                      </a:pPr>
                      <a:r>
                        <a:rPr/>
                        <a:t>07:15</a:t>
                      </a:r>
                    </a:p>
                  </a:txBody>
                </a:tc>
                <a:tc>
                  <a:txBody>
                    <a:bodyPr/>
                    <a:lstStyle/>
                    <a:p>
                      <a:pPr lvl="0" indent="0" marL="0">
                        <a:buNone/>
                      </a:pPr>
                      <a:r>
                        <a:rPr/>
                        <a:t>A350</a:t>
                      </a:r>
                    </a:p>
                  </a:txBody>
                </a:tc>
                <a:tc>
                  <a:txBody>
                    <a:bodyPr/>
                    <a:lstStyle/>
                    <a:p>
                      <a:pPr lvl="0" indent="0" marL="0">
                        <a:buNone/>
                      </a:pPr>
                      <a:r>
                        <a:rPr/>
                        <a:t>5h 45m</a:t>
                      </a:r>
                    </a:p>
                  </a:txBody>
                </a:tc>
              </a:tr>
              <a:tr h="0">
                <a:tc>
                  <a:txBody>
                    <a:bodyPr/>
                    <a:lstStyle/>
                    <a:p>
                      <a:pPr lvl="0" indent="0" marL="0">
                        <a:buNone/>
                      </a:pPr>
                      <a:r>
                        <a:rPr/>
                        <a:t>CW24134</a:t>
                      </a:r>
                    </a:p>
                  </a:txBody>
                </a:tc>
                <a:tc>
                  <a:txBody>
                    <a:bodyPr/>
                    <a:lstStyle/>
                    <a:p>
                      <a:pPr lvl="0" indent="0" marL="0">
                        <a:buNone/>
                      </a:pPr>
                      <a:r>
                        <a:rPr/>
                        <a:t>Yangon (RGN)</a:t>
                      </a:r>
                    </a:p>
                  </a:txBody>
                </a:tc>
                <a:tc>
                  <a:txBody>
                    <a:bodyPr/>
                    <a:lstStyle/>
                    <a:p>
                      <a:pPr lvl="0" indent="0" marL="0">
                        <a:buNone/>
                      </a:pPr>
                      <a:r>
                        <a:rPr/>
                        <a:t>19:30</a:t>
                      </a:r>
                    </a:p>
                  </a:txBody>
                </a:tc>
                <a:tc>
                  <a:txBody>
                    <a:bodyPr/>
                    <a:lstStyle/>
                    <a:p>
                      <a:pPr lvl="0" indent="0" marL="0">
                        <a:buNone/>
                      </a:pPr>
                      <a:r>
                        <a:rPr/>
                        <a:t>22:30</a:t>
                      </a:r>
                    </a:p>
                  </a:txBody>
                </a:tc>
                <a:tc>
                  <a:txBody>
                    <a:bodyPr/>
                    <a:lstStyle/>
                    <a:p>
                      <a:pPr lvl="0" indent="0" marL="0">
                        <a:buNone/>
                      </a:pPr>
                      <a:r>
                        <a:rPr/>
                        <a:t>B787</a:t>
                      </a:r>
                    </a:p>
                  </a:txBody>
                </a:tc>
                <a:tc>
                  <a:txBody>
                    <a:bodyPr/>
                    <a:lstStyle/>
                    <a:p>
                      <a:pPr lvl="0" indent="0" marL="0">
                        <a:buNone/>
                      </a:pPr>
                      <a:r>
                        <a:rPr/>
                        <a:t>4h 30m</a:t>
                      </a:r>
                    </a:p>
                  </a:txBody>
                </a:tc>
              </a:tr>
              <a:tr h="0">
                <a:tc>
                  <a:txBody>
                    <a:bodyPr/>
                    <a:lstStyle/>
                    <a:p>
                      <a:pPr lvl="0" indent="0" marL="0">
                        <a:buNone/>
                      </a:pPr>
                      <a:r>
                        <a:rPr/>
                        <a:t>CW24138</a:t>
                      </a:r>
                    </a:p>
                  </a:txBody>
                </a:tc>
                <a:tc>
                  <a:txBody>
                    <a:bodyPr/>
                    <a:lstStyle/>
                    <a:p>
                      <a:pPr lvl="0" indent="0" marL="0">
                        <a:buNone/>
                      </a:pPr>
                      <a:r>
                        <a:rPr/>
                        <a:t>Bali (DPS)</a:t>
                      </a:r>
                    </a:p>
                  </a:txBody>
                </a:tc>
                <a:tc>
                  <a:txBody>
                    <a:bodyPr/>
                    <a:lstStyle/>
                    <a:p>
                      <a:pPr lvl="0" indent="0" marL="0">
                        <a:buNone/>
                      </a:pPr>
                      <a:r>
                        <a:rPr/>
                        <a:t>09:00</a:t>
                      </a:r>
                    </a:p>
                  </a:txBody>
                </a:tc>
                <a:tc>
                  <a:txBody>
                    <a:bodyPr/>
                    <a:lstStyle/>
                    <a:p>
                      <a:pPr lvl="0" indent="0" marL="0">
                        <a:buNone/>
                      </a:pPr>
                      <a:r>
                        <a:rPr/>
                        <a:t>14:30</a:t>
                      </a:r>
                    </a:p>
                  </a:txBody>
                </a:tc>
                <a:tc>
                  <a:txBody>
                    <a:bodyPr/>
                    <a:lstStyle/>
                    <a:p>
                      <a:pPr lvl="0" indent="0" marL="0">
                        <a:buNone/>
                      </a:pPr>
                      <a:r>
                        <a:rPr/>
                        <a:t>B787</a:t>
                      </a:r>
                    </a:p>
                  </a:txBody>
                </a:tc>
                <a:tc>
                  <a:txBody>
                    <a:bodyPr/>
                    <a:lstStyle/>
                    <a:p>
                      <a:pPr lvl="0" indent="0" marL="0">
                        <a:buNone/>
                      </a:pPr>
                      <a:r>
                        <a:rPr/>
                        <a:t>6h 00m</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r>
              <a:rPr sz="2000"/>
              <a:t> All timings are local. “+1” indicates arrival on the next day. Schedule, flight numbers, and times are for illustrative purposes; actual schedules may vary. For latest updates and bookings, visit </a:t>
            </a:r>
            <a:r>
              <a:rPr sz="2000">
                <a:hlinkClick r:id="rId2"/>
              </a:rPr>
              <a:t>CloudWay24.com</a:t>
            </a:r>
            <a:r>
              <a:rPr sz="2000"/>
              <a:t> or use the CloudWay24 app.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Mumbai to China &amp; Australia Flight Schedule</a:t>
            </a:r>
          </a:p>
        </p:txBody>
      </p:sp>
      <p:sp>
        <p:nvSpPr>
          <p:cNvPr id="3" name="Content Placeholder 2"/>
          <p:cNvSpPr>
            <a:spLocks noGrp="1"/>
          </p:cNvSpPr>
          <p:nvPr>
            <p:ph idx="1"/>
          </p:nvPr>
        </p:nvSpPr>
        <p:spPr/>
        <p:txBody>
          <a:bodyPr/>
          <a:lstStyle/>
          <a:p>
            <a:pPr lvl="0" indent="0" marL="0">
              <a:buNone/>
            </a:pPr>
            <a:r>
              <a:rPr/>
              <a:t>Below are sample outbound and inbound flight schedules for direct CloudWay 24 flights between Mumbai and major cities in China and Australia. Information includes flight number, departure/arrival times, aircraft type, and total travel duration.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Outbound Flights: Departing from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buNone/>
                      </a:pPr>
                      <a:r>
                        <a:rPr/>
                        <a:t>Destination City</a:t>
                      </a:r>
                    </a:p>
                  </a:txBody>
                  <a:tcPr/>
                </a:tc>
                <a:tc>
                  <a:txBody>
                    <a:bodyPr/>
                    <a:lstStyle/>
                    <a:p>
                      <a:pPr lvl="0" indent="0" marL="0">
                        <a:buNone/>
                      </a:pPr>
                      <a:r>
                        <a:rPr/>
                        <a:t>Country</a:t>
                      </a:r>
                    </a:p>
                  </a:txBody>
                  <a:tcPr/>
                </a:tc>
                <a:tc>
                  <a:txBody>
                    <a:bodyPr/>
                    <a:lstStyle/>
                    <a:p>
                      <a:pPr lvl="0" indent="0" marL="0">
                        <a:buNone/>
                      </a:pPr>
                      <a:r>
                        <a:rPr/>
                        <a:t>Flight Number</a:t>
                      </a:r>
                    </a:p>
                  </a:txBody>
                  <a:tcPr/>
                </a:tc>
                <a:tc>
                  <a:txBody>
                    <a:bodyPr/>
                    <a:lstStyle/>
                    <a:p>
                      <a:pPr lvl="0" indent="0" marL="0">
                        <a:buNone/>
                      </a:pPr>
                      <a:r>
                        <a:rPr/>
                        <a:t>Departure Time (Mumbai)</a:t>
                      </a:r>
                    </a:p>
                  </a:txBody>
                  <a:tcPr/>
                </a:tc>
                <a:tc>
                  <a:txBody>
                    <a:bodyPr/>
                    <a:lstStyle/>
                    <a:p>
                      <a:pPr lvl="0" indent="0" marL="0">
                        <a:buNone/>
                      </a:pPr>
                      <a:r>
                        <a:rPr/>
                        <a:t>Arrival Time (Local)</a:t>
                      </a:r>
                    </a:p>
                  </a:txBody>
                  <a:tcPr/>
                </a:tc>
                <a:tc>
                  <a:txBody>
                    <a:bodyPr/>
                    <a:lstStyle/>
                    <a:p>
                      <a:pPr lvl="0" indent="0" marL="0">
                        <a:buNone/>
                      </a:pPr>
                      <a:r>
                        <a:rPr/>
                        <a:t>Aircraft Type</a:t>
                      </a:r>
                    </a:p>
                  </a:txBody>
                  <a:tcPr/>
                </a:tc>
                <a:tc>
                  <a:txBody>
                    <a:bodyPr/>
                    <a:lstStyle/>
                    <a:p>
                      <a:pPr lvl="0" indent="0" marL="0">
                        <a:buNone/>
                      </a:pPr>
                      <a:r>
                        <a:rPr/>
                        <a:t>Travel Time</a:t>
                      </a:r>
                    </a:p>
                  </a:txBody>
                  <a:tcPr/>
                </a:tc>
              </a:tr>
              <a:tr h="0">
                <a:tc>
                  <a:txBody>
                    <a:bodyPr/>
                    <a:lstStyle/>
                    <a:p>
                      <a:pPr lvl="0" indent="0" marL="0">
                        <a:buNone/>
                      </a:pPr>
                      <a:r>
                        <a:rPr/>
                        <a:t>Beijing (PEK)</a:t>
                      </a:r>
                    </a:p>
                  </a:txBody>
                </a:tc>
                <a:tc>
                  <a:txBody>
                    <a:bodyPr/>
                    <a:lstStyle/>
                    <a:p>
                      <a:pPr lvl="0" indent="0" marL="0">
                        <a:buNone/>
                      </a:pPr>
                      <a:r>
                        <a:rPr/>
                        <a:t>China</a:t>
                      </a:r>
                    </a:p>
                  </a:txBody>
                </a:tc>
                <a:tc>
                  <a:txBody>
                    <a:bodyPr/>
                    <a:lstStyle/>
                    <a:p>
                      <a:pPr lvl="0" indent="0" marL="0">
                        <a:buNone/>
                      </a:pPr>
                      <a:r>
                        <a:rPr/>
                        <a:t>CW2401</a:t>
                      </a:r>
                    </a:p>
                  </a:txBody>
                </a:tc>
                <a:tc>
                  <a:txBody>
                    <a:bodyPr/>
                    <a:lstStyle/>
                    <a:p>
                      <a:pPr lvl="0" indent="0" marL="0">
                        <a:buNone/>
                      </a:pPr>
                      <a:r>
                        <a:rPr/>
                        <a:t>00:30</a:t>
                      </a:r>
                    </a:p>
                  </a:txBody>
                </a:tc>
                <a:tc>
                  <a:txBody>
                    <a:bodyPr/>
                    <a:lstStyle/>
                    <a:p>
                      <a:pPr lvl="0" indent="0" marL="0">
                        <a:buNone/>
                      </a:pPr>
                      <a:r>
                        <a:rPr/>
                        <a:t>08:35</a:t>
                      </a:r>
                    </a:p>
                  </a:txBody>
                </a:tc>
                <a:tc>
                  <a:txBody>
                    <a:bodyPr/>
                    <a:lstStyle/>
                    <a:p>
                      <a:pPr lvl="0" indent="0" marL="0">
                        <a:buNone/>
                      </a:pPr>
                      <a:r>
                        <a:rPr/>
                        <a:t>Boeing 787 Dreamliner</a:t>
                      </a:r>
                    </a:p>
                  </a:txBody>
                </a:tc>
                <a:tc>
                  <a:txBody>
                    <a:bodyPr/>
                    <a:lstStyle/>
                    <a:p>
                      <a:pPr lvl="0" indent="0" marL="0">
                        <a:buNone/>
                      </a:pPr>
                      <a:r>
                        <a:rPr/>
                        <a:t>6h 35m</a:t>
                      </a:r>
                    </a:p>
                  </a:txBody>
                </a:tc>
              </a:tr>
              <a:tr h="0">
                <a:tc>
                  <a:txBody>
                    <a:bodyPr/>
                    <a:lstStyle/>
                    <a:p>
                      <a:pPr lvl="0" indent="0" marL="0">
                        <a:buNone/>
                      </a:pPr>
                      <a:r>
                        <a:rPr/>
                        <a:t>Shanghai (PVG)</a:t>
                      </a:r>
                    </a:p>
                  </a:txBody>
                </a:tc>
                <a:tc>
                  <a:txBody>
                    <a:bodyPr/>
                    <a:lstStyle/>
                    <a:p>
                      <a:pPr lvl="0" indent="0" marL="0">
                        <a:buNone/>
                      </a:pPr>
                      <a:r>
                        <a:rPr/>
                        <a:t>China</a:t>
                      </a:r>
                    </a:p>
                  </a:txBody>
                </a:tc>
                <a:tc>
                  <a:txBody>
                    <a:bodyPr/>
                    <a:lstStyle/>
                    <a:p>
                      <a:pPr lvl="0" indent="0" marL="0">
                        <a:buNone/>
                      </a:pPr>
                      <a:r>
                        <a:rPr/>
                        <a:t>CW2403</a:t>
                      </a:r>
                    </a:p>
                  </a:txBody>
                </a:tc>
                <a:tc>
                  <a:txBody>
                    <a:bodyPr/>
                    <a:lstStyle/>
                    <a:p>
                      <a:pPr lvl="0" indent="0" marL="0">
                        <a:buNone/>
                      </a:pPr>
                      <a:r>
                        <a:rPr/>
                        <a:t>13:45</a:t>
                      </a:r>
                    </a:p>
                  </a:txBody>
                </a:tc>
                <a:tc>
                  <a:txBody>
                    <a:bodyPr/>
                    <a:lstStyle/>
                    <a:p>
                      <a:pPr lvl="0" indent="0" marL="0">
                        <a:buNone/>
                      </a:pPr>
                      <a:r>
                        <a:rPr/>
                        <a:t>22:10</a:t>
                      </a:r>
                    </a:p>
                  </a:txBody>
                </a:tc>
                <a:tc>
                  <a:txBody>
                    <a:bodyPr/>
                    <a:lstStyle/>
                    <a:p>
                      <a:pPr lvl="0" indent="0" marL="0">
                        <a:buNone/>
                      </a:pPr>
                      <a:r>
                        <a:rPr/>
                        <a:t>Airbus A350</a:t>
                      </a:r>
                    </a:p>
                  </a:txBody>
                </a:tc>
                <a:tc>
                  <a:txBody>
                    <a:bodyPr/>
                    <a:lstStyle/>
                    <a:p>
                      <a:pPr lvl="0" indent="0" marL="0">
                        <a:buNone/>
                      </a:pPr>
                      <a:r>
                        <a:rPr/>
                        <a:t>6h 55m</a:t>
                      </a:r>
                    </a:p>
                  </a:txBody>
                </a:tc>
              </a:tr>
              <a:tr h="0">
                <a:tc>
                  <a:txBody>
                    <a:bodyPr/>
                    <a:lstStyle/>
                    <a:p>
                      <a:pPr lvl="0" indent="0" marL="0">
                        <a:buNone/>
                      </a:pPr>
                      <a:r>
                        <a:rPr/>
                        <a:t>Guangzhou (CAN)</a:t>
                      </a:r>
                    </a:p>
                  </a:txBody>
                </a:tc>
                <a:tc>
                  <a:txBody>
                    <a:bodyPr/>
                    <a:lstStyle/>
                    <a:p>
                      <a:pPr lvl="0" indent="0" marL="0">
                        <a:buNone/>
                      </a:pPr>
                      <a:r>
                        <a:rPr/>
                        <a:t>China</a:t>
                      </a:r>
                    </a:p>
                  </a:txBody>
                </a:tc>
                <a:tc>
                  <a:txBody>
                    <a:bodyPr/>
                    <a:lstStyle/>
                    <a:p>
                      <a:pPr lvl="0" indent="0" marL="0">
                        <a:buNone/>
                      </a:pPr>
                      <a:r>
                        <a:rPr/>
                        <a:t>CW2405</a:t>
                      </a:r>
                    </a:p>
                  </a:txBody>
                </a:tc>
                <a:tc>
                  <a:txBody>
                    <a:bodyPr/>
                    <a:lstStyle/>
                    <a:p>
                      <a:pPr lvl="0" indent="0" marL="0">
                        <a:buNone/>
                      </a:pPr>
                      <a:r>
                        <a:rPr/>
                        <a:t>21:00</a:t>
                      </a:r>
                    </a:p>
                  </a:txBody>
                </a:tc>
                <a:tc>
                  <a:txBody>
                    <a:bodyPr/>
                    <a:lstStyle/>
                    <a:p>
                      <a:pPr lvl="0" indent="0" marL="0">
                        <a:buNone/>
                      </a:pPr>
                      <a:r>
                        <a:rPr/>
                        <a:t>04:30 (+1)</a:t>
                      </a:r>
                    </a:p>
                  </a:txBody>
                </a:tc>
                <a:tc>
                  <a:txBody>
                    <a:bodyPr/>
                    <a:lstStyle/>
                    <a:p>
                      <a:pPr lvl="0" indent="0" marL="0">
                        <a:buNone/>
                      </a:pPr>
                      <a:r>
                        <a:rPr/>
                        <a:t>Boeing 787 Dreamliner</a:t>
                      </a:r>
                    </a:p>
                  </a:txBody>
                </a:tc>
                <a:tc>
                  <a:txBody>
                    <a:bodyPr/>
                    <a:lstStyle/>
                    <a:p>
                      <a:pPr lvl="0" indent="0" marL="0">
                        <a:buNone/>
                      </a:pPr>
                      <a:r>
                        <a:rPr/>
                        <a:t>6h 00m</a:t>
                      </a:r>
                    </a:p>
                  </a:txBody>
                </a:tc>
              </a:tr>
              <a:tr h="0">
                <a:tc>
                  <a:txBody>
                    <a:bodyPr/>
                    <a:lstStyle/>
                    <a:p>
                      <a:pPr lvl="0" indent="0" marL="0">
                        <a:buNone/>
                      </a:pPr>
                      <a:r>
                        <a:rPr/>
                        <a:t>Shenzhen (SZX)</a:t>
                      </a:r>
                    </a:p>
                  </a:txBody>
                </a:tc>
                <a:tc>
                  <a:txBody>
                    <a:bodyPr/>
                    <a:lstStyle/>
                    <a:p>
                      <a:pPr lvl="0" indent="0" marL="0">
                        <a:buNone/>
                      </a:pPr>
                      <a:r>
                        <a:rPr/>
                        <a:t>China</a:t>
                      </a:r>
                    </a:p>
                  </a:txBody>
                </a:tc>
                <a:tc>
                  <a:txBody>
                    <a:bodyPr/>
                    <a:lstStyle/>
                    <a:p>
                      <a:pPr lvl="0" indent="0" marL="0">
                        <a:buNone/>
                      </a:pPr>
                      <a:r>
                        <a:rPr/>
                        <a:t>CW2407</a:t>
                      </a:r>
                    </a:p>
                  </a:txBody>
                </a:tc>
                <a:tc>
                  <a:txBody>
                    <a:bodyPr/>
                    <a:lstStyle/>
                    <a:p>
                      <a:pPr lvl="0" indent="0" marL="0">
                        <a:buNone/>
                      </a:pPr>
                      <a:r>
                        <a:rPr/>
                        <a:t>11:25</a:t>
                      </a:r>
                    </a:p>
                  </a:txBody>
                </a:tc>
                <a:tc>
                  <a:txBody>
                    <a:bodyPr/>
                    <a:lstStyle/>
                    <a:p>
                      <a:pPr lvl="0" indent="0" marL="0">
                        <a:buNone/>
                      </a:pPr>
                      <a:r>
                        <a:rPr/>
                        <a:t>19:25</a:t>
                      </a:r>
                    </a:p>
                  </a:txBody>
                </a:tc>
                <a:tc>
                  <a:txBody>
                    <a:bodyPr/>
                    <a:lstStyle/>
                    <a:p>
                      <a:pPr lvl="0" indent="0" marL="0">
                        <a:buNone/>
                      </a:pPr>
                      <a:r>
                        <a:rPr/>
                        <a:t>Airbus A350</a:t>
                      </a:r>
                    </a:p>
                  </a:txBody>
                </a:tc>
                <a:tc>
                  <a:txBody>
                    <a:bodyPr/>
                    <a:lstStyle/>
                    <a:p>
                      <a:pPr lvl="0" indent="0" marL="0">
                        <a:buNone/>
                      </a:pPr>
                      <a:r>
                        <a:rPr/>
                        <a:t>5h 30m</a:t>
                      </a:r>
                    </a:p>
                  </a:txBody>
                </a:tc>
              </a:tr>
              <a:tr h="0">
                <a:tc>
                  <a:txBody>
                    <a:bodyPr/>
                    <a:lstStyle/>
                    <a:p>
                      <a:pPr lvl="0" indent="0" marL="0">
                        <a:buNone/>
                      </a:pPr>
                      <a:r>
                        <a:rPr/>
                        <a:t>Chengdu (CTU)</a:t>
                      </a:r>
                    </a:p>
                  </a:txBody>
                </a:tc>
                <a:tc>
                  <a:txBody>
                    <a:bodyPr/>
                    <a:lstStyle/>
                    <a:p>
                      <a:pPr lvl="0" indent="0" marL="0">
                        <a:buNone/>
                      </a:pPr>
                      <a:r>
                        <a:rPr/>
                        <a:t>China</a:t>
                      </a:r>
                    </a:p>
                  </a:txBody>
                </a:tc>
                <a:tc>
                  <a:txBody>
                    <a:bodyPr/>
                    <a:lstStyle/>
                    <a:p>
                      <a:pPr lvl="0" indent="0" marL="0">
                        <a:buNone/>
                      </a:pPr>
                      <a:r>
                        <a:rPr/>
                        <a:t>CW2409</a:t>
                      </a:r>
                    </a:p>
                  </a:txBody>
                </a:tc>
                <a:tc>
                  <a:txBody>
                    <a:bodyPr/>
                    <a:lstStyle/>
                    <a:p>
                      <a:pPr lvl="0" indent="0" marL="0">
                        <a:buNone/>
                      </a:pPr>
                      <a:r>
                        <a:rPr/>
                        <a:t>16:40</a:t>
                      </a:r>
                    </a:p>
                  </a:txBody>
                </a:tc>
                <a:tc>
                  <a:txBody>
                    <a:bodyPr/>
                    <a:lstStyle/>
                    <a:p>
                      <a:pPr lvl="0" indent="0" marL="0">
                        <a:buNone/>
                      </a:pPr>
                      <a:r>
                        <a:rPr/>
                        <a:t>23:45</a:t>
                      </a:r>
                    </a:p>
                  </a:txBody>
                </a:tc>
                <a:tc>
                  <a:txBody>
                    <a:bodyPr/>
                    <a:lstStyle/>
                    <a:p>
                      <a:pPr lvl="0" indent="0" marL="0">
                        <a:buNone/>
                      </a:pPr>
                      <a:r>
                        <a:rPr/>
                        <a:t>Boeing 787 Dreamliner</a:t>
                      </a:r>
                    </a:p>
                  </a:txBody>
                </a:tc>
                <a:tc>
                  <a:txBody>
                    <a:bodyPr/>
                    <a:lstStyle/>
                    <a:p>
                      <a:pPr lvl="0" indent="0" marL="0">
                        <a:buNone/>
                      </a:pPr>
                      <a:r>
                        <a:rPr/>
                        <a:t>5h 35m</a:t>
                      </a:r>
                    </a:p>
                  </a:txBody>
                </a:tc>
              </a:tr>
              <a:tr h="0">
                <a:tc>
                  <a:txBody>
                    <a:bodyPr/>
                    <a:lstStyle/>
                    <a:p>
                      <a:pPr lvl="0" indent="0" marL="0">
                        <a:buNone/>
                      </a:pPr>
                      <a:r>
                        <a:rPr/>
                        <a:t>Sydney (SYD)</a:t>
                      </a:r>
                    </a:p>
                  </a:txBody>
                </a:tc>
                <a:tc>
                  <a:txBody>
                    <a:bodyPr/>
                    <a:lstStyle/>
                    <a:p>
                      <a:pPr lvl="0" indent="0" marL="0">
                        <a:buNone/>
                      </a:pPr>
                      <a:r>
                        <a:rPr/>
                        <a:t>Australia</a:t>
                      </a:r>
                    </a:p>
                  </a:txBody>
                </a:tc>
                <a:tc>
                  <a:txBody>
                    <a:bodyPr/>
                    <a:lstStyle/>
                    <a:p>
                      <a:pPr lvl="0" indent="0" marL="0">
                        <a:buNone/>
                      </a:pPr>
                      <a:r>
                        <a:rPr/>
                        <a:t>CW2411</a:t>
                      </a:r>
                    </a:p>
                  </a:txBody>
                </a:tc>
                <a:tc>
                  <a:txBody>
                    <a:bodyPr/>
                    <a:lstStyle/>
                    <a:p>
                      <a:pPr lvl="0" indent="0" marL="0">
                        <a:buNone/>
                      </a:pPr>
                      <a:r>
                        <a:rPr/>
                        <a:t>19:30</a:t>
                      </a:r>
                    </a:p>
                  </a:txBody>
                </a:tc>
                <a:tc>
                  <a:txBody>
                    <a:bodyPr/>
                    <a:lstStyle/>
                    <a:p>
                      <a:pPr lvl="0" indent="0" marL="0">
                        <a:buNone/>
                      </a:pPr>
                      <a:r>
                        <a:rPr/>
                        <a:t>12:00 (+1)</a:t>
                      </a:r>
                    </a:p>
                  </a:txBody>
                </a:tc>
                <a:tc>
                  <a:txBody>
                    <a:bodyPr/>
                    <a:lstStyle/>
                    <a:p>
                      <a:pPr lvl="0" indent="0" marL="0">
                        <a:buNone/>
                      </a:pPr>
                      <a:r>
                        <a:rPr/>
                        <a:t>Airbus A380</a:t>
                      </a:r>
                    </a:p>
                  </a:txBody>
                </a:tc>
                <a:tc>
                  <a:txBody>
                    <a:bodyPr/>
                    <a:lstStyle/>
                    <a:p>
                      <a:pPr lvl="0" indent="0" marL="0">
                        <a:buNone/>
                      </a:pPr>
                      <a:r>
                        <a:rPr/>
                        <a:t>11h 00m</a:t>
                      </a:r>
                    </a:p>
                  </a:txBody>
                </a:tc>
              </a:tr>
              <a:tr h="0">
                <a:tc>
                  <a:txBody>
                    <a:bodyPr/>
                    <a:lstStyle/>
                    <a:p>
                      <a:pPr lvl="0" indent="0" marL="0">
                        <a:buNone/>
                      </a:pPr>
                      <a:r>
                        <a:rPr/>
                        <a:t>Melbourne (MEL)</a:t>
                      </a:r>
                    </a:p>
                  </a:txBody>
                </a:tc>
                <a:tc>
                  <a:txBody>
                    <a:bodyPr/>
                    <a:lstStyle/>
                    <a:p>
                      <a:pPr lvl="0" indent="0" marL="0">
                        <a:buNone/>
                      </a:pPr>
                      <a:r>
                        <a:rPr/>
                        <a:t>Australia</a:t>
                      </a:r>
                    </a:p>
                  </a:txBody>
                </a:tc>
                <a:tc>
                  <a:txBody>
                    <a:bodyPr/>
                    <a:lstStyle/>
                    <a:p>
                      <a:pPr lvl="0" indent="0" marL="0">
                        <a:buNone/>
                      </a:pPr>
                      <a:r>
                        <a:rPr/>
                        <a:t>CW2413</a:t>
                      </a:r>
                    </a:p>
                  </a:txBody>
                </a:tc>
                <a:tc>
                  <a:txBody>
                    <a:bodyPr/>
                    <a:lstStyle/>
                    <a:p>
                      <a:pPr lvl="0" indent="0" marL="0">
                        <a:buNone/>
                      </a:pPr>
                      <a:r>
                        <a:rPr/>
                        <a:t>21:55</a:t>
                      </a:r>
                    </a:p>
                  </a:txBody>
                </a:tc>
                <a:tc>
                  <a:txBody>
                    <a:bodyPr/>
                    <a:lstStyle/>
                    <a:p>
                      <a:pPr lvl="0" indent="0" marL="0">
                        <a:buNone/>
                      </a:pPr>
                      <a:r>
                        <a:rPr/>
                        <a:t>14:05 (+1)</a:t>
                      </a:r>
                    </a:p>
                  </a:txBody>
                </a:tc>
                <a:tc>
                  <a:txBody>
                    <a:bodyPr/>
                    <a:lstStyle/>
                    <a:p>
                      <a:pPr lvl="0" indent="0" marL="0">
                        <a:buNone/>
                      </a:pPr>
                      <a:r>
                        <a:rPr/>
                        <a:t>Boeing 787 Dreamliner</a:t>
                      </a:r>
                    </a:p>
                  </a:txBody>
                </a:tc>
                <a:tc>
                  <a:txBody>
                    <a:bodyPr/>
                    <a:lstStyle/>
                    <a:p>
                      <a:pPr lvl="0" indent="0" marL="0">
                        <a:buNone/>
                      </a:pPr>
                      <a:r>
                        <a:rPr/>
                        <a:t>11h 40m</a:t>
                      </a:r>
                    </a:p>
                  </a:txBody>
                </a:tc>
              </a:tr>
              <a:tr h="0">
                <a:tc>
                  <a:txBody>
                    <a:bodyPr/>
                    <a:lstStyle/>
                    <a:p>
                      <a:pPr lvl="0" indent="0" marL="0">
                        <a:buNone/>
                      </a:pPr>
                      <a:r>
                        <a:rPr/>
                        <a:t>Brisbane (BNE)</a:t>
                      </a:r>
                    </a:p>
                  </a:txBody>
                </a:tc>
                <a:tc>
                  <a:txBody>
                    <a:bodyPr/>
                    <a:lstStyle/>
                    <a:p>
                      <a:pPr lvl="0" indent="0" marL="0">
                        <a:buNone/>
                      </a:pPr>
                      <a:r>
                        <a:rPr/>
                        <a:t>Australia</a:t>
                      </a:r>
                    </a:p>
                  </a:txBody>
                </a:tc>
                <a:tc>
                  <a:txBody>
                    <a:bodyPr/>
                    <a:lstStyle/>
                    <a:p>
                      <a:pPr lvl="0" indent="0" marL="0">
                        <a:buNone/>
                      </a:pPr>
                      <a:r>
                        <a:rPr/>
                        <a:t>CW2415</a:t>
                      </a:r>
                    </a:p>
                  </a:txBody>
                </a:tc>
                <a:tc>
                  <a:txBody>
                    <a:bodyPr/>
                    <a:lstStyle/>
                    <a:p>
                      <a:pPr lvl="0" indent="0" marL="0">
                        <a:buNone/>
                      </a:pPr>
                      <a:r>
                        <a:rPr/>
                        <a:t>00:20</a:t>
                      </a:r>
                    </a:p>
                  </a:txBody>
                </a:tc>
                <a:tc>
                  <a:txBody>
                    <a:bodyPr/>
                    <a:lstStyle/>
                    <a:p>
                      <a:pPr lvl="0" indent="0" marL="0">
                        <a:buNone/>
                      </a:pPr>
                      <a:r>
                        <a:rPr/>
                        <a:t>16:15 (+1)</a:t>
                      </a:r>
                    </a:p>
                  </a:txBody>
                </a:tc>
                <a:tc>
                  <a:txBody>
                    <a:bodyPr/>
                    <a:lstStyle/>
                    <a:p>
                      <a:pPr lvl="0" indent="0" marL="0">
                        <a:buNone/>
                      </a:pPr>
                      <a:r>
                        <a:rPr/>
                        <a:t>Airbus A350</a:t>
                      </a:r>
                    </a:p>
                  </a:txBody>
                </a:tc>
                <a:tc>
                  <a:txBody>
                    <a:bodyPr/>
                    <a:lstStyle/>
                    <a:p>
                      <a:pPr lvl="0" indent="0" marL="0">
                        <a:buNone/>
                      </a:pPr>
                      <a:r>
                        <a:rPr/>
                        <a:t>11h 25m</a:t>
                      </a:r>
                    </a:p>
                  </a:txBody>
                </a:tc>
              </a:tr>
              <a:tr h="0">
                <a:tc>
                  <a:txBody>
                    <a:bodyPr/>
                    <a:lstStyle/>
                    <a:p>
                      <a:pPr lvl="0" indent="0" marL="0">
                        <a:buNone/>
                      </a:pPr>
                      <a:r>
                        <a:rPr/>
                        <a:t>Perth (PER)</a:t>
                      </a:r>
                    </a:p>
                  </a:txBody>
                </a:tc>
                <a:tc>
                  <a:txBody>
                    <a:bodyPr/>
                    <a:lstStyle/>
                    <a:p>
                      <a:pPr lvl="0" indent="0" marL="0">
                        <a:buNone/>
                      </a:pPr>
                      <a:r>
                        <a:rPr/>
                        <a:t>Australia</a:t>
                      </a:r>
                    </a:p>
                  </a:txBody>
                </a:tc>
                <a:tc>
                  <a:txBody>
                    <a:bodyPr/>
                    <a:lstStyle/>
                    <a:p>
                      <a:pPr lvl="0" indent="0" marL="0">
                        <a:buNone/>
                      </a:pPr>
                      <a:r>
                        <a:rPr/>
                        <a:t>CW2417</a:t>
                      </a:r>
                    </a:p>
                  </a:txBody>
                </a:tc>
                <a:tc>
                  <a:txBody>
                    <a:bodyPr/>
                    <a:lstStyle/>
                    <a:p>
                      <a:pPr lvl="0" indent="0" marL="0">
                        <a:buNone/>
                      </a:pPr>
                      <a:r>
                        <a:rPr/>
                        <a:t>09:00</a:t>
                      </a:r>
                    </a:p>
                  </a:txBody>
                </a:tc>
                <a:tc>
                  <a:txBody>
                    <a:bodyPr/>
                    <a:lstStyle/>
                    <a:p>
                      <a:pPr lvl="0" indent="0" marL="0">
                        <a:buNone/>
                      </a:pPr>
                      <a:r>
                        <a:rPr/>
                        <a:t>17:30</a:t>
                      </a:r>
                    </a:p>
                  </a:txBody>
                </a:tc>
                <a:tc>
                  <a:txBody>
                    <a:bodyPr/>
                    <a:lstStyle/>
                    <a:p>
                      <a:pPr lvl="0" indent="0" marL="0">
                        <a:buNone/>
                      </a:pPr>
                      <a:r>
                        <a:rPr/>
                        <a:t>Boeing 787 Dreamliner</a:t>
                      </a:r>
                    </a:p>
                  </a:txBody>
                </a:tc>
                <a:tc>
                  <a:txBody>
                    <a:bodyPr/>
                    <a:lstStyle/>
                    <a:p>
                      <a:pPr lvl="0" indent="0" marL="0">
                        <a:buNone/>
                      </a:pPr>
                      <a:r>
                        <a:rPr/>
                        <a:t>7h 00m</a:t>
                      </a:r>
                    </a:p>
                  </a:txBody>
                </a:tc>
              </a:tr>
              <a:tr h="0">
                <a:tc>
                  <a:txBody>
                    <a:bodyPr/>
                    <a:lstStyle/>
                    <a:p>
                      <a:pPr lvl="0" indent="0" marL="0">
                        <a:buNone/>
                      </a:pPr>
                      <a:r>
                        <a:rPr/>
                        <a:t>Adelaide (ADL)</a:t>
                      </a:r>
                    </a:p>
                  </a:txBody>
                </a:tc>
                <a:tc>
                  <a:txBody>
                    <a:bodyPr/>
                    <a:lstStyle/>
                    <a:p>
                      <a:pPr lvl="0" indent="0" marL="0">
                        <a:buNone/>
                      </a:pPr>
                      <a:r>
                        <a:rPr/>
                        <a:t>Australia</a:t>
                      </a:r>
                    </a:p>
                  </a:txBody>
                </a:tc>
                <a:tc>
                  <a:txBody>
                    <a:bodyPr/>
                    <a:lstStyle/>
                    <a:p>
                      <a:pPr lvl="0" indent="0" marL="0">
                        <a:buNone/>
                      </a:pPr>
                      <a:r>
                        <a:rPr/>
                        <a:t>CW2419</a:t>
                      </a:r>
                    </a:p>
                  </a:txBody>
                </a:tc>
                <a:tc>
                  <a:txBody>
                    <a:bodyPr/>
                    <a:lstStyle/>
                    <a:p>
                      <a:pPr lvl="0" indent="0" marL="0">
                        <a:buNone/>
                      </a:pPr>
                      <a:r>
                        <a:rPr/>
                        <a:t>23:50</a:t>
                      </a:r>
                    </a:p>
                  </a:txBody>
                </a:tc>
                <a:tc>
                  <a:txBody>
                    <a:bodyPr/>
                    <a:lstStyle/>
                    <a:p>
                      <a:pPr lvl="0" indent="0" marL="0">
                        <a:buNone/>
                      </a:pPr>
                      <a:r>
                        <a:rPr/>
                        <a:t>16:10 (+1)</a:t>
                      </a:r>
                    </a:p>
                  </a:txBody>
                </a:tc>
                <a:tc>
                  <a:txBody>
                    <a:bodyPr/>
                    <a:lstStyle/>
                    <a:p>
                      <a:pPr lvl="0" indent="0" marL="0">
                        <a:buNone/>
                      </a:pPr>
                      <a:r>
                        <a:rPr/>
                        <a:t>Airbus A350</a:t>
                      </a:r>
                    </a:p>
                  </a:txBody>
                </a:tc>
                <a:tc>
                  <a:txBody>
                    <a:bodyPr/>
                    <a:lstStyle/>
                    <a:p>
                      <a:pPr lvl="0" indent="0" marL="0">
                        <a:buNone/>
                      </a:pPr>
                      <a:r>
                        <a:rPr/>
                        <a:t>10h 50m</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Inbound Flights: Arriving to Mumbai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buNone/>
                      </a:pPr>
                      <a:r>
                        <a:rPr/>
                        <a:t>Origin City</a:t>
                      </a:r>
                    </a:p>
                  </a:txBody>
                  <a:tcPr/>
                </a:tc>
                <a:tc>
                  <a:txBody>
                    <a:bodyPr/>
                    <a:lstStyle/>
                    <a:p>
                      <a:pPr lvl="0" indent="0" marL="0">
                        <a:buNone/>
                      </a:pPr>
                      <a:r>
                        <a:rPr/>
                        <a:t>Country</a:t>
                      </a:r>
                    </a:p>
                  </a:txBody>
                  <a:tcPr/>
                </a:tc>
                <a:tc>
                  <a:txBody>
                    <a:bodyPr/>
                    <a:lstStyle/>
                    <a:p>
                      <a:pPr lvl="0" indent="0" marL="0">
                        <a:buNone/>
                      </a:pPr>
                      <a:r>
                        <a:rPr/>
                        <a:t>Flight Number</a:t>
                      </a:r>
                    </a:p>
                  </a:txBody>
                  <a:tcPr/>
                </a:tc>
                <a:tc>
                  <a:txBody>
                    <a:bodyPr/>
                    <a:lstStyle/>
                    <a:p>
                      <a:pPr lvl="0" indent="0" marL="0">
                        <a:buNone/>
                      </a:pPr>
                      <a:r>
                        <a:rPr/>
                        <a:t>Departure Time (Local)</a:t>
                      </a:r>
                    </a:p>
                  </a:txBody>
                  <a:tcPr/>
                </a:tc>
                <a:tc>
                  <a:txBody>
                    <a:bodyPr/>
                    <a:lstStyle/>
                    <a:p>
                      <a:pPr lvl="0" indent="0" marL="0">
                        <a:buNone/>
                      </a:pPr>
                      <a:r>
                        <a:rPr/>
                        <a:t>Arrival Time (Mumbai)</a:t>
                      </a:r>
                    </a:p>
                  </a:txBody>
                  <a:tcPr/>
                </a:tc>
                <a:tc>
                  <a:txBody>
                    <a:bodyPr/>
                    <a:lstStyle/>
                    <a:p>
                      <a:pPr lvl="0" indent="0" marL="0">
                        <a:buNone/>
                      </a:pPr>
                      <a:r>
                        <a:rPr/>
                        <a:t>Aircraft Type</a:t>
                      </a:r>
                    </a:p>
                  </a:txBody>
                  <a:tcPr/>
                </a:tc>
                <a:tc>
                  <a:txBody>
                    <a:bodyPr/>
                    <a:lstStyle/>
                    <a:p>
                      <a:pPr lvl="0" indent="0" marL="0">
                        <a:buNone/>
                      </a:pPr>
                      <a:r>
                        <a:rPr/>
                        <a:t>Travel Time</a:t>
                      </a:r>
                    </a:p>
                  </a:txBody>
                  <a:tcPr/>
                </a:tc>
              </a:tr>
              <a:tr h="0">
                <a:tc>
                  <a:txBody>
                    <a:bodyPr/>
                    <a:lstStyle/>
                    <a:p>
                      <a:pPr lvl="0" indent="0" marL="0">
                        <a:buNone/>
                      </a:pPr>
                      <a:r>
                        <a:rPr/>
                        <a:t>Beijing (PEK)</a:t>
                      </a:r>
                    </a:p>
                  </a:txBody>
                </a:tc>
                <a:tc>
                  <a:txBody>
                    <a:bodyPr/>
                    <a:lstStyle/>
                    <a:p>
                      <a:pPr lvl="0" indent="0" marL="0">
                        <a:buNone/>
                      </a:pPr>
                      <a:r>
                        <a:rPr/>
                        <a:t>China</a:t>
                      </a:r>
                    </a:p>
                  </a:txBody>
                </a:tc>
                <a:tc>
                  <a:txBody>
                    <a:bodyPr/>
                    <a:lstStyle/>
                    <a:p>
                      <a:pPr lvl="0" indent="0" marL="0">
                        <a:buNone/>
                      </a:pPr>
                      <a:r>
                        <a:rPr/>
                        <a:t>CW2402</a:t>
                      </a:r>
                    </a:p>
                  </a:txBody>
                </a:tc>
                <a:tc>
                  <a:txBody>
                    <a:bodyPr/>
                    <a:lstStyle/>
                    <a:p>
                      <a:pPr lvl="0" indent="0" marL="0">
                        <a:buNone/>
                      </a:pPr>
                      <a:r>
                        <a:rPr/>
                        <a:t>10:30</a:t>
                      </a:r>
                    </a:p>
                  </a:txBody>
                </a:tc>
                <a:tc>
                  <a:txBody>
                    <a:bodyPr/>
                    <a:lstStyle/>
                    <a:p>
                      <a:pPr lvl="0" indent="0" marL="0">
                        <a:buNone/>
                      </a:pPr>
                      <a:r>
                        <a:rPr/>
                        <a:t>15:15</a:t>
                      </a:r>
                    </a:p>
                  </a:txBody>
                </a:tc>
                <a:tc>
                  <a:txBody>
                    <a:bodyPr/>
                    <a:lstStyle/>
                    <a:p>
                      <a:pPr lvl="0" indent="0" marL="0">
                        <a:buNone/>
                      </a:pPr>
                      <a:r>
                        <a:rPr/>
                        <a:t>Boeing 787 Dreamliner</a:t>
                      </a:r>
                    </a:p>
                  </a:txBody>
                </a:tc>
                <a:tc>
                  <a:txBody>
                    <a:bodyPr/>
                    <a:lstStyle/>
                    <a:p>
                      <a:pPr lvl="0" indent="0" marL="0">
                        <a:buNone/>
                      </a:pPr>
                      <a:r>
                        <a:rPr/>
                        <a:t>6h 15m</a:t>
                      </a:r>
                    </a:p>
                  </a:txBody>
                </a:tc>
              </a:tr>
              <a:tr h="0">
                <a:tc>
                  <a:txBody>
                    <a:bodyPr/>
                    <a:lstStyle/>
                    <a:p>
                      <a:pPr lvl="0" indent="0" marL="0">
                        <a:buNone/>
                      </a:pPr>
                      <a:r>
                        <a:rPr/>
                        <a:t>Shanghai (PVG)</a:t>
                      </a:r>
                    </a:p>
                  </a:txBody>
                </a:tc>
                <a:tc>
                  <a:txBody>
                    <a:bodyPr/>
                    <a:lstStyle/>
                    <a:p>
                      <a:pPr lvl="0" indent="0" marL="0">
                        <a:buNone/>
                      </a:pPr>
                      <a:r>
                        <a:rPr/>
                        <a:t>China</a:t>
                      </a:r>
                    </a:p>
                  </a:txBody>
                </a:tc>
                <a:tc>
                  <a:txBody>
                    <a:bodyPr/>
                    <a:lstStyle/>
                    <a:p>
                      <a:pPr lvl="0" indent="0" marL="0">
                        <a:buNone/>
                      </a:pPr>
                      <a:r>
                        <a:rPr/>
                        <a:t>CW2404</a:t>
                      </a:r>
                    </a:p>
                  </a:txBody>
                </a:tc>
                <a:tc>
                  <a:txBody>
                    <a:bodyPr/>
                    <a:lstStyle/>
                    <a:p>
                      <a:pPr lvl="0" indent="0" marL="0">
                        <a:buNone/>
                      </a:pPr>
                      <a:r>
                        <a:rPr/>
                        <a:t>23:10</a:t>
                      </a:r>
                    </a:p>
                  </a:txBody>
                </a:tc>
                <a:tc>
                  <a:txBody>
                    <a:bodyPr/>
                    <a:lstStyle/>
                    <a:p>
                      <a:pPr lvl="0" indent="0" marL="0">
                        <a:buNone/>
                      </a:pPr>
                      <a:r>
                        <a:rPr/>
                        <a:t>04:55 (+1)</a:t>
                      </a:r>
                    </a:p>
                  </a:txBody>
                </a:tc>
                <a:tc>
                  <a:txBody>
                    <a:bodyPr/>
                    <a:lstStyle/>
                    <a:p>
                      <a:pPr lvl="0" indent="0" marL="0">
                        <a:buNone/>
                      </a:pPr>
                      <a:r>
                        <a:rPr/>
                        <a:t>Airbus A350</a:t>
                      </a:r>
                    </a:p>
                  </a:txBody>
                </a:tc>
                <a:tc>
                  <a:txBody>
                    <a:bodyPr/>
                    <a:lstStyle/>
                    <a:p>
                      <a:pPr lvl="0" indent="0" marL="0">
                        <a:buNone/>
                      </a:pPr>
                      <a:r>
                        <a:rPr/>
                        <a:t>6h 15m</a:t>
                      </a:r>
                    </a:p>
                  </a:txBody>
                </a:tc>
              </a:tr>
              <a:tr h="0">
                <a:tc>
                  <a:txBody>
                    <a:bodyPr/>
                    <a:lstStyle/>
                    <a:p>
                      <a:pPr lvl="0" indent="0" marL="0">
                        <a:buNone/>
                      </a:pPr>
                      <a:r>
                        <a:rPr/>
                        <a:t>Guangzhou (CAN)</a:t>
                      </a:r>
                    </a:p>
                  </a:txBody>
                </a:tc>
                <a:tc>
                  <a:txBody>
                    <a:bodyPr/>
                    <a:lstStyle/>
                    <a:p>
                      <a:pPr lvl="0" indent="0" marL="0">
                        <a:buNone/>
                      </a:pPr>
                      <a:r>
                        <a:rPr/>
                        <a:t>China</a:t>
                      </a:r>
                    </a:p>
                  </a:txBody>
                </a:tc>
                <a:tc>
                  <a:txBody>
                    <a:bodyPr/>
                    <a:lstStyle/>
                    <a:p>
                      <a:pPr lvl="0" indent="0" marL="0">
                        <a:buNone/>
                      </a:pPr>
                      <a:r>
                        <a:rPr/>
                        <a:t>CW2406</a:t>
                      </a:r>
                    </a:p>
                  </a:txBody>
                </a:tc>
                <a:tc>
                  <a:txBody>
                    <a:bodyPr/>
                    <a:lstStyle/>
                    <a:p>
                      <a:pPr lvl="0" indent="0" marL="0">
                        <a:buNone/>
                      </a:pPr>
                      <a:r>
                        <a:rPr/>
                        <a:t>08:00</a:t>
                      </a:r>
                    </a:p>
                  </a:txBody>
                </a:tc>
                <a:tc>
                  <a:txBody>
                    <a:bodyPr/>
                    <a:lstStyle/>
                    <a:p>
                      <a:pPr lvl="0" indent="0" marL="0">
                        <a:buNone/>
                      </a:pPr>
                      <a:r>
                        <a:rPr/>
                        <a:t>12:30</a:t>
                      </a:r>
                    </a:p>
                  </a:txBody>
                </a:tc>
                <a:tc>
                  <a:txBody>
                    <a:bodyPr/>
                    <a:lstStyle/>
                    <a:p>
                      <a:pPr lvl="0" indent="0" marL="0">
                        <a:buNone/>
                      </a:pPr>
                      <a:r>
                        <a:rPr/>
                        <a:t>Boeing 787 Dreamliner</a:t>
                      </a:r>
                    </a:p>
                  </a:txBody>
                </a:tc>
                <a:tc>
                  <a:txBody>
                    <a:bodyPr/>
                    <a:lstStyle/>
                    <a:p>
                      <a:pPr lvl="0" indent="0" marL="0">
                        <a:buNone/>
                      </a:pPr>
                      <a:r>
                        <a:rPr/>
                        <a:t>5h 00m</a:t>
                      </a:r>
                    </a:p>
                  </a:txBody>
                </a:tc>
              </a:tr>
              <a:tr h="0">
                <a:tc>
                  <a:txBody>
                    <a:bodyPr/>
                    <a:lstStyle/>
                    <a:p>
                      <a:pPr lvl="0" indent="0" marL="0">
                        <a:buNone/>
                      </a:pPr>
                      <a:r>
                        <a:rPr/>
                        <a:t>Shenzhen (SZX)</a:t>
                      </a:r>
                    </a:p>
                  </a:txBody>
                </a:tc>
                <a:tc>
                  <a:txBody>
                    <a:bodyPr/>
                    <a:lstStyle/>
                    <a:p>
                      <a:pPr lvl="0" indent="0" marL="0">
                        <a:buNone/>
                      </a:pPr>
                      <a:r>
                        <a:rPr/>
                        <a:t>China</a:t>
                      </a:r>
                    </a:p>
                  </a:txBody>
                </a:tc>
                <a:tc>
                  <a:txBody>
                    <a:bodyPr/>
                    <a:lstStyle/>
                    <a:p>
                      <a:pPr lvl="0" indent="0" marL="0">
                        <a:buNone/>
                      </a:pPr>
                      <a:r>
                        <a:rPr/>
                        <a:t>CW2408</a:t>
                      </a:r>
                    </a:p>
                  </a:txBody>
                </a:tc>
                <a:tc>
                  <a:txBody>
                    <a:bodyPr/>
                    <a:lstStyle/>
                    <a:p>
                      <a:pPr lvl="0" indent="0" marL="0">
                        <a:buNone/>
                      </a:pPr>
                      <a:r>
                        <a:rPr/>
                        <a:t>21:45</a:t>
                      </a:r>
                    </a:p>
                  </a:txBody>
                </a:tc>
                <a:tc>
                  <a:txBody>
                    <a:bodyPr/>
                    <a:lstStyle/>
                    <a:p>
                      <a:pPr lvl="0" indent="0" marL="0">
                        <a:buNone/>
                      </a:pPr>
                      <a:r>
                        <a:rPr/>
                        <a:t>02:10 (+1)</a:t>
                      </a:r>
                    </a:p>
                  </a:txBody>
                </a:tc>
                <a:tc>
                  <a:txBody>
                    <a:bodyPr/>
                    <a:lstStyle/>
                    <a:p>
                      <a:pPr lvl="0" indent="0" marL="0">
                        <a:buNone/>
                      </a:pPr>
                      <a:r>
                        <a:rPr/>
                        <a:t>Airbus A350</a:t>
                      </a:r>
                    </a:p>
                  </a:txBody>
                </a:tc>
                <a:tc>
                  <a:txBody>
                    <a:bodyPr/>
                    <a:lstStyle/>
                    <a:p>
                      <a:pPr lvl="0" indent="0" marL="0">
                        <a:buNone/>
                      </a:pPr>
                      <a:r>
                        <a:rPr/>
                        <a:t>5h 55m</a:t>
                      </a:r>
                    </a:p>
                  </a:txBody>
                </a:tc>
              </a:tr>
              <a:tr h="0">
                <a:tc>
                  <a:txBody>
                    <a:bodyPr/>
                    <a:lstStyle/>
                    <a:p>
                      <a:pPr lvl="0" indent="0" marL="0">
                        <a:buNone/>
                      </a:pPr>
                      <a:r>
                        <a:rPr/>
                        <a:t>Chengdu (CTU)</a:t>
                      </a:r>
                    </a:p>
                  </a:txBody>
                </a:tc>
                <a:tc>
                  <a:txBody>
                    <a:bodyPr/>
                    <a:lstStyle/>
                    <a:p>
                      <a:pPr lvl="0" indent="0" marL="0">
                        <a:buNone/>
                      </a:pPr>
                      <a:r>
                        <a:rPr/>
                        <a:t>China</a:t>
                      </a:r>
                    </a:p>
                  </a:txBody>
                </a:tc>
                <a:tc>
                  <a:txBody>
                    <a:bodyPr/>
                    <a:lstStyle/>
                    <a:p>
                      <a:pPr lvl="0" indent="0" marL="0">
                        <a:buNone/>
                      </a:pPr>
                      <a:r>
                        <a:rPr/>
                        <a:t>CW2410</a:t>
                      </a:r>
                    </a:p>
                  </a:txBody>
                </a:tc>
                <a:tc>
                  <a:txBody>
                    <a:bodyPr/>
                    <a:lstStyle/>
                    <a:p>
                      <a:pPr lvl="0" indent="0" marL="0">
                        <a:buNone/>
                      </a:pPr>
                      <a:r>
                        <a:rPr/>
                        <a:t>13:15</a:t>
                      </a:r>
                    </a:p>
                  </a:txBody>
                </a:tc>
                <a:tc>
                  <a:txBody>
                    <a:bodyPr/>
                    <a:lstStyle/>
                    <a:p>
                      <a:pPr lvl="0" indent="0" marL="0">
                        <a:buNone/>
                      </a:pPr>
                      <a:r>
                        <a:rPr/>
                        <a:t>17:10</a:t>
                      </a:r>
                    </a:p>
                  </a:txBody>
                </a:tc>
                <a:tc>
                  <a:txBody>
                    <a:bodyPr/>
                    <a:lstStyle/>
                    <a:p>
                      <a:pPr lvl="0" indent="0" marL="0">
                        <a:buNone/>
                      </a:pPr>
                      <a:r>
                        <a:rPr/>
                        <a:t>Boeing 787 Dreamliner</a:t>
                      </a:r>
                    </a:p>
                  </a:txBody>
                </a:tc>
                <a:tc>
                  <a:txBody>
                    <a:bodyPr/>
                    <a:lstStyle/>
                    <a:p>
                      <a:pPr lvl="0" indent="0" marL="0">
                        <a:buNone/>
                      </a:pPr>
                      <a:r>
                        <a:rPr/>
                        <a:t>5h 25m</a:t>
                      </a:r>
                    </a:p>
                  </a:txBody>
                </a:tc>
              </a:tr>
              <a:tr h="0">
                <a:tc>
                  <a:txBody>
                    <a:bodyPr/>
                    <a:lstStyle/>
                    <a:p>
                      <a:pPr lvl="0" indent="0" marL="0">
                        <a:buNone/>
                      </a:pPr>
                      <a:r>
                        <a:rPr/>
                        <a:t>Sydney (SYD)</a:t>
                      </a:r>
                    </a:p>
                  </a:txBody>
                </a:tc>
                <a:tc>
                  <a:txBody>
                    <a:bodyPr/>
                    <a:lstStyle/>
                    <a:p>
                      <a:pPr lvl="0" indent="0" marL="0">
                        <a:buNone/>
                      </a:pPr>
                      <a:r>
                        <a:rPr/>
                        <a:t>Australia</a:t>
                      </a:r>
                    </a:p>
                  </a:txBody>
                </a:tc>
                <a:tc>
                  <a:txBody>
                    <a:bodyPr/>
                    <a:lstStyle/>
                    <a:p>
                      <a:pPr lvl="0" indent="0" marL="0">
                        <a:buNone/>
                      </a:pPr>
                      <a:r>
                        <a:rPr/>
                        <a:t>CW2412</a:t>
                      </a:r>
                    </a:p>
                  </a:txBody>
                </a:tc>
                <a:tc>
                  <a:txBody>
                    <a:bodyPr/>
                    <a:lstStyle/>
                    <a:p>
                      <a:pPr lvl="0" indent="0" marL="0">
                        <a:buNone/>
                      </a:pPr>
                      <a:r>
                        <a:rPr/>
                        <a:t>13:50</a:t>
                      </a:r>
                    </a:p>
                  </a:txBody>
                </a:tc>
                <a:tc>
                  <a:txBody>
                    <a:bodyPr/>
                    <a:lstStyle/>
                    <a:p>
                      <a:pPr lvl="0" indent="0" marL="0">
                        <a:buNone/>
                      </a:pPr>
                      <a:r>
                        <a:rPr/>
                        <a:t>19:45</a:t>
                      </a:r>
                    </a:p>
                  </a:txBody>
                </a:tc>
                <a:tc>
                  <a:txBody>
                    <a:bodyPr/>
                    <a:lstStyle/>
                    <a:p>
                      <a:pPr lvl="0" indent="0" marL="0">
                        <a:buNone/>
                      </a:pPr>
                      <a:r>
                        <a:rPr/>
                        <a:t>Airbus A380</a:t>
                      </a:r>
                    </a:p>
                  </a:txBody>
                </a:tc>
                <a:tc>
                  <a:txBody>
                    <a:bodyPr/>
                    <a:lstStyle/>
                    <a:p>
                      <a:pPr lvl="0" indent="0" marL="0">
                        <a:buNone/>
                      </a:pPr>
                      <a:r>
                        <a:rPr/>
                        <a:t>10h 25m</a:t>
                      </a:r>
                    </a:p>
                  </a:txBody>
                </a:tc>
              </a:tr>
              <a:tr h="0">
                <a:tc>
                  <a:txBody>
                    <a:bodyPr/>
                    <a:lstStyle/>
                    <a:p>
                      <a:pPr lvl="0" indent="0" marL="0">
                        <a:buNone/>
                      </a:pPr>
                      <a:r>
                        <a:rPr/>
                        <a:t>Melbourne (MEL)</a:t>
                      </a:r>
                    </a:p>
                  </a:txBody>
                </a:tc>
                <a:tc>
                  <a:txBody>
                    <a:bodyPr/>
                    <a:lstStyle/>
                    <a:p>
                      <a:pPr lvl="0" indent="0" marL="0">
                        <a:buNone/>
                      </a:pPr>
                      <a:r>
                        <a:rPr/>
                        <a:t>Australia</a:t>
                      </a:r>
                    </a:p>
                  </a:txBody>
                </a:tc>
                <a:tc>
                  <a:txBody>
                    <a:bodyPr/>
                    <a:lstStyle/>
                    <a:p>
                      <a:pPr lvl="0" indent="0" marL="0">
                        <a:buNone/>
                      </a:pPr>
                      <a:r>
                        <a:rPr/>
                        <a:t>CW2414</a:t>
                      </a:r>
                    </a:p>
                  </a:txBody>
                </a:tc>
                <a:tc>
                  <a:txBody>
                    <a:bodyPr/>
                    <a:lstStyle/>
                    <a:p>
                      <a:pPr lvl="0" indent="0" marL="0">
                        <a:buNone/>
                      </a:pPr>
                      <a:r>
                        <a:rPr/>
                        <a:t>16:30</a:t>
                      </a:r>
                    </a:p>
                  </a:txBody>
                </a:tc>
                <a:tc>
                  <a:txBody>
                    <a:bodyPr/>
                    <a:lstStyle/>
                    <a:p>
                      <a:pPr lvl="0" indent="0" marL="0">
                        <a:buNone/>
                      </a:pPr>
                      <a:r>
                        <a:rPr/>
                        <a:t>22:20</a:t>
                      </a:r>
                    </a:p>
                  </a:txBody>
                </a:tc>
                <a:tc>
                  <a:txBody>
                    <a:bodyPr/>
                    <a:lstStyle/>
                    <a:p>
                      <a:pPr lvl="0" indent="0" marL="0">
                        <a:buNone/>
                      </a:pPr>
                      <a:r>
                        <a:rPr/>
                        <a:t>Boeing 787 Dreamliner</a:t>
                      </a:r>
                    </a:p>
                  </a:txBody>
                </a:tc>
                <a:tc>
                  <a:txBody>
                    <a:bodyPr/>
                    <a:lstStyle/>
                    <a:p>
                      <a:pPr lvl="0" indent="0" marL="0">
                        <a:buNone/>
                      </a:pPr>
                      <a:r>
                        <a:rPr/>
                        <a:t>10h 20m</a:t>
                      </a:r>
                    </a:p>
                  </a:txBody>
                </a:tc>
              </a:tr>
              <a:tr h="0">
                <a:tc>
                  <a:txBody>
                    <a:bodyPr/>
                    <a:lstStyle/>
                    <a:p>
                      <a:pPr lvl="0" indent="0" marL="0">
                        <a:buNone/>
                      </a:pPr>
                      <a:r>
                        <a:rPr/>
                        <a:t>Brisbane (BNE)</a:t>
                      </a:r>
                    </a:p>
                  </a:txBody>
                </a:tc>
                <a:tc>
                  <a:txBody>
                    <a:bodyPr/>
                    <a:lstStyle/>
                    <a:p>
                      <a:pPr lvl="0" indent="0" marL="0">
                        <a:buNone/>
                      </a:pPr>
                      <a:r>
                        <a:rPr/>
                        <a:t>Australia</a:t>
                      </a:r>
                    </a:p>
                  </a:txBody>
                </a:tc>
                <a:tc>
                  <a:txBody>
                    <a:bodyPr/>
                    <a:lstStyle/>
                    <a:p>
                      <a:pPr lvl="0" indent="0" marL="0">
                        <a:buNone/>
                      </a:pPr>
                      <a:r>
                        <a:rPr/>
                        <a:t>CW2416</a:t>
                      </a:r>
                    </a:p>
                  </a:txBody>
                </a:tc>
                <a:tc>
                  <a:txBody>
                    <a:bodyPr/>
                    <a:lstStyle/>
                    <a:p>
                      <a:pPr lvl="0" indent="0" marL="0">
                        <a:buNone/>
                      </a:pPr>
                      <a:r>
                        <a:rPr/>
                        <a:t>19:15</a:t>
                      </a:r>
                    </a:p>
                  </a:txBody>
                </a:tc>
                <a:tc>
                  <a:txBody>
                    <a:bodyPr/>
                    <a:lstStyle/>
                    <a:p>
                      <a:pPr lvl="0" indent="0" marL="0">
                        <a:buNone/>
                      </a:pPr>
                      <a:r>
                        <a:rPr/>
                        <a:t>00:35 (+1)</a:t>
                      </a:r>
                    </a:p>
                  </a:txBody>
                </a:tc>
                <a:tc>
                  <a:txBody>
                    <a:bodyPr/>
                    <a:lstStyle/>
                    <a:p>
                      <a:pPr lvl="0" indent="0" marL="0">
                        <a:buNone/>
                      </a:pPr>
                      <a:r>
                        <a:rPr/>
                        <a:t>Airbus A350</a:t>
                      </a:r>
                    </a:p>
                  </a:txBody>
                </a:tc>
                <a:tc>
                  <a:txBody>
                    <a:bodyPr/>
                    <a:lstStyle/>
                    <a:p>
                      <a:pPr lvl="0" indent="0" marL="0">
                        <a:buNone/>
                      </a:pPr>
                      <a:r>
                        <a:rPr/>
                        <a:t>10h 50m</a:t>
                      </a:r>
                    </a:p>
                  </a:txBody>
                </a:tc>
              </a:tr>
              <a:tr h="0">
                <a:tc>
                  <a:txBody>
                    <a:bodyPr/>
                    <a:lstStyle/>
                    <a:p>
                      <a:pPr lvl="0" indent="0" marL="0">
                        <a:buNone/>
                      </a:pPr>
                      <a:r>
                        <a:rPr/>
                        <a:t>Perth (PER)</a:t>
                      </a:r>
                    </a:p>
                  </a:txBody>
                </a:tc>
                <a:tc>
                  <a:txBody>
                    <a:bodyPr/>
                    <a:lstStyle/>
                    <a:p>
                      <a:pPr lvl="0" indent="0" marL="0">
                        <a:buNone/>
                      </a:pPr>
                      <a:r>
                        <a:rPr/>
                        <a:t>Australia</a:t>
                      </a:r>
                    </a:p>
                  </a:txBody>
                </a:tc>
                <a:tc>
                  <a:txBody>
                    <a:bodyPr/>
                    <a:lstStyle/>
                    <a:p>
                      <a:pPr lvl="0" indent="0" marL="0">
                        <a:buNone/>
                      </a:pPr>
                      <a:r>
                        <a:rPr/>
                        <a:t>CW2418</a:t>
                      </a:r>
                    </a:p>
                  </a:txBody>
                </a:tc>
                <a:tc>
                  <a:txBody>
                    <a:bodyPr/>
                    <a:lstStyle/>
                    <a:p>
                      <a:pPr lvl="0" indent="0" marL="0">
                        <a:buNone/>
                      </a:pPr>
                      <a:r>
                        <a:rPr/>
                        <a:t>19:00</a:t>
                      </a:r>
                    </a:p>
                  </a:txBody>
                </a:tc>
                <a:tc>
                  <a:txBody>
                    <a:bodyPr/>
                    <a:lstStyle/>
                    <a:p>
                      <a:pPr lvl="0" indent="0" marL="0">
                        <a:buNone/>
                      </a:pPr>
                      <a:r>
                        <a:rPr/>
                        <a:t>00:10 (+1)</a:t>
                      </a:r>
                    </a:p>
                  </a:txBody>
                </a:tc>
                <a:tc>
                  <a:txBody>
                    <a:bodyPr/>
                    <a:lstStyle/>
                    <a:p>
                      <a:pPr lvl="0" indent="0" marL="0">
                        <a:buNone/>
                      </a:pPr>
                      <a:r>
                        <a:rPr/>
                        <a:t>Boeing 787 Dreamliner</a:t>
                      </a:r>
                    </a:p>
                  </a:txBody>
                </a:tc>
                <a:tc>
                  <a:txBody>
                    <a:bodyPr/>
                    <a:lstStyle/>
                    <a:p>
                      <a:pPr lvl="0" indent="0" marL="0">
                        <a:buNone/>
                      </a:pPr>
                      <a:r>
                        <a:rPr/>
                        <a:t>7h 40m</a:t>
                      </a:r>
                    </a:p>
                  </a:txBody>
                </a:tc>
              </a:tr>
              <a:tr h="0">
                <a:tc>
                  <a:txBody>
                    <a:bodyPr/>
                    <a:lstStyle/>
                    <a:p>
                      <a:pPr lvl="0" indent="0" marL="0">
                        <a:buNone/>
                      </a:pPr>
                      <a:r>
                        <a:rPr/>
                        <a:t>Adelaide (ADL)</a:t>
                      </a:r>
                    </a:p>
                  </a:txBody>
                </a:tc>
                <a:tc>
                  <a:txBody>
                    <a:bodyPr/>
                    <a:lstStyle/>
                    <a:p>
                      <a:pPr lvl="0" indent="0" marL="0">
                        <a:buNone/>
                      </a:pPr>
                      <a:r>
                        <a:rPr/>
                        <a:t>Australia</a:t>
                      </a:r>
                    </a:p>
                  </a:txBody>
                </a:tc>
                <a:tc>
                  <a:txBody>
                    <a:bodyPr/>
                    <a:lstStyle/>
                    <a:p>
                      <a:pPr lvl="0" indent="0" marL="0">
                        <a:buNone/>
                      </a:pPr>
                      <a:r>
                        <a:rPr/>
                        <a:t>CW2420</a:t>
                      </a:r>
                    </a:p>
                  </a:txBody>
                </a:tc>
                <a:tc>
                  <a:txBody>
                    <a:bodyPr/>
                    <a:lstStyle/>
                    <a:p>
                      <a:pPr lvl="0" indent="0" marL="0">
                        <a:buNone/>
                      </a:pPr>
                      <a:r>
                        <a:rPr/>
                        <a:t>17:25</a:t>
                      </a:r>
                    </a:p>
                  </a:txBody>
                </a:tc>
                <a:tc>
                  <a:txBody>
                    <a:bodyPr/>
                    <a:lstStyle/>
                    <a:p>
                      <a:pPr lvl="0" indent="0" marL="0">
                        <a:buNone/>
                      </a:pPr>
                      <a:r>
                        <a:rPr/>
                        <a:t>22:50</a:t>
                      </a:r>
                    </a:p>
                  </a:txBody>
                </a:tc>
                <a:tc>
                  <a:txBody>
                    <a:bodyPr/>
                    <a:lstStyle/>
                    <a:p>
                      <a:pPr lvl="0" indent="0" marL="0">
                        <a:buNone/>
                      </a:pPr>
                      <a:r>
                        <a:rPr/>
                        <a:t>Airbus A350</a:t>
                      </a:r>
                    </a:p>
                  </a:txBody>
                </a:tc>
                <a:tc>
                  <a:txBody>
                    <a:bodyPr/>
                    <a:lstStyle/>
                    <a:p>
                      <a:pPr lvl="0" indent="0" marL="0">
                        <a:buNone/>
                      </a:pPr>
                      <a:r>
                        <a:rPr/>
                        <a:t>8h 55m</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Note: Flight numbers, timings, and travel durations are for illustrative purposes only and do not reflect actual schedules. Time differences have been reflected where applicable (+1 = next day arrival).</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Mumbai–Africa Route Schedule</a:t>
            </a:r>
          </a:p>
        </p:txBody>
      </p:sp>
      <p:sp>
        <p:nvSpPr>
          <p:cNvPr id="3" name="Content Placeholder 2"/>
          <p:cNvSpPr>
            <a:spLocks noGrp="1"/>
          </p:cNvSpPr>
          <p:nvPr>
            <p:ph idx="1"/>
          </p:nvPr>
        </p:nvSpPr>
        <p:spPr/>
        <p:txBody>
          <a:bodyPr/>
          <a:lstStyle/>
          <a:p>
            <a:pPr lvl="0" indent="0" marL="0">
              <a:buNone/>
            </a:pPr>
            <a:r>
              <a:rPr/>
              <a:t>CloudWay 24 offers premium non-stop and one-stop services between Mumbai and major cities across Africa, operating with state-of-the-art aircraft to ensure comfort and reliability. Below are sample schedules with dummy flight numbers, timings, types of aircraft, and approximate travel times.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Outbound Flights: Departing from Mumbai (BOM)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lgn="l">
                        <a:buNone/>
                      </a:pPr>
                      <a:r>
                        <a:rPr/>
                        <a:t>Destination City</a:t>
                      </a:r>
                    </a:p>
                  </a:txBody>
                  <a:tcPr/>
                </a:tc>
                <a:tc>
                  <a:txBody>
                    <a:bodyPr/>
                    <a:lstStyle/>
                    <a:p>
                      <a:pPr lvl="0" indent="0" marL="0" algn="ctr">
                        <a:buNone/>
                      </a:pPr>
                      <a:r>
                        <a:rPr/>
                        <a:t>Flight No.</a:t>
                      </a:r>
                    </a:p>
                  </a:txBody>
                  <a:tcPr/>
                </a:tc>
                <a:tc>
                  <a:txBody>
                    <a:bodyPr/>
                    <a:lstStyle/>
                    <a:p>
                      <a:pPr lvl="0" indent="0" marL="0" algn="ctr">
                        <a:buNone/>
                      </a:pPr>
                      <a:r>
                        <a:rPr/>
                        <a:t>Departure (BOM)</a:t>
                      </a:r>
                    </a:p>
                  </a:txBody>
                  <a:tcPr/>
                </a:tc>
                <a:tc>
                  <a:txBody>
                    <a:bodyPr/>
                    <a:lstStyle/>
                    <a:p>
                      <a:pPr lvl="0" indent="0" marL="0" algn="ctr">
                        <a:buNone/>
                      </a:pPr>
                      <a:r>
                        <a:rPr/>
                        <a:t>Arrival (Local)</a:t>
                      </a:r>
                    </a:p>
                  </a:txBody>
                  <a:tcPr/>
                </a:tc>
                <a:tc>
                  <a:txBody>
                    <a:bodyPr/>
                    <a:lstStyle/>
                    <a:p>
                      <a:pPr lvl="0" indent="0" marL="0" algn="ctr">
                        <a:buNone/>
                      </a:pPr>
                      <a:r>
                        <a:rPr/>
                        <a:t>Aircraft</a:t>
                      </a:r>
                    </a:p>
                  </a:txBody>
                  <a:tcPr/>
                </a:tc>
                <a:tc>
                  <a:txBody>
                    <a:bodyPr/>
                    <a:lstStyle/>
                    <a:p>
                      <a:pPr lvl="0" indent="0" marL="0" algn="ctr">
                        <a:buNone/>
                      </a:pPr>
                      <a:r>
                        <a:rPr/>
                        <a:t>Non-stop/1-stop</a:t>
                      </a:r>
                    </a:p>
                  </a:txBody>
                  <a:tcPr/>
                </a:tc>
                <a:tc>
                  <a:txBody>
                    <a:bodyPr/>
                    <a:lstStyle/>
                    <a:p>
                      <a:pPr lvl="0" indent="0" marL="0" algn="ctr">
                        <a:buNone/>
                      </a:pPr>
                      <a:r>
                        <a:rPr/>
                        <a:t>Travel Time</a:t>
                      </a:r>
                    </a:p>
                  </a:txBody>
                  <a:tcPr/>
                </a:tc>
              </a:tr>
              <a:tr h="0">
                <a:tc>
                  <a:txBody>
                    <a:bodyPr/>
                    <a:lstStyle/>
                    <a:p>
                      <a:pPr lvl="0" indent="0" marL="0" algn="l">
                        <a:buNone/>
                      </a:pPr>
                      <a:r>
                        <a:rPr/>
                        <a:t>Johannesburg (JNB)</a:t>
                      </a:r>
                    </a:p>
                  </a:txBody>
                </a:tc>
                <a:tc>
                  <a:txBody>
                    <a:bodyPr/>
                    <a:lstStyle/>
                    <a:p>
                      <a:pPr lvl="0" indent="0" marL="0" algn="ctr">
                        <a:buNone/>
                      </a:pPr>
                      <a:r>
                        <a:rPr/>
                        <a:t>CW241</a:t>
                      </a:r>
                    </a:p>
                  </a:txBody>
                </a:tc>
                <a:tc>
                  <a:txBody>
                    <a:bodyPr/>
                    <a:lstStyle/>
                    <a:p>
                      <a:pPr lvl="0" indent="0" marL="0" algn="ctr">
                        <a:buNone/>
                      </a:pPr>
                      <a:r>
                        <a:rPr/>
                        <a:t>22:15</a:t>
                      </a:r>
                    </a:p>
                  </a:txBody>
                </a:tc>
                <a:tc>
                  <a:txBody>
                    <a:bodyPr/>
                    <a:lstStyle/>
                    <a:p>
                      <a:pPr lvl="0" indent="0" marL="0" algn="ctr">
                        <a:buNone/>
                      </a:pPr>
                      <a:r>
                        <a:rPr/>
                        <a:t>03:50 (+1)</a:t>
                      </a:r>
                    </a:p>
                  </a:txBody>
                </a:tc>
                <a:tc>
                  <a:txBody>
                    <a:bodyPr/>
                    <a:lstStyle/>
                    <a:p>
                      <a:pPr lvl="0" indent="0" marL="0" algn="ctr">
                        <a:buNone/>
                      </a:pPr>
                      <a:r>
                        <a:rPr/>
                        <a:t>Boeing 787</a:t>
                      </a:r>
                    </a:p>
                  </a:txBody>
                </a:tc>
                <a:tc>
                  <a:txBody>
                    <a:bodyPr/>
                    <a:lstStyle/>
                    <a:p>
                      <a:pPr lvl="0" indent="0" marL="0" algn="ctr">
                        <a:buNone/>
                      </a:pPr>
                      <a:r>
                        <a:rPr/>
                        <a:t>Non-stop</a:t>
                      </a:r>
                    </a:p>
                  </a:txBody>
                </a:tc>
                <a:tc>
                  <a:txBody>
                    <a:bodyPr/>
                    <a:lstStyle/>
                    <a:p>
                      <a:pPr lvl="0" indent="0" marL="0" algn="ctr">
                        <a:buNone/>
                      </a:pPr>
                      <a:r>
                        <a:rPr/>
                        <a:t>9h 05m</a:t>
                      </a:r>
                    </a:p>
                  </a:txBody>
                </a:tc>
              </a:tr>
              <a:tr h="0">
                <a:tc>
                  <a:txBody>
                    <a:bodyPr/>
                    <a:lstStyle/>
                    <a:p>
                      <a:pPr lvl="0" indent="0" marL="0" algn="l">
                        <a:buNone/>
                      </a:pPr>
                      <a:r>
                        <a:rPr/>
                        <a:t>Nairobi (NBO)</a:t>
                      </a:r>
                    </a:p>
                  </a:txBody>
                </a:tc>
                <a:tc>
                  <a:txBody>
                    <a:bodyPr/>
                    <a:lstStyle/>
                    <a:p>
                      <a:pPr lvl="0" indent="0" marL="0" algn="ctr">
                        <a:buNone/>
                      </a:pPr>
                      <a:r>
                        <a:rPr/>
                        <a:t>CW243</a:t>
                      </a:r>
                    </a:p>
                  </a:txBody>
                </a:tc>
                <a:tc>
                  <a:txBody>
                    <a:bodyPr/>
                    <a:lstStyle/>
                    <a:p>
                      <a:pPr lvl="0" indent="0" marL="0" algn="ctr">
                        <a:buNone/>
                      </a:pPr>
                      <a:r>
                        <a:rPr/>
                        <a:t>01:25</a:t>
                      </a:r>
                    </a:p>
                  </a:txBody>
                </a:tc>
                <a:tc>
                  <a:txBody>
                    <a:bodyPr/>
                    <a:lstStyle/>
                    <a:p>
                      <a:pPr lvl="0" indent="0" marL="0" algn="ctr">
                        <a:buNone/>
                      </a:pPr>
                      <a:r>
                        <a:rPr/>
                        <a:t>05:45</a:t>
                      </a:r>
                    </a:p>
                  </a:txBody>
                </a:tc>
                <a:tc>
                  <a:txBody>
                    <a:bodyPr/>
                    <a:lstStyle/>
                    <a:p>
                      <a:pPr lvl="0" indent="0" marL="0" algn="ctr">
                        <a:buNone/>
                      </a:pPr>
                      <a:r>
                        <a:rPr/>
                        <a:t>Airbus A350</a:t>
                      </a:r>
                    </a:p>
                  </a:txBody>
                </a:tc>
                <a:tc>
                  <a:txBody>
                    <a:bodyPr/>
                    <a:lstStyle/>
                    <a:p>
                      <a:pPr lvl="0" indent="0" marL="0" algn="ctr">
                        <a:buNone/>
                      </a:pPr>
                      <a:r>
                        <a:rPr/>
                        <a:t>Non-stop</a:t>
                      </a:r>
                    </a:p>
                  </a:txBody>
                </a:tc>
                <a:tc>
                  <a:txBody>
                    <a:bodyPr/>
                    <a:lstStyle/>
                    <a:p>
                      <a:pPr lvl="0" indent="0" marL="0" algn="ctr">
                        <a:buNone/>
                      </a:pPr>
                      <a:r>
                        <a:rPr/>
                        <a:t>6h 50m</a:t>
                      </a:r>
                    </a:p>
                  </a:txBody>
                </a:tc>
              </a:tr>
              <a:tr h="0">
                <a:tc>
                  <a:txBody>
                    <a:bodyPr/>
                    <a:lstStyle/>
                    <a:p>
                      <a:pPr lvl="0" indent="0" marL="0" algn="l">
                        <a:buNone/>
                      </a:pPr>
                      <a:r>
                        <a:rPr/>
                        <a:t>Addis Ababa (ADD)</a:t>
                      </a:r>
                    </a:p>
                  </a:txBody>
                </a:tc>
                <a:tc>
                  <a:txBody>
                    <a:bodyPr/>
                    <a:lstStyle/>
                    <a:p>
                      <a:pPr lvl="0" indent="0" marL="0" algn="ctr">
                        <a:buNone/>
                      </a:pPr>
                      <a:r>
                        <a:rPr/>
                        <a:t>CW245</a:t>
                      </a:r>
                    </a:p>
                  </a:txBody>
                </a:tc>
                <a:tc>
                  <a:txBody>
                    <a:bodyPr/>
                    <a:lstStyle/>
                    <a:p>
                      <a:pPr lvl="0" indent="0" marL="0" algn="ctr">
                        <a:buNone/>
                      </a:pPr>
                      <a:r>
                        <a:rPr/>
                        <a:t>11:00</a:t>
                      </a:r>
                    </a:p>
                  </a:txBody>
                </a:tc>
                <a:tc>
                  <a:txBody>
                    <a:bodyPr/>
                    <a:lstStyle/>
                    <a:p>
                      <a:pPr lvl="0" indent="0" marL="0" algn="ctr">
                        <a:buNone/>
                      </a:pPr>
                      <a:r>
                        <a:rPr/>
                        <a:t>14:30</a:t>
                      </a:r>
                    </a:p>
                  </a:txBody>
                </a:tc>
                <a:tc>
                  <a:txBody>
                    <a:bodyPr/>
                    <a:lstStyle/>
                    <a:p>
                      <a:pPr lvl="0" indent="0" marL="0" algn="ctr">
                        <a:buNone/>
                      </a:pPr>
                      <a:r>
                        <a:rPr/>
                        <a:t>Boeing 787</a:t>
                      </a:r>
                    </a:p>
                  </a:txBody>
                </a:tc>
                <a:tc>
                  <a:txBody>
                    <a:bodyPr/>
                    <a:lstStyle/>
                    <a:p>
                      <a:pPr lvl="0" indent="0" marL="0" algn="ctr">
                        <a:buNone/>
                      </a:pPr>
                      <a:r>
                        <a:rPr/>
                        <a:t>Non-stop</a:t>
                      </a:r>
                    </a:p>
                  </a:txBody>
                </a:tc>
                <a:tc>
                  <a:txBody>
                    <a:bodyPr/>
                    <a:lstStyle/>
                    <a:p>
                      <a:pPr lvl="0" indent="0" marL="0" algn="ctr">
                        <a:buNone/>
                      </a:pPr>
                      <a:r>
                        <a:rPr/>
                        <a:t>6h 00m</a:t>
                      </a:r>
                    </a:p>
                  </a:txBody>
                </a:tc>
              </a:tr>
              <a:tr h="0">
                <a:tc>
                  <a:txBody>
                    <a:bodyPr/>
                    <a:lstStyle/>
                    <a:p>
                      <a:pPr lvl="0" indent="0" marL="0" algn="l">
                        <a:buNone/>
                      </a:pPr>
                      <a:r>
                        <a:rPr/>
                        <a:t>Cairo (CAI)</a:t>
                      </a:r>
                    </a:p>
                  </a:txBody>
                </a:tc>
                <a:tc>
                  <a:txBody>
                    <a:bodyPr/>
                    <a:lstStyle/>
                    <a:p>
                      <a:pPr lvl="0" indent="0" marL="0" algn="ctr">
                        <a:buNone/>
                      </a:pPr>
                      <a:r>
                        <a:rPr/>
                        <a:t>CW247</a:t>
                      </a:r>
                    </a:p>
                  </a:txBody>
                </a:tc>
                <a:tc>
                  <a:txBody>
                    <a:bodyPr/>
                    <a:lstStyle/>
                    <a:p>
                      <a:pPr lvl="0" indent="0" marL="0" algn="ctr">
                        <a:buNone/>
                      </a:pPr>
                      <a:r>
                        <a:rPr/>
                        <a:t>17:45</a:t>
                      </a:r>
                    </a:p>
                  </a:txBody>
                </a:tc>
                <a:tc>
                  <a:txBody>
                    <a:bodyPr/>
                    <a:lstStyle/>
                    <a:p>
                      <a:pPr lvl="0" indent="0" marL="0" algn="ctr">
                        <a:buNone/>
                      </a:pPr>
                      <a:r>
                        <a:rPr/>
                        <a:t>21:05</a:t>
                      </a:r>
                    </a:p>
                  </a:txBody>
                </a:tc>
                <a:tc>
                  <a:txBody>
                    <a:bodyPr/>
                    <a:lstStyle/>
                    <a:p>
                      <a:pPr lvl="0" indent="0" marL="0" algn="ctr">
                        <a:buNone/>
                      </a:pPr>
                      <a:r>
                        <a:rPr/>
                        <a:t>Airbus A350</a:t>
                      </a:r>
                    </a:p>
                  </a:txBody>
                </a:tc>
                <a:tc>
                  <a:txBody>
                    <a:bodyPr/>
                    <a:lstStyle/>
                    <a:p>
                      <a:pPr lvl="0" indent="0" marL="0" algn="ctr">
                        <a:buNone/>
                      </a:pPr>
                      <a:r>
                        <a:rPr/>
                        <a:t>Non-stop</a:t>
                      </a:r>
                    </a:p>
                  </a:txBody>
                </a:tc>
                <a:tc>
                  <a:txBody>
                    <a:bodyPr/>
                    <a:lstStyle/>
                    <a:p>
                      <a:pPr lvl="0" indent="0" marL="0" algn="ctr">
                        <a:buNone/>
                      </a:pPr>
                      <a:r>
                        <a:rPr/>
                        <a:t>6h 50m</a:t>
                      </a:r>
                    </a:p>
                  </a:txBody>
                </a:tc>
              </a:tr>
              <a:tr h="0">
                <a:tc>
                  <a:txBody>
                    <a:bodyPr/>
                    <a:lstStyle/>
                    <a:p>
                      <a:pPr lvl="0" indent="0" marL="0" algn="l">
                        <a:buNone/>
                      </a:pPr>
                      <a:r>
                        <a:rPr/>
                        <a:t>Lagos (LOS)</a:t>
                      </a:r>
                    </a:p>
                  </a:txBody>
                </a:tc>
                <a:tc>
                  <a:txBody>
                    <a:bodyPr/>
                    <a:lstStyle/>
                    <a:p>
                      <a:pPr lvl="0" indent="0" marL="0" algn="ctr">
                        <a:buNone/>
                      </a:pPr>
                      <a:r>
                        <a:rPr/>
                        <a:t>CW249</a:t>
                      </a:r>
                    </a:p>
                  </a:txBody>
                </a:tc>
                <a:tc>
                  <a:txBody>
                    <a:bodyPr/>
                    <a:lstStyle/>
                    <a:p>
                      <a:pPr lvl="0" indent="0" marL="0" algn="ctr">
                        <a:buNone/>
                      </a:pPr>
                      <a:r>
                        <a:rPr/>
                        <a:t>23:30</a:t>
                      </a:r>
                    </a:p>
                  </a:txBody>
                </a:tc>
                <a:tc>
                  <a:txBody>
                    <a:bodyPr/>
                    <a:lstStyle/>
                    <a:p>
                      <a:pPr lvl="0" indent="0" marL="0" algn="ctr">
                        <a:buNone/>
                      </a:pPr>
                      <a:r>
                        <a:rPr/>
                        <a:t>05:30 (+1)</a:t>
                      </a:r>
                    </a:p>
                  </a:txBody>
                </a:tc>
                <a:tc>
                  <a:txBody>
                    <a:bodyPr/>
                    <a:lstStyle/>
                    <a:p>
                      <a:pPr lvl="0" indent="0" marL="0" algn="ctr">
                        <a:buNone/>
                      </a:pPr>
                      <a:r>
                        <a:rPr/>
                        <a:t>Boeing 787</a:t>
                      </a:r>
                    </a:p>
                  </a:txBody>
                </a:tc>
                <a:tc>
                  <a:txBody>
                    <a:bodyPr/>
                    <a:lstStyle/>
                    <a:p>
                      <a:pPr lvl="0" indent="0" marL="0" algn="ctr">
                        <a:buNone/>
                      </a:pPr>
                      <a:r>
                        <a:rPr/>
                        <a:t>1-stop in Nairobi</a:t>
                      </a:r>
                    </a:p>
                  </a:txBody>
                </a:tc>
                <a:tc>
                  <a:txBody>
                    <a:bodyPr/>
                    <a:lstStyle/>
                    <a:p>
                      <a:pPr lvl="0" indent="0" marL="0" algn="ctr">
                        <a:buNone/>
                      </a:pPr>
                      <a:r>
                        <a:rPr/>
                        <a:t>10h 30m</a:t>
                      </a:r>
                    </a:p>
                  </a:txBody>
                </a:tc>
              </a:tr>
              <a:tr h="0">
                <a:tc>
                  <a:txBody>
                    <a:bodyPr/>
                    <a:lstStyle/>
                    <a:p>
                      <a:pPr lvl="0" indent="0" marL="0" algn="l">
                        <a:buNone/>
                      </a:pPr>
                      <a:r>
                        <a:rPr/>
                        <a:t>Casablanca (CMN)</a:t>
                      </a:r>
                    </a:p>
                  </a:txBody>
                </a:tc>
                <a:tc>
                  <a:txBody>
                    <a:bodyPr/>
                    <a:lstStyle/>
                    <a:p>
                      <a:pPr lvl="0" indent="0" marL="0" algn="ctr">
                        <a:buNone/>
                      </a:pPr>
                      <a:r>
                        <a:rPr/>
                        <a:t>CW251</a:t>
                      </a:r>
                    </a:p>
                  </a:txBody>
                </a:tc>
                <a:tc>
                  <a:txBody>
                    <a:bodyPr/>
                    <a:lstStyle/>
                    <a:p>
                      <a:pPr lvl="0" indent="0" marL="0" algn="ctr">
                        <a:buNone/>
                      </a:pPr>
                      <a:r>
                        <a:rPr/>
                        <a:t>10:30</a:t>
                      </a:r>
                    </a:p>
                  </a:txBody>
                </a:tc>
                <a:tc>
                  <a:txBody>
                    <a:bodyPr/>
                    <a:lstStyle/>
                    <a:p>
                      <a:pPr lvl="0" indent="0" marL="0" algn="ctr">
                        <a:buNone/>
                      </a:pPr>
                      <a:r>
                        <a:rPr/>
                        <a:t>17:35</a:t>
                      </a:r>
                    </a:p>
                  </a:txBody>
                </a:tc>
                <a:tc>
                  <a:txBody>
                    <a:bodyPr/>
                    <a:lstStyle/>
                    <a:p>
                      <a:pPr lvl="0" indent="0" marL="0" algn="ctr">
                        <a:buNone/>
                      </a:pPr>
                      <a:r>
                        <a:rPr/>
                        <a:t>Airbus A350</a:t>
                      </a:r>
                    </a:p>
                  </a:txBody>
                </a:tc>
                <a:tc>
                  <a:txBody>
                    <a:bodyPr/>
                    <a:lstStyle/>
                    <a:p>
                      <a:pPr lvl="0" indent="0" marL="0" algn="ctr">
                        <a:buNone/>
                      </a:pPr>
                      <a:r>
                        <a:rPr/>
                        <a:t>1-stop in Cairo</a:t>
                      </a:r>
                    </a:p>
                  </a:txBody>
                </a:tc>
                <a:tc>
                  <a:txBody>
                    <a:bodyPr/>
                    <a:lstStyle/>
                    <a:p>
                      <a:pPr lvl="0" indent="0" marL="0" algn="ctr">
                        <a:buNone/>
                      </a:pPr>
                      <a:r>
                        <a:rPr/>
                        <a:t>11h 35m</a:t>
                      </a:r>
                    </a:p>
                  </a:txBody>
                </a:tc>
              </a:tr>
              <a:tr h="0">
                <a:tc>
                  <a:txBody>
                    <a:bodyPr/>
                    <a:lstStyle/>
                    <a:p>
                      <a:pPr lvl="0" indent="0" marL="0" algn="l">
                        <a:buNone/>
                      </a:pPr>
                      <a:r>
                        <a:rPr/>
                        <a:t>Cape Town (CPT)</a:t>
                      </a:r>
                    </a:p>
                  </a:txBody>
                </a:tc>
                <a:tc>
                  <a:txBody>
                    <a:bodyPr/>
                    <a:lstStyle/>
                    <a:p>
                      <a:pPr lvl="0" indent="0" marL="0" algn="ctr">
                        <a:buNone/>
                      </a:pPr>
                      <a:r>
                        <a:rPr/>
                        <a:t>CW253</a:t>
                      </a:r>
                    </a:p>
                  </a:txBody>
                </a:tc>
                <a:tc>
                  <a:txBody>
                    <a:bodyPr/>
                    <a:lstStyle/>
                    <a:p>
                      <a:pPr lvl="0" indent="0" marL="0" algn="ctr">
                        <a:buNone/>
                      </a:pPr>
                      <a:r>
                        <a:rPr/>
                        <a:t>21:10</a:t>
                      </a:r>
                    </a:p>
                  </a:txBody>
                </a:tc>
                <a:tc>
                  <a:txBody>
                    <a:bodyPr/>
                    <a:lstStyle/>
                    <a:p>
                      <a:pPr lvl="0" indent="0" marL="0" algn="ctr">
                        <a:buNone/>
                      </a:pPr>
                      <a:r>
                        <a:rPr/>
                        <a:t>07:25 (+1)</a:t>
                      </a:r>
                    </a:p>
                  </a:txBody>
                </a:tc>
                <a:tc>
                  <a:txBody>
                    <a:bodyPr/>
                    <a:lstStyle/>
                    <a:p>
                      <a:pPr lvl="0" indent="0" marL="0" algn="ctr">
                        <a:buNone/>
                      </a:pPr>
                      <a:r>
                        <a:rPr/>
                        <a:t>Boeing 787</a:t>
                      </a:r>
                    </a:p>
                  </a:txBody>
                </a:tc>
                <a:tc>
                  <a:txBody>
                    <a:bodyPr/>
                    <a:lstStyle/>
                    <a:p>
                      <a:pPr lvl="0" indent="0" marL="0" algn="ctr">
                        <a:buNone/>
                      </a:pPr>
                      <a:r>
                        <a:rPr/>
                        <a:t>1-stop in Johannesburg</a:t>
                      </a:r>
                    </a:p>
                  </a:txBody>
                </a:tc>
                <a:tc>
                  <a:txBody>
                    <a:bodyPr/>
                    <a:lstStyle/>
                    <a:p>
                      <a:pPr lvl="0" indent="0" marL="0" algn="ctr">
                        <a:buNone/>
                      </a:pPr>
                      <a:r>
                        <a:rPr/>
                        <a:t>12h 45m</a:t>
                      </a:r>
                    </a:p>
                  </a:txBody>
                </a:tc>
              </a:tr>
              <a:tr h="0">
                <a:tc>
                  <a:txBody>
                    <a:bodyPr/>
                    <a:lstStyle/>
                    <a:p>
                      <a:pPr lvl="0" indent="0" marL="0" algn="l">
                        <a:buNone/>
                      </a:pPr>
                      <a:r>
                        <a:rPr/>
                        <a:t>Accra (ACC)</a:t>
                      </a:r>
                    </a:p>
                  </a:txBody>
                </a:tc>
                <a:tc>
                  <a:txBody>
                    <a:bodyPr/>
                    <a:lstStyle/>
                    <a:p>
                      <a:pPr lvl="0" indent="0" marL="0" algn="ctr">
                        <a:buNone/>
                      </a:pPr>
                      <a:r>
                        <a:rPr/>
                        <a:t>CW255</a:t>
                      </a:r>
                    </a:p>
                  </a:txBody>
                </a:tc>
                <a:tc>
                  <a:txBody>
                    <a:bodyPr/>
                    <a:lstStyle/>
                    <a:p>
                      <a:pPr lvl="0" indent="0" marL="0" algn="ctr">
                        <a:buNone/>
                      </a:pPr>
                      <a:r>
                        <a:rPr/>
                        <a:t>09:05</a:t>
                      </a:r>
                    </a:p>
                  </a:txBody>
                </a:tc>
                <a:tc>
                  <a:txBody>
                    <a:bodyPr/>
                    <a:lstStyle/>
                    <a:p>
                      <a:pPr lvl="0" indent="0" marL="0" algn="ctr">
                        <a:buNone/>
                      </a:pPr>
                      <a:r>
                        <a:rPr/>
                        <a:t>15:45</a:t>
                      </a:r>
                    </a:p>
                  </a:txBody>
                </a:tc>
                <a:tc>
                  <a:txBody>
                    <a:bodyPr/>
                    <a:lstStyle/>
                    <a:p>
                      <a:pPr lvl="0" indent="0" marL="0" algn="ctr">
                        <a:buNone/>
                      </a:pPr>
                      <a:r>
                        <a:rPr/>
                        <a:t>Airbus A350</a:t>
                      </a:r>
                    </a:p>
                  </a:txBody>
                </a:tc>
                <a:tc>
                  <a:txBody>
                    <a:bodyPr/>
                    <a:lstStyle/>
                    <a:p>
                      <a:pPr lvl="0" indent="0" marL="0" algn="ctr">
                        <a:buNone/>
                      </a:pPr>
                      <a:r>
                        <a:rPr/>
                        <a:t>1-stop in Addis Ababa</a:t>
                      </a:r>
                    </a:p>
                  </a:txBody>
                </a:tc>
                <a:tc>
                  <a:txBody>
                    <a:bodyPr/>
                    <a:lstStyle/>
                    <a:p>
                      <a:pPr lvl="0" indent="0" marL="0" algn="ctr">
                        <a:buNone/>
                      </a:pPr>
                      <a:r>
                        <a:rPr/>
                        <a:t>10h 10m</a:t>
                      </a:r>
                    </a:p>
                  </a:txBody>
                </a:tc>
              </a:tr>
              <a:tr h="0">
                <a:tc>
                  <a:txBody>
                    <a:bodyPr/>
                    <a:lstStyle/>
                    <a:p>
                      <a:pPr lvl="0" indent="0" marL="0" algn="l">
                        <a:buNone/>
                      </a:pPr>
                      <a:r>
                        <a:rPr/>
                        <a:t>Dar es Salaam (DAR)</a:t>
                      </a:r>
                    </a:p>
                  </a:txBody>
                </a:tc>
                <a:tc>
                  <a:txBody>
                    <a:bodyPr/>
                    <a:lstStyle/>
                    <a:p>
                      <a:pPr lvl="0" indent="0" marL="0" algn="ctr">
                        <a:buNone/>
                      </a:pPr>
                      <a:r>
                        <a:rPr/>
                        <a:t>CW257</a:t>
                      </a:r>
                    </a:p>
                  </a:txBody>
                </a:tc>
                <a:tc>
                  <a:txBody>
                    <a:bodyPr/>
                    <a:lstStyle/>
                    <a:p>
                      <a:pPr lvl="0" indent="0" marL="0" algn="ctr">
                        <a:buNone/>
                      </a:pPr>
                      <a:r>
                        <a:rPr/>
                        <a:t>13:10</a:t>
                      </a:r>
                    </a:p>
                  </a:txBody>
                </a:tc>
                <a:tc>
                  <a:txBody>
                    <a:bodyPr/>
                    <a:lstStyle/>
                    <a:p>
                      <a:pPr lvl="0" indent="0" marL="0" algn="ctr">
                        <a:buNone/>
                      </a:pPr>
                      <a:r>
                        <a:rPr/>
                        <a:t>18:45</a:t>
                      </a:r>
                    </a:p>
                  </a:txBody>
                </a:tc>
                <a:tc>
                  <a:txBody>
                    <a:bodyPr/>
                    <a:lstStyle/>
                    <a:p>
                      <a:pPr lvl="0" indent="0" marL="0" algn="ctr">
                        <a:buNone/>
                      </a:pPr>
                      <a:r>
                        <a:rPr/>
                        <a:t>Boeing 787</a:t>
                      </a:r>
                    </a:p>
                  </a:txBody>
                </a:tc>
                <a:tc>
                  <a:txBody>
                    <a:bodyPr/>
                    <a:lstStyle/>
                    <a:p>
                      <a:pPr lvl="0" indent="0" marL="0" algn="ctr">
                        <a:buNone/>
                      </a:pPr>
                      <a:r>
                        <a:rPr/>
                        <a:t>Non-stop</a:t>
                      </a:r>
                    </a:p>
                  </a:txBody>
                </a:tc>
                <a:tc>
                  <a:txBody>
                    <a:bodyPr/>
                    <a:lstStyle/>
                    <a:p>
                      <a:pPr lvl="0" indent="0" marL="0" algn="ctr">
                        <a:buNone/>
                      </a:pPr>
                      <a:r>
                        <a:rPr/>
                        <a:t>7h 05m</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Inbound Flights: Arriving at Mumbai (BOM)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lgn="l">
                        <a:buNone/>
                      </a:pPr>
                      <a:r>
                        <a:rPr/>
                        <a:t>Origin City</a:t>
                      </a:r>
                    </a:p>
                  </a:txBody>
                  <a:tcPr/>
                </a:tc>
                <a:tc>
                  <a:txBody>
                    <a:bodyPr/>
                    <a:lstStyle/>
                    <a:p>
                      <a:pPr lvl="0" indent="0" marL="0" algn="ctr">
                        <a:buNone/>
                      </a:pPr>
                      <a:r>
                        <a:rPr/>
                        <a:t>Flight No.</a:t>
                      </a:r>
                    </a:p>
                  </a:txBody>
                  <a:tcPr/>
                </a:tc>
                <a:tc>
                  <a:txBody>
                    <a:bodyPr/>
                    <a:lstStyle/>
                    <a:p>
                      <a:pPr lvl="0" indent="0" marL="0" algn="ctr">
                        <a:buNone/>
                      </a:pPr>
                      <a:r>
                        <a:rPr/>
                        <a:t>Departure (Local)</a:t>
                      </a:r>
                    </a:p>
                  </a:txBody>
                  <a:tcPr/>
                </a:tc>
                <a:tc>
                  <a:txBody>
                    <a:bodyPr/>
                    <a:lstStyle/>
                    <a:p>
                      <a:pPr lvl="0" indent="0" marL="0" algn="ctr">
                        <a:buNone/>
                      </a:pPr>
                      <a:r>
                        <a:rPr/>
                        <a:t>Arrival (BOM)</a:t>
                      </a:r>
                    </a:p>
                  </a:txBody>
                  <a:tcPr/>
                </a:tc>
                <a:tc>
                  <a:txBody>
                    <a:bodyPr/>
                    <a:lstStyle/>
                    <a:p>
                      <a:pPr lvl="0" indent="0" marL="0" algn="ctr">
                        <a:buNone/>
                      </a:pPr>
                      <a:r>
                        <a:rPr/>
                        <a:t>Aircraft</a:t>
                      </a:r>
                    </a:p>
                  </a:txBody>
                  <a:tcPr/>
                </a:tc>
                <a:tc>
                  <a:txBody>
                    <a:bodyPr/>
                    <a:lstStyle/>
                    <a:p>
                      <a:pPr lvl="0" indent="0" marL="0" algn="ctr">
                        <a:buNone/>
                      </a:pPr>
                      <a:r>
                        <a:rPr/>
                        <a:t>Non-stop/1-stop</a:t>
                      </a:r>
                    </a:p>
                  </a:txBody>
                  <a:tcPr/>
                </a:tc>
                <a:tc>
                  <a:txBody>
                    <a:bodyPr/>
                    <a:lstStyle/>
                    <a:p>
                      <a:pPr lvl="0" indent="0" marL="0" algn="ctr">
                        <a:buNone/>
                      </a:pPr>
                      <a:r>
                        <a:rPr/>
                        <a:t>Travel Time</a:t>
                      </a:r>
                    </a:p>
                  </a:txBody>
                  <a:tcPr/>
                </a:tc>
              </a:tr>
              <a:tr h="0">
                <a:tc>
                  <a:txBody>
                    <a:bodyPr/>
                    <a:lstStyle/>
                    <a:p>
                      <a:pPr lvl="0" indent="0" marL="0" algn="l">
                        <a:buNone/>
                      </a:pPr>
                      <a:r>
                        <a:rPr/>
                        <a:t>Johannesburg (JNB)</a:t>
                      </a:r>
                    </a:p>
                  </a:txBody>
                </a:tc>
                <a:tc>
                  <a:txBody>
                    <a:bodyPr/>
                    <a:lstStyle/>
                    <a:p>
                      <a:pPr lvl="0" indent="0" marL="0" algn="ctr">
                        <a:buNone/>
                      </a:pPr>
                      <a:r>
                        <a:rPr/>
                        <a:t>CW242</a:t>
                      </a:r>
                    </a:p>
                  </a:txBody>
                </a:tc>
                <a:tc>
                  <a:txBody>
                    <a:bodyPr/>
                    <a:lstStyle/>
                    <a:p>
                      <a:pPr lvl="0" indent="0" marL="0" algn="ctr">
                        <a:buNone/>
                      </a:pPr>
                      <a:r>
                        <a:rPr/>
                        <a:t>18:00</a:t>
                      </a:r>
                    </a:p>
                  </a:txBody>
                </a:tc>
                <a:tc>
                  <a:txBody>
                    <a:bodyPr/>
                    <a:lstStyle/>
                    <a:p>
                      <a:pPr lvl="0" indent="0" marL="0" algn="ctr">
                        <a:buNone/>
                      </a:pPr>
                      <a:r>
                        <a:rPr/>
                        <a:t>05:25 (+1)</a:t>
                      </a:r>
                    </a:p>
                  </a:txBody>
                </a:tc>
                <a:tc>
                  <a:txBody>
                    <a:bodyPr/>
                    <a:lstStyle/>
                    <a:p>
                      <a:pPr lvl="0" indent="0" marL="0" algn="ctr">
                        <a:buNone/>
                      </a:pPr>
                      <a:r>
                        <a:rPr/>
                        <a:t>Boeing 787</a:t>
                      </a:r>
                    </a:p>
                  </a:txBody>
                </a:tc>
                <a:tc>
                  <a:txBody>
                    <a:bodyPr/>
                    <a:lstStyle/>
                    <a:p>
                      <a:pPr lvl="0" indent="0" marL="0" algn="ctr">
                        <a:buNone/>
                      </a:pPr>
                      <a:r>
                        <a:rPr/>
                        <a:t>Non-stop</a:t>
                      </a:r>
                    </a:p>
                  </a:txBody>
                </a:tc>
                <a:tc>
                  <a:txBody>
                    <a:bodyPr/>
                    <a:lstStyle/>
                    <a:p>
                      <a:pPr lvl="0" indent="0" marL="0" algn="ctr">
                        <a:buNone/>
                      </a:pPr>
                      <a:r>
                        <a:rPr/>
                        <a:t>8h 55m</a:t>
                      </a:r>
                    </a:p>
                  </a:txBody>
                </a:tc>
              </a:tr>
              <a:tr h="0">
                <a:tc>
                  <a:txBody>
                    <a:bodyPr/>
                    <a:lstStyle/>
                    <a:p>
                      <a:pPr lvl="0" indent="0" marL="0" algn="l">
                        <a:buNone/>
                      </a:pPr>
                      <a:r>
                        <a:rPr/>
                        <a:t>Nairobi (NBO)</a:t>
                      </a:r>
                    </a:p>
                  </a:txBody>
                </a:tc>
                <a:tc>
                  <a:txBody>
                    <a:bodyPr/>
                    <a:lstStyle/>
                    <a:p>
                      <a:pPr lvl="0" indent="0" marL="0" algn="ctr">
                        <a:buNone/>
                      </a:pPr>
                      <a:r>
                        <a:rPr/>
                        <a:t>CW244</a:t>
                      </a:r>
                    </a:p>
                  </a:txBody>
                </a:tc>
                <a:tc>
                  <a:txBody>
                    <a:bodyPr/>
                    <a:lstStyle/>
                    <a:p>
                      <a:pPr lvl="0" indent="0" marL="0" algn="ctr">
                        <a:buNone/>
                      </a:pPr>
                      <a:r>
                        <a:rPr/>
                        <a:t>22:55</a:t>
                      </a:r>
                    </a:p>
                  </a:txBody>
                </a:tc>
                <a:tc>
                  <a:txBody>
                    <a:bodyPr/>
                    <a:lstStyle/>
                    <a:p>
                      <a:pPr lvl="0" indent="0" marL="0" algn="ctr">
                        <a:buNone/>
                      </a:pPr>
                      <a:r>
                        <a:rPr/>
                        <a:t>07:25 (+1)</a:t>
                      </a:r>
                    </a:p>
                  </a:txBody>
                </a:tc>
                <a:tc>
                  <a:txBody>
                    <a:bodyPr/>
                    <a:lstStyle/>
                    <a:p>
                      <a:pPr lvl="0" indent="0" marL="0" algn="ctr">
                        <a:buNone/>
                      </a:pPr>
                      <a:r>
                        <a:rPr/>
                        <a:t>Airbus A350</a:t>
                      </a:r>
                    </a:p>
                  </a:txBody>
                </a:tc>
                <a:tc>
                  <a:txBody>
                    <a:bodyPr/>
                    <a:lstStyle/>
                    <a:p>
                      <a:pPr lvl="0" indent="0" marL="0" algn="ctr">
                        <a:buNone/>
                      </a:pPr>
                      <a:r>
                        <a:rPr/>
                        <a:t>Non-stop</a:t>
                      </a:r>
                    </a:p>
                  </a:txBody>
                </a:tc>
                <a:tc>
                  <a:txBody>
                    <a:bodyPr/>
                    <a:lstStyle/>
                    <a:p>
                      <a:pPr lvl="0" indent="0" marL="0" algn="ctr">
                        <a:buNone/>
                      </a:pPr>
                      <a:r>
                        <a:rPr/>
                        <a:t>6h 00m</a:t>
                      </a:r>
                    </a:p>
                  </a:txBody>
                </a:tc>
              </a:tr>
              <a:tr h="0">
                <a:tc>
                  <a:txBody>
                    <a:bodyPr/>
                    <a:lstStyle/>
                    <a:p>
                      <a:pPr lvl="0" indent="0" marL="0" algn="l">
                        <a:buNone/>
                      </a:pPr>
                      <a:r>
                        <a:rPr/>
                        <a:t>Addis Ababa (ADD)</a:t>
                      </a:r>
                    </a:p>
                  </a:txBody>
                </a:tc>
                <a:tc>
                  <a:txBody>
                    <a:bodyPr/>
                    <a:lstStyle/>
                    <a:p>
                      <a:pPr lvl="0" indent="0" marL="0" algn="ctr">
                        <a:buNone/>
                      </a:pPr>
                      <a:r>
                        <a:rPr/>
                        <a:t>CW246</a:t>
                      </a:r>
                    </a:p>
                  </a:txBody>
                </a:tc>
                <a:tc>
                  <a:txBody>
                    <a:bodyPr/>
                    <a:lstStyle/>
                    <a:p>
                      <a:pPr lvl="0" indent="0" marL="0" algn="ctr">
                        <a:buNone/>
                      </a:pPr>
                      <a:r>
                        <a:rPr/>
                        <a:t>23:30</a:t>
                      </a:r>
                    </a:p>
                  </a:txBody>
                </a:tc>
                <a:tc>
                  <a:txBody>
                    <a:bodyPr/>
                    <a:lstStyle/>
                    <a:p>
                      <a:pPr lvl="0" indent="0" marL="0" algn="ctr">
                        <a:buNone/>
                      </a:pPr>
                      <a:r>
                        <a:rPr/>
                        <a:t>07:45 (+1)</a:t>
                      </a:r>
                    </a:p>
                  </a:txBody>
                </a:tc>
                <a:tc>
                  <a:txBody>
                    <a:bodyPr/>
                    <a:lstStyle/>
                    <a:p>
                      <a:pPr lvl="0" indent="0" marL="0" algn="ctr">
                        <a:buNone/>
                      </a:pPr>
                      <a:r>
                        <a:rPr/>
                        <a:t>Boeing 787</a:t>
                      </a:r>
                    </a:p>
                  </a:txBody>
                </a:tc>
                <a:tc>
                  <a:txBody>
                    <a:bodyPr/>
                    <a:lstStyle/>
                    <a:p>
                      <a:pPr lvl="0" indent="0" marL="0" algn="ctr">
                        <a:buNone/>
                      </a:pPr>
                      <a:r>
                        <a:rPr/>
                        <a:t>Non-stop</a:t>
                      </a:r>
                    </a:p>
                  </a:txBody>
                </a:tc>
                <a:tc>
                  <a:txBody>
                    <a:bodyPr/>
                    <a:lstStyle/>
                    <a:p>
                      <a:pPr lvl="0" indent="0" marL="0" algn="ctr">
                        <a:buNone/>
                      </a:pPr>
                      <a:r>
                        <a:rPr/>
                        <a:t>6h 45m</a:t>
                      </a:r>
                    </a:p>
                  </a:txBody>
                </a:tc>
              </a:tr>
              <a:tr h="0">
                <a:tc>
                  <a:txBody>
                    <a:bodyPr/>
                    <a:lstStyle/>
                    <a:p>
                      <a:pPr lvl="0" indent="0" marL="0" algn="l">
                        <a:buNone/>
                      </a:pPr>
                      <a:r>
                        <a:rPr/>
                        <a:t>Cairo (CAI)</a:t>
                      </a:r>
                    </a:p>
                  </a:txBody>
                </a:tc>
                <a:tc>
                  <a:txBody>
                    <a:bodyPr/>
                    <a:lstStyle/>
                    <a:p>
                      <a:pPr lvl="0" indent="0" marL="0" algn="ctr">
                        <a:buNone/>
                      </a:pPr>
                      <a:r>
                        <a:rPr/>
                        <a:t>CW248</a:t>
                      </a:r>
                    </a:p>
                  </a:txBody>
                </a:tc>
                <a:tc>
                  <a:txBody>
                    <a:bodyPr/>
                    <a:lstStyle/>
                    <a:p>
                      <a:pPr lvl="0" indent="0" marL="0" algn="ctr">
                        <a:buNone/>
                      </a:pPr>
                      <a:r>
                        <a:rPr/>
                        <a:t>01:00</a:t>
                      </a:r>
                    </a:p>
                  </a:txBody>
                </a:tc>
                <a:tc>
                  <a:txBody>
                    <a:bodyPr/>
                    <a:lstStyle/>
                    <a:p>
                      <a:pPr lvl="0" indent="0" marL="0" algn="ctr">
                        <a:buNone/>
                      </a:pPr>
                      <a:r>
                        <a:rPr/>
                        <a:t>10:05</a:t>
                      </a:r>
                    </a:p>
                  </a:txBody>
                </a:tc>
                <a:tc>
                  <a:txBody>
                    <a:bodyPr/>
                    <a:lstStyle/>
                    <a:p>
                      <a:pPr lvl="0" indent="0" marL="0" algn="ctr">
                        <a:buNone/>
                      </a:pPr>
                      <a:r>
                        <a:rPr/>
                        <a:t>Airbus A350</a:t>
                      </a:r>
                    </a:p>
                  </a:txBody>
                </a:tc>
                <a:tc>
                  <a:txBody>
                    <a:bodyPr/>
                    <a:lstStyle/>
                    <a:p>
                      <a:pPr lvl="0" indent="0" marL="0" algn="ctr">
                        <a:buNone/>
                      </a:pPr>
                      <a:r>
                        <a:rPr/>
                        <a:t>Non-stop</a:t>
                      </a:r>
                    </a:p>
                  </a:txBody>
                </a:tc>
                <a:tc>
                  <a:txBody>
                    <a:bodyPr/>
                    <a:lstStyle/>
                    <a:p>
                      <a:pPr lvl="0" indent="0" marL="0" algn="ctr">
                        <a:buNone/>
                      </a:pPr>
                      <a:r>
                        <a:rPr/>
                        <a:t>6h 35m</a:t>
                      </a:r>
                    </a:p>
                  </a:txBody>
                </a:tc>
              </a:tr>
              <a:tr h="0">
                <a:tc>
                  <a:txBody>
                    <a:bodyPr/>
                    <a:lstStyle/>
                    <a:p>
                      <a:pPr lvl="0" indent="0" marL="0" algn="l">
                        <a:buNone/>
                      </a:pPr>
                      <a:r>
                        <a:rPr/>
                        <a:t>Lagos (LOS)</a:t>
                      </a:r>
                    </a:p>
                  </a:txBody>
                </a:tc>
                <a:tc>
                  <a:txBody>
                    <a:bodyPr/>
                    <a:lstStyle/>
                    <a:p>
                      <a:pPr lvl="0" indent="0" marL="0" algn="ctr">
                        <a:buNone/>
                      </a:pPr>
                      <a:r>
                        <a:rPr/>
                        <a:t>CW250</a:t>
                      </a:r>
                    </a:p>
                  </a:txBody>
                </a:tc>
                <a:tc>
                  <a:txBody>
                    <a:bodyPr/>
                    <a:lstStyle/>
                    <a:p>
                      <a:pPr lvl="0" indent="0" marL="0" algn="ctr">
                        <a:buNone/>
                      </a:pPr>
                      <a:r>
                        <a:rPr/>
                        <a:t>09:15</a:t>
                      </a:r>
                    </a:p>
                  </a:txBody>
                </a:tc>
                <a:tc>
                  <a:txBody>
                    <a:bodyPr/>
                    <a:lstStyle/>
                    <a:p>
                      <a:pPr lvl="0" indent="0" marL="0" algn="ctr">
                        <a:buNone/>
                      </a:pPr>
                      <a:r>
                        <a:rPr/>
                        <a:t>02:05 (+1)</a:t>
                      </a:r>
                    </a:p>
                  </a:txBody>
                </a:tc>
                <a:tc>
                  <a:txBody>
                    <a:bodyPr/>
                    <a:lstStyle/>
                    <a:p>
                      <a:pPr lvl="0" indent="0" marL="0" algn="ctr">
                        <a:buNone/>
                      </a:pPr>
                      <a:r>
                        <a:rPr/>
                        <a:t>Boeing 787</a:t>
                      </a:r>
                    </a:p>
                  </a:txBody>
                </a:tc>
                <a:tc>
                  <a:txBody>
                    <a:bodyPr/>
                    <a:lstStyle/>
                    <a:p>
                      <a:pPr lvl="0" indent="0" marL="0" algn="ctr">
                        <a:buNone/>
                      </a:pPr>
                      <a:r>
                        <a:rPr/>
                        <a:t>1-stop in Nairobi</a:t>
                      </a:r>
                    </a:p>
                  </a:txBody>
                </a:tc>
                <a:tc>
                  <a:txBody>
                    <a:bodyPr/>
                    <a:lstStyle/>
                    <a:p>
                      <a:pPr lvl="0" indent="0" marL="0" algn="ctr">
                        <a:buNone/>
                      </a:pPr>
                      <a:r>
                        <a:rPr/>
                        <a:t>10h 20m</a:t>
                      </a:r>
                    </a:p>
                  </a:txBody>
                </a:tc>
              </a:tr>
              <a:tr h="0">
                <a:tc>
                  <a:txBody>
                    <a:bodyPr/>
                    <a:lstStyle/>
                    <a:p>
                      <a:pPr lvl="0" indent="0" marL="0" algn="l">
                        <a:buNone/>
                      </a:pPr>
                      <a:r>
                        <a:rPr/>
                        <a:t>Casablanca (CMN)</a:t>
                      </a:r>
                    </a:p>
                  </a:txBody>
                </a:tc>
                <a:tc>
                  <a:txBody>
                    <a:bodyPr/>
                    <a:lstStyle/>
                    <a:p>
                      <a:pPr lvl="0" indent="0" marL="0" algn="ctr">
                        <a:buNone/>
                      </a:pPr>
                      <a:r>
                        <a:rPr/>
                        <a:t>CW252</a:t>
                      </a:r>
                    </a:p>
                  </a:txBody>
                </a:tc>
                <a:tc>
                  <a:txBody>
                    <a:bodyPr/>
                    <a:lstStyle/>
                    <a:p>
                      <a:pPr lvl="0" indent="0" marL="0" algn="ctr">
                        <a:buNone/>
                      </a:pPr>
                      <a:r>
                        <a:rPr/>
                        <a:t>19:10</a:t>
                      </a:r>
                    </a:p>
                  </a:txBody>
                </a:tc>
                <a:tc>
                  <a:txBody>
                    <a:bodyPr/>
                    <a:lstStyle/>
                    <a:p>
                      <a:pPr lvl="0" indent="0" marL="0" algn="ctr">
                        <a:buNone/>
                      </a:pPr>
                      <a:r>
                        <a:rPr/>
                        <a:t>09:55 (+1)</a:t>
                      </a:r>
                    </a:p>
                  </a:txBody>
                </a:tc>
                <a:tc>
                  <a:txBody>
                    <a:bodyPr/>
                    <a:lstStyle/>
                    <a:p>
                      <a:pPr lvl="0" indent="0" marL="0" algn="ctr">
                        <a:buNone/>
                      </a:pPr>
                      <a:r>
                        <a:rPr/>
                        <a:t>Airbus A350</a:t>
                      </a:r>
                    </a:p>
                  </a:txBody>
                </a:tc>
                <a:tc>
                  <a:txBody>
                    <a:bodyPr/>
                    <a:lstStyle/>
                    <a:p>
                      <a:pPr lvl="0" indent="0" marL="0" algn="ctr">
                        <a:buNone/>
                      </a:pPr>
                      <a:r>
                        <a:rPr/>
                        <a:t>1-stop in Cairo</a:t>
                      </a:r>
                    </a:p>
                  </a:txBody>
                </a:tc>
                <a:tc>
                  <a:txBody>
                    <a:bodyPr/>
                    <a:lstStyle/>
                    <a:p>
                      <a:pPr lvl="0" indent="0" marL="0" algn="ctr">
                        <a:buNone/>
                      </a:pPr>
                      <a:r>
                        <a:rPr/>
                        <a:t>11h 15m</a:t>
                      </a:r>
                    </a:p>
                  </a:txBody>
                </a:tc>
              </a:tr>
              <a:tr h="0">
                <a:tc>
                  <a:txBody>
                    <a:bodyPr/>
                    <a:lstStyle/>
                    <a:p>
                      <a:pPr lvl="0" indent="0" marL="0" algn="l">
                        <a:buNone/>
                      </a:pPr>
                      <a:r>
                        <a:rPr/>
                        <a:t>Cape Town (CPT)</a:t>
                      </a:r>
                    </a:p>
                  </a:txBody>
                </a:tc>
                <a:tc>
                  <a:txBody>
                    <a:bodyPr/>
                    <a:lstStyle/>
                    <a:p>
                      <a:pPr lvl="0" indent="0" marL="0" algn="ctr">
                        <a:buNone/>
                      </a:pPr>
                      <a:r>
                        <a:rPr/>
                        <a:t>CW254</a:t>
                      </a:r>
                    </a:p>
                  </a:txBody>
                </a:tc>
                <a:tc>
                  <a:txBody>
                    <a:bodyPr/>
                    <a:lstStyle/>
                    <a:p>
                      <a:pPr lvl="0" indent="0" marL="0" algn="ctr">
                        <a:buNone/>
                      </a:pPr>
                      <a:r>
                        <a:rPr/>
                        <a:t>15:10</a:t>
                      </a:r>
                    </a:p>
                  </a:txBody>
                </a:tc>
                <a:tc>
                  <a:txBody>
                    <a:bodyPr/>
                    <a:lstStyle/>
                    <a:p>
                      <a:pPr lvl="0" indent="0" marL="0" algn="ctr">
                        <a:buNone/>
                      </a:pPr>
                      <a:r>
                        <a:rPr/>
                        <a:t>06:35 (+1)</a:t>
                      </a:r>
                    </a:p>
                  </a:txBody>
                </a:tc>
                <a:tc>
                  <a:txBody>
                    <a:bodyPr/>
                    <a:lstStyle/>
                    <a:p>
                      <a:pPr lvl="0" indent="0" marL="0" algn="ctr">
                        <a:buNone/>
                      </a:pPr>
                      <a:r>
                        <a:rPr/>
                        <a:t>Boeing 787</a:t>
                      </a:r>
                    </a:p>
                  </a:txBody>
                </a:tc>
                <a:tc>
                  <a:txBody>
                    <a:bodyPr/>
                    <a:lstStyle/>
                    <a:p>
                      <a:pPr lvl="0" indent="0" marL="0" algn="ctr">
                        <a:buNone/>
                      </a:pPr>
                      <a:r>
                        <a:rPr/>
                        <a:t>1-stop in Johannesburg</a:t>
                      </a:r>
                    </a:p>
                  </a:txBody>
                </a:tc>
                <a:tc>
                  <a:txBody>
                    <a:bodyPr/>
                    <a:lstStyle/>
                    <a:p>
                      <a:pPr lvl="0" indent="0" marL="0" algn="ctr">
                        <a:buNone/>
                      </a:pPr>
                      <a:r>
                        <a:rPr/>
                        <a:t>11h 55m</a:t>
                      </a:r>
                    </a:p>
                  </a:txBody>
                </a:tc>
              </a:tr>
              <a:tr h="0">
                <a:tc>
                  <a:txBody>
                    <a:bodyPr/>
                    <a:lstStyle/>
                    <a:p>
                      <a:pPr lvl="0" indent="0" marL="0" algn="l">
                        <a:buNone/>
                      </a:pPr>
                      <a:r>
                        <a:rPr/>
                        <a:t>Accra (ACC)</a:t>
                      </a:r>
                    </a:p>
                  </a:txBody>
                </a:tc>
                <a:tc>
                  <a:txBody>
                    <a:bodyPr/>
                    <a:lstStyle/>
                    <a:p>
                      <a:pPr lvl="0" indent="0" marL="0" algn="ctr">
                        <a:buNone/>
                      </a:pPr>
                      <a:r>
                        <a:rPr/>
                        <a:t>CW256</a:t>
                      </a:r>
                    </a:p>
                  </a:txBody>
                </a:tc>
                <a:tc>
                  <a:txBody>
                    <a:bodyPr/>
                    <a:lstStyle/>
                    <a:p>
                      <a:pPr lvl="0" indent="0" marL="0" algn="ctr">
                        <a:buNone/>
                      </a:pPr>
                      <a:r>
                        <a:rPr/>
                        <a:t>21:40</a:t>
                      </a:r>
                    </a:p>
                  </a:txBody>
                </a:tc>
                <a:tc>
                  <a:txBody>
                    <a:bodyPr/>
                    <a:lstStyle/>
                    <a:p>
                      <a:pPr lvl="0" indent="0" marL="0" algn="ctr">
                        <a:buNone/>
                      </a:pPr>
                      <a:r>
                        <a:rPr/>
                        <a:t>10:20 (+1)</a:t>
                      </a:r>
                    </a:p>
                  </a:txBody>
                </a:tc>
                <a:tc>
                  <a:txBody>
                    <a:bodyPr/>
                    <a:lstStyle/>
                    <a:p>
                      <a:pPr lvl="0" indent="0" marL="0" algn="ctr">
                        <a:buNone/>
                      </a:pPr>
                      <a:r>
                        <a:rPr/>
                        <a:t>Airbus A350</a:t>
                      </a:r>
                    </a:p>
                  </a:txBody>
                </a:tc>
                <a:tc>
                  <a:txBody>
                    <a:bodyPr/>
                    <a:lstStyle/>
                    <a:p>
                      <a:pPr lvl="0" indent="0" marL="0" algn="ctr">
                        <a:buNone/>
                      </a:pPr>
                      <a:r>
                        <a:rPr/>
                        <a:t>1-stop in Addis Ababa</a:t>
                      </a:r>
                    </a:p>
                  </a:txBody>
                </a:tc>
                <a:tc>
                  <a:txBody>
                    <a:bodyPr/>
                    <a:lstStyle/>
                    <a:p>
                      <a:pPr lvl="0" indent="0" marL="0" algn="ctr">
                        <a:buNone/>
                      </a:pPr>
                      <a:r>
                        <a:rPr/>
                        <a:t>9h 10m</a:t>
                      </a:r>
                    </a:p>
                  </a:txBody>
                </a:tc>
              </a:tr>
              <a:tr h="0">
                <a:tc>
                  <a:txBody>
                    <a:bodyPr/>
                    <a:lstStyle/>
                    <a:p>
                      <a:pPr lvl="0" indent="0" marL="0" algn="l">
                        <a:buNone/>
                      </a:pPr>
                      <a:r>
                        <a:rPr/>
                        <a:t>Dar es Salaam (DAR)</a:t>
                      </a:r>
                    </a:p>
                  </a:txBody>
                </a:tc>
                <a:tc>
                  <a:txBody>
                    <a:bodyPr/>
                    <a:lstStyle/>
                    <a:p>
                      <a:pPr lvl="0" indent="0" marL="0" algn="ctr">
                        <a:buNone/>
                      </a:pPr>
                      <a:r>
                        <a:rPr/>
                        <a:t>CW258</a:t>
                      </a:r>
                    </a:p>
                  </a:txBody>
                </a:tc>
                <a:tc>
                  <a:txBody>
                    <a:bodyPr/>
                    <a:lstStyle/>
                    <a:p>
                      <a:pPr lvl="0" indent="0" marL="0" algn="ctr">
                        <a:buNone/>
                      </a:pPr>
                      <a:r>
                        <a:rPr/>
                        <a:t>09:35</a:t>
                      </a:r>
                    </a:p>
                  </a:txBody>
                </a:tc>
                <a:tc>
                  <a:txBody>
                    <a:bodyPr/>
                    <a:lstStyle/>
                    <a:p>
                      <a:pPr lvl="0" indent="0" marL="0" algn="ctr">
                        <a:buNone/>
                      </a:pPr>
                      <a:r>
                        <a:rPr/>
                        <a:t>18:20</a:t>
                      </a:r>
                    </a:p>
                  </a:txBody>
                </a:tc>
                <a:tc>
                  <a:txBody>
                    <a:bodyPr/>
                    <a:lstStyle/>
                    <a:p>
                      <a:pPr lvl="0" indent="0" marL="0" algn="ctr">
                        <a:buNone/>
                      </a:pPr>
                      <a:r>
                        <a:rPr/>
                        <a:t>Boeing 787</a:t>
                      </a:r>
                    </a:p>
                  </a:txBody>
                </a:tc>
                <a:tc>
                  <a:txBody>
                    <a:bodyPr/>
                    <a:lstStyle/>
                    <a:p>
                      <a:pPr lvl="0" indent="0" marL="0" algn="ctr">
                        <a:buNone/>
                      </a:pPr>
                      <a:r>
                        <a:rPr/>
                        <a:t>Non-stop</a:t>
                      </a:r>
                    </a:p>
                  </a:txBody>
                </a:tc>
                <a:tc>
                  <a:txBody>
                    <a:bodyPr/>
                    <a:lstStyle/>
                    <a:p>
                      <a:pPr lvl="0" indent="0" marL="0" algn="ctr">
                        <a:buNone/>
                      </a:pPr>
                      <a:r>
                        <a:rPr/>
                        <a:t>7h 15m</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Note: All timings are local to the respective cities; (+1) indicates next day arrival. Aircraft and schedules subject to operational changes.</a:t>
            </a:r>
          </a:p>
          <a:p>
            <a:pPr lvl="0" indent="0" marL="0">
              <a:buNone/>
            </a:pPr>
            <a:r>
              <a:rPr/>
              <a:t>Enjoy world-class service, multiple cabin choices, and seamless connectivity with </a:t>
            </a:r>
            <a:r>
              <a:rPr b="1"/>
              <a:t>CloudWay 24 – Seamless Skies, Global Reach!</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2025-07-29T14:56:47Z</dcterms:created>
  <dcterms:modified xsi:type="dcterms:W3CDTF">2025-07-29T14:56:47Z</dcterms:modified>
</cp:coreProperties>
</file>

<file path=docProps/custom.xml><?xml version="1.0" encoding="utf-8"?>
<Properties xmlns="http://schemas.openxmlformats.org/officeDocument/2006/custom-properties" xmlns:vt="http://schemas.openxmlformats.org/officeDocument/2006/docPropsVTypes"/>
</file>