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timaticweb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CloudWay 24: Visa and Passport Requirements Guide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 Your Visa and Passport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booking your CloudWay 24 flight, ensure that you meet all entry requirements for your destination. Below is a quick-reference guide for visa and passport requirements for travelers from India to countries in </a:t>
            </a:r>
            <a:r>
              <a:rPr b="1"/>
              <a:t>Europe</a:t>
            </a:r>
            <a:r>
              <a:rPr/>
              <a:t>, </a:t>
            </a:r>
            <a:r>
              <a:rPr b="1"/>
              <a:t>Western</a:t>
            </a:r>
            <a:r>
              <a:rPr/>
              <a:t>, and </a:t>
            </a:r>
            <a:r>
              <a:rPr b="1"/>
              <a:t>Middle East</a:t>
            </a:r>
            <a:r>
              <a:rPr/>
              <a:t> regions.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Passport Validity:</a:t>
            </a:r>
            <a:r>
              <a:rPr/>
              <a:t> Minimum 6 months validity from your date of arrival in most international destinations.</a:t>
            </a:r>
          </a:p>
          <a:p>
            <a:pPr lvl="0"/>
            <a:r>
              <a:rPr b="1"/>
              <a:t>Blank Pages:</a:t>
            </a:r>
            <a:r>
              <a:rPr/>
              <a:t> At least 2 blank pages recommended for visa/stamping.</a:t>
            </a:r>
          </a:p>
          <a:p>
            <a:pPr lvl="0"/>
            <a:r>
              <a:rPr b="1"/>
              <a:t>Return Ticket:</a:t>
            </a:r>
            <a:r>
              <a:rPr/>
              <a:t> Proof of onward/return travel may be required.</a:t>
            </a:r>
          </a:p>
          <a:p>
            <a:pPr lvl="0"/>
            <a:r>
              <a:rPr b="1"/>
              <a:t>Travel Insurance:</a:t>
            </a:r>
            <a:r>
              <a:rPr/>
              <a:t> Mandatory for Schengen (Europe) and recommended for others.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Europe (Schengen Zone &amp; Others)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Passport 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Visa Required (Indian Citizens)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Schengen Zone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Covers most of Western/Central Europe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Germany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Netherlands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Italy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Switzerland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Greece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Austria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Belgium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Sweden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Schengen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UK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Separate from Schengen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Ireland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Ireland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Separate from Schengen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Russia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Russian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Invitation letter needed for some purposes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Turkey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e-Visa/Sticker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e-Visa for tourism/business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Ukraine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e-Visa/Sticker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Western Europe (Highlights)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Most Western Europe countries are under the Schengen Zone.</a:t>
            </a:r>
            <a:br/>
            <a:r>
              <a:rPr sz="2000"/>
              <a:t>United Kingdom and Ireland have separate visa policies.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Middle East Countries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Passport 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Visa Required (Indian Citizens)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UAE (Dubai)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eVisa/Sticker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Pre-arranged visa, On-arrival for some categories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Saudi Arabia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eVisa/Sticker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eVisa for tourism, other purposes need prior visa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Qatar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eVisa/Sticker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On-arrival for Indians with valid US/UK/Schengen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Oman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eVisa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On-arrival possible for select travelers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Kuwait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eVisa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Bahrain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eVisa/On-Arrival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Israel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Sticker Visa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Apply in advance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Jordan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Visa on Arrival (Indian tourists)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Iran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 months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Yes, Visa on Arrival (at some airports)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Recommend pre-arranged Visa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Check Your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Visit </a:t>
            </a:r>
            <a:r>
              <a:rPr b="1"/>
              <a:t>CloudWay24.com</a:t>
            </a:r>
            <a:r>
              <a:rPr/>
              <a:t> or use the CloudWay24 App.</a:t>
            </a:r>
          </a:p>
          <a:p>
            <a:pPr lvl="0" indent="-342900" marL="342900">
              <a:buAutoNum type="arabicPeriod"/>
            </a:pPr>
            <a:r>
              <a:rPr/>
              <a:t>Go to “Plan My Flight” – select your </a:t>
            </a:r>
            <a:r>
              <a:rPr b="1"/>
              <a:t>route</a:t>
            </a:r>
            <a:r>
              <a:rPr/>
              <a:t> and </a:t>
            </a:r>
            <a:r>
              <a:rPr b="1"/>
              <a:t>dates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Click on “Visa &amp; Passport Info” on the booking page.</a:t>
            </a:r>
          </a:p>
          <a:p>
            <a:pPr lvl="0" indent="-342900" marL="342900">
              <a:buAutoNum type="arabicPeriod"/>
            </a:pPr>
            <a:r>
              <a:rPr/>
              <a:t>Review requirements for your nationality, transit rules, and special advisories.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Disclaimer</a:t>
            </a:r>
          </a:p>
          <a:p>
            <a:pPr lvl="0"/>
            <a:r>
              <a:rPr/>
              <a:t>Visa and entry rules change frequently.</a:t>
            </a:r>
            <a:br/>
          </a:p>
          <a:p>
            <a:pPr lvl="0"/>
            <a:r>
              <a:rPr/>
              <a:t>Always verify the latest requirements on the </a:t>
            </a:r>
            <a:r>
              <a:rPr>
                <a:hlinkClick r:id="rId2"/>
              </a:rPr>
              <a:t>destination embassy/consulate website</a:t>
            </a:r>
            <a:r>
              <a:rPr/>
              <a:t> or with your travel agent before departure.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Safe travels with CloudWay 24!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2025-07-29T14:58:16Z</dcterms:created>
  <dcterms:modified xsi:type="dcterms:W3CDTF">2025-07-29T14:58:16Z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