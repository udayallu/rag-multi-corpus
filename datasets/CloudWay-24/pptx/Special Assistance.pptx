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cloudway24.com/help/special-assistance"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Special Assistance at CloudWay 24</a:t>
            </a:r>
          </a:p>
        </p:txBody>
      </p:sp>
      <p:sp>
        <p:nvSpPr>
          <p:cNvPr id="3" name="Content Placeholder 2"/>
          <p:cNvSpPr>
            <a:spLocks noGrp="1"/>
          </p:cNvSpPr>
          <p:nvPr>
            <p:ph idx="1"/>
          </p:nvPr>
        </p:nvSpPr>
        <p:spPr/>
        <p:txBody>
          <a:bodyPr/>
          <a:lstStyle/>
          <a:p>
            <a:pPr lvl="0" indent="0" marL="0">
              <a:buNone/>
            </a:pPr>
            <a:r>
              <a:rPr/>
              <a:t>CloudWay 24 is committed to making air travel accessible, comfortable, and convenient for every passenger. If you require any kind of special assistance for your journey, our dedicated team is here to help at every step – from booking your ticket to arriving at your final destination.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Request Special Assistance</a:t>
            </a:r>
          </a:p>
          <a:p>
            <a:pPr lvl="0" indent="0" marL="0">
              <a:buNone/>
            </a:pPr>
            <a:r>
              <a:rPr/>
              <a:t>You can request special assistance: - During the booking process on </a:t>
            </a:r>
            <a:r>
              <a:rPr b="1"/>
              <a:t>CloudWay24.com</a:t>
            </a:r>
            <a:r>
              <a:rPr/>
              <a:t> or the </a:t>
            </a:r>
            <a:r>
              <a:rPr b="1"/>
              <a:t>CloudWay24 mobile app</a:t>
            </a:r>
            <a:br/>
            <a:r>
              <a:rPr/>
              <a:t>- By contacting our Customer Service Team via email or phone</a:t>
            </a:r>
            <a:br/>
            <a:r>
              <a:rPr/>
              <a:t>- At the airport check-in counter prior to your flight</a:t>
            </a:r>
          </a:p>
          <a:p>
            <a:pPr lvl="0" indent="0" marL="0">
              <a:buNone/>
            </a:pPr>
            <a:r>
              <a:rPr b="1"/>
              <a:t>Note:</a:t>
            </a:r>
            <a:r>
              <a:rPr/>
              <a:t> For the best experience, please inform us at least 48 hours before departure.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Special Assistance We Offer</a:t>
            </a:r>
          </a:p>
          <a:p>
            <a:pPr lvl="0" indent="0" marL="0">
              <a:spcBef>
                <a:spcPts val="3000"/>
              </a:spcBef>
              <a:buNone/>
            </a:pPr>
            <a:r>
              <a:rPr b="1"/>
              <a:t>Mobility Assistance</a:t>
            </a:r>
          </a:p>
          <a:p>
            <a:pPr lvl="0"/>
            <a:r>
              <a:rPr/>
              <a:t>Wheelchair service at departure and arrival airports</a:t>
            </a:r>
            <a:br/>
          </a:p>
          <a:p>
            <a:pPr lvl="0"/>
            <a:r>
              <a:rPr/>
              <a:t>Assistance with boarding, deplaning, and transferring between flights</a:t>
            </a:r>
            <a:br/>
          </a:p>
          <a:p>
            <a:pPr lvl="0"/>
            <a:r>
              <a:rPr/>
              <a:t>Pre-boarding option for passengers with mobility needs</a:t>
            </a:r>
          </a:p>
          <a:p>
            <a:pPr lvl="0" indent="0" marL="0">
              <a:spcBef>
                <a:spcPts val="3000"/>
              </a:spcBef>
              <a:buNone/>
            </a:pPr>
            <a:r>
              <a:rPr b="1"/>
              <a:t>Elderly &amp; Unaccompanied Minors</a:t>
            </a:r>
          </a:p>
          <a:p>
            <a:pPr lvl="0"/>
            <a:r>
              <a:rPr/>
              <a:t>Escort service for seniors traveling alone</a:t>
            </a:r>
            <a:br/>
          </a:p>
          <a:p>
            <a:pPr lvl="0"/>
            <a:r>
              <a:rPr/>
              <a:t>Special care and supervision for unaccompanied minors (UMNR program)</a:t>
            </a:r>
            <a:br/>
          </a:p>
          <a:p>
            <a:pPr lvl="0"/>
            <a:r>
              <a:rPr/>
              <a:t>Priority boarding and disembarkation</a:t>
            </a:r>
          </a:p>
          <a:p>
            <a:pPr lvl="0" indent="0" marL="0">
              <a:spcBef>
                <a:spcPts val="3000"/>
              </a:spcBef>
              <a:buNone/>
            </a:pPr>
            <a:r>
              <a:rPr b="1"/>
              <a:t>Assistance for Passengers with Visual or Hearing Impairments</a:t>
            </a:r>
          </a:p>
          <a:p>
            <a:pPr lvl="0"/>
            <a:r>
              <a:rPr/>
              <a:t>Personal escort to/out of the aircraft</a:t>
            </a:r>
            <a:br/>
          </a:p>
          <a:p>
            <a:pPr lvl="0"/>
            <a:r>
              <a:rPr/>
              <a:t>Safety briefing in accessible formats</a:t>
            </a:r>
            <a:br/>
          </a:p>
          <a:p>
            <a:pPr lvl="0"/>
            <a:r>
              <a:rPr/>
              <a:t>Visual/tactile guide and assistance with forms and immigration procedures</a:t>
            </a:r>
          </a:p>
          <a:p>
            <a:pPr lvl="0" indent="0" marL="0">
              <a:spcBef>
                <a:spcPts val="3000"/>
              </a:spcBef>
              <a:buNone/>
            </a:pPr>
            <a:r>
              <a:rPr b="1"/>
              <a:t>Medical Assistance</a:t>
            </a:r>
          </a:p>
          <a:p>
            <a:pPr lvl="0"/>
            <a:r>
              <a:rPr/>
              <a:t>Oxygen cylinders and related devices, subject to prior approval</a:t>
            </a:r>
            <a:br/>
          </a:p>
          <a:p>
            <a:pPr lvl="0"/>
            <a:r>
              <a:rPr/>
              <a:t>Assistance for passengers traveling with personal medical equipment or medication</a:t>
            </a:r>
            <a:br/>
          </a:p>
          <a:p>
            <a:pPr lvl="0"/>
            <a:r>
              <a:rPr/>
              <a:t>Stretcher service on select flights (by prior arrangement and subject to charges)</a:t>
            </a:r>
          </a:p>
          <a:p>
            <a:pPr lvl="0" indent="0" marL="0">
              <a:spcBef>
                <a:spcPts val="3000"/>
              </a:spcBef>
              <a:buNone/>
            </a:pPr>
            <a:r>
              <a:rPr b="1"/>
              <a:t>Special Dietary Needs</a:t>
            </a:r>
          </a:p>
          <a:p>
            <a:pPr lvl="0"/>
            <a:r>
              <a:rPr/>
              <a:t>Selection of special meals (vegetarian, low-sodium, diabetic, gluten-free, etc.)</a:t>
            </a:r>
            <a:br/>
          </a:p>
          <a:p>
            <a:pPr lvl="0"/>
            <a:r>
              <a:rPr/>
              <a:t>Requests can be made during booking or up to 24 hours before departure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Guidelines &amp; Additional Information</a:t>
            </a:r>
          </a:p>
          <a:p>
            <a:pPr lvl="0"/>
            <a:r>
              <a:rPr b="1"/>
              <a:t>Advance Notice:</a:t>
            </a:r>
            <a:r>
              <a:rPr/>
              <a:t> Some services require advance notification and submission of medical documents.</a:t>
            </a:r>
            <a:br/>
          </a:p>
          <a:p>
            <a:pPr lvl="0"/>
            <a:r>
              <a:rPr b="1"/>
              <a:t>Medical Fitness:</a:t>
            </a:r>
            <a:r>
              <a:rPr/>
              <a:t> In certain cases, a Medical Information Form (MEDIF) may be required from your doctor.</a:t>
            </a:r>
            <a:br/>
          </a:p>
          <a:p>
            <a:pPr lvl="0"/>
            <a:r>
              <a:rPr b="1"/>
              <a:t>Traveling with Assistance Devices:</a:t>
            </a:r>
            <a:r>
              <a:rPr/>
              <a:t> Mobility aids such as wheelchairs and crutches are carried free of charge, subject to space and safety regulations.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Contact Us</a:t>
            </a:r>
          </a:p>
          <a:p>
            <a:pPr lvl="0"/>
            <a:r>
              <a:rPr b="1"/>
              <a:t>Customer Care Hotline:</a:t>
            </a:r>
            <a:r>
              <a:rPr/>
              <a:t> [Insert local/international number]</a:t>
            </a:r>
            <a:br/>
          </a:p>
          <a:p>
            <a:pPr lvl="0"/>
            <a:r>
              <a:rPr b="1"/>
              <a:t>Email:</a:t>
            </a:r>
            <a:r>
              <a:rPr/>
              <a:t> support@cloudway24.com</a:t>
            </a:r>
            <a:br/>
          </a:p>
          <a:p>
            <a:pPr lvl="0"/>
            <a:r>
              <a:rPr b="1"/>
              <a:t>Website:</a:t>
            </a:r>
            <a:r>
              <a:rPr/>
              <a:t> </a:t>
            </a:r>
            <a:r>
              <a:rPr>
                <a:hlinkClick r:id="rId2"/>
              </a:rPr>
              <a:t>CloudWay24.com</a:t>
            </a:r>
            <a:br/>
          </a:p>
          <a:p>
            <a:pPr lvl="0"/>
            <a:r>
              <a:rPr b="1"/>
              <a:t>At the Airport:</a:t>
            </a:r>
            <a:r>
              <a:rPr/>
              <a:t> Approach our Special Assistance Desk or any CloudWay 24 staff member.</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Your comfort and dignity are our top priorities. Please reach out so we can make your journey as smooth as possible.</a:t>
            </a:r>
          </a:p>
          <a:p>
            <a:pPr lvl="0" indent="0" marL="0">
              <a:buNone/>
            </a:pPr>
            <a:r>
              <a:rPr i="1"/>
              <a:t>CloudWay 24 – Seamless Skies, Global Reach.</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2025-07-29T14:57:41Z</dcterms:created>
  <dcterms:modified xsi:type="dcterms:W3CDTF">2025-07-29T14:57:41Z</dcterms:modified>
</cp:coreProperties>
</file>

<file path=docProps/custom.xml><?xml version="1.0" encoding="utf-8"?>
<Properties xmlns="http://schemas.openxmlformats.org/officeDocument/2006/custom-properties" xmlns:vt="http://schemas.openxmlformats.org/officeDocument/2006/docPropsVTypes"/>
</file>