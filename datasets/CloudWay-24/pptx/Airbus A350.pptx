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Airbus A350 – CloudWay 24 Fleet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Aircraft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Airbus A350</a:t>
            </a:r>
            <a:r>
              <a:rPr/>
              <a:t> is a next-generation, long-haul wide-body aircraft known for its advanced aerodynamics, fuel efficiency, and passenger comfort. Operated by CloudWay 24 on major intercontinental routes, the A350 delivers a premium flying experience across all cabin classes.</a:t>
            </a:r>
          </a:p>
          <a:p>
            <a:pPr lvl="0"/>
            <a:r>
              <a:rPr b="1"/>
              <a:t>Aircraft Manufacturer:</a:t>
            </a:r>
            <a:r>
              <a:rPr/>
              <a:t> Airbus</a:t>
            </a:r>
          </a:p>
          <a:p>
            <a:pPr lvl="0"/>
            <a:r>
              <a:rPr b="1"/>
              <a:t>Aircraft Model:</a:t>
            </a:r>
            <a:r>
              <a:rPr/>
              <a:t> A350-900</a:t>
            </a:r>
          </a:p>
          <a:p>
            <a:pPr lvl="0"/>
            <a:r>
              <a:rPr b="1"/>
              <a:t>Total Seating Capacity:</a:t>
            </a:r>
            <a:r>
              <a:rPr/>
              <a:t> 320 passengers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Class-wise Seating Capacity &amp; Cabin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CloudLux (First Class)</a:t>
            </a:r>
          </a:p>
          <a:p>
            <a:pPr lvl="0"/>
            <a:r>
              <a:rPr b="1"/>
              <a:t>Seats:</a:t>
            </a:r>
            <a:r>
              <a:rPr/>
              <a:t> 8</a:t>
            </a:r>
          </a:p>
          <a:p>
            <a:pPr lvl="0"/>
            <a:r>
              <a:rPr b="1"/>
              <a:t>Configuration:</a:t>
            </a:r>
            <a:r>
              <a:rPr/>
              <a:t> 1-2-1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Fully enclosed private suites</a:t>
            </a:r>
          </a:p>
          <a:p>
            <a:pPr lvl="1"/>
            <a:r>
              <a:rPr/>
              <a:t>Lie-flat beds with luxury bedding</a:t>
            </a:r>
          </a:p>
          <a:p>
            <a:pPr lvl="1"/>
            <a:r>
              <a:rPr/>
              <a:t>Personal 21” HD touchscreen entertainment system</a:t>
            </a:r>
          </a:p>
          <a:p>
            <a:pPr lvl="1"/>
            <a:r>
              <a:rPr/>
              <a:t>Gourmet on-demand dining, exclusive menu</a:t>
            </a:r>
          </a:p>
          <a:p>
            <a:pPr lvl="1"/>
            <a:r>
              <a:rPr/>
              <a:t>Direct aisle access</a:t>
            </a:r>
          </a:p>
          <a:p>
            <a:pPr lvl="1"/>
            <a:r>
              <a:rPr/>
              <a:t>Dedicated First Class lounge access</a:t>
            </a:r>
          </a:p>
          <a:p>
            <a:pPr lvl="1"/>
            <a:r>
              <a:rPr/>
              <a:t>Personalized service with dedicated crew</a:t>
            </a:r>
          </a:p>
          <a:p>
            <a:pPr lvl="1"/>
            <a:r>
              <a:rPr/>
              <a:t>Amenity kit by luxury brand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CloudElite (Business Class)</a:t>
            </a:r>
          </a:p>
          <a:p>
            <a:pPr lvl="0"/>
            <a:r>
              <a:rPr b="1"/>
              <a:t>Seats:</a:t>
            </a:r>
            <a:r>
              <a:rPr/>
              <a:t> 42</a:t>
            </a:r>
          </a:p>
          <a:p>
            <a:pPr lvl="0"/>
            <a:r>
              <a:rPr b="1"/>
              <a:t>Configuration:</a:t>
            </a:r>
            <a:r>
              <a:rPr/>
              <a:t> 1-2-1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Lie-flat beds (78” pitch)</a:t>
            </a:r>
          </a:p>
          <a:p>
            <a:pPr lvl="1"/>
            <a:r>
              <a:rPr/>
              <a:t>All seats with direct aisle access</a:t>
            </a:r>
          </a:p>
          <a:p>
            <a:pPr lvl="1"/>
            <a:r>
              <a:rPr/>
              <a:t>18” personal HD entertainment screen</a:t>
            </a:r>
          </a:p>
          <a:p>
            <a:pPr lvl="1"/>
            <a:r>
              <a:rPr/>
              <a:t>Multi-course meals, fine wines &amp; beverages</a:t>
            </a:r>
          </a:p>
          <a:p>
            <a:pPr lvl="1"/>
            <a:r>
              <a:rPr/>
              <a:t>Ambient mood lighting</a:t>
            </a:r>
          </a:p>
          <a:p>
            <a:pPr lvl="1"/>
            <a:r>
              <a:rPr/>
              <a:t>Noise-cancelling headphones</a:t>
            </a:r>
          </a:p>
          <a:p>
            <a:pPr lvl="1"/>
            <a:r>
              <a:rPr/>
              <a:t>Enhanced storage space &amp; privacy dividers</a:t>
            </a:r>
          </a:p>
          <a:p>
            <a:pPr lvl="1"/>
            <a:r>
              <a:rPr/>
              <a:t>Priority check-in &amp; boarding</a:t>
            </a:r>
          </a:p>
          <a:p>
            <a:pPr lvl="1"/>
            <a:r>
              <a:rPr/>
              <a:t>Lounge access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CloudComfort (Premium Economy)</a:t>
            </a:r>
          </a:p>
          <a:p>
            <a:pPr lvl="0"/>
            <a:r>
              <a:rPr b="1"/>
              <a:t>Seats:</a:t>
            </a:r>
            <a:r>
              <a:rPr/>
              <a:t> 32</a:t>
            </a:r>
          </a:p>
          <a:p>
            <a:pPr lvl="0"/>
            <a:r>
              <a:rPr b="1"/>
              <a:t>Configuration:</a:t>
            </a:r>
            <a:r>
              <a:rPr/>
              <a:t> 2-4-2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Wider seats with extra legroom (38” pitch)</a:t>
            </a:r>
          </a:p>
          <a:p>
            <a:pPr lvl="1"/>
            <a:r>
              <a:rPr/>
              <a:t>Enhanced recline and footrests</a:t>
            </a:r>
          </a:p>
          <a:p>
            <a:pPr lvl="1"/>
            <a:r>
              <a:rPr/>
              <a:t>13” personal HD screen</a:t>
            </a:r>
          </a:p>
          <a:p>
            <a:pPr lvl="1"/>
            <a:r>
              <a:rPr/>
              <a:t>Welcome drink &amp; upgraded meal options</a:t>
            </a:r>
          </a:p>
          <a:p>
            <a:pPr lvl="1"/>
            <a:r>
              <a:rPr/>
              <a:t>Power outlets &amp; USB ports at every seat</a:t>
            </a:r>
          </a:p>
          <a:p>
            <a:pPr lvl="1"/>
            <a:r>
              <a:rPr/>
              <a:t>Dedicated cabin crew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CloudSaver (Economy Class)</a:t>
            </a:r>
          </a:p>
          <a:p>
            <a:pPr lvl="0"/>
            <a:r>
              <a:rPr b="1"/>
              <a:t>Seats:</a:t>
            </a:r>
            <a:r>
              <a:rPr/>
              <a:t> 238</a:t>
            </a:r>
          </a:p>
          <a:p>
            <a:pPr lvl="0"/>
            <a:r>
              <a:rPr b="1"/>
              <a:t>Configuration:</a:t>
            </a:r>
            <a:r>
              <a:rPr/>
              <a:t> 3-3-3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Ergonomically designed seats</a:t>
            </a:r>
          </a:p>
          <a:p>
            <a:pPr lvl="1"/>
            <a:r>
              <a:rPr/>
              <a:t>32” seat pitch, adjustable headrests</a:t>
            </a:r>
          </a:p>
          <a:p>
            <a:pPr lvl="1"/>
            <a:r>
              <a:rPr/>
              <a:t>11” personal touchscreen display</a:t>
            </a:r>
          </a:p>
          <a:p>
            <a:pPr lvl="1"/>
            <a:r>
              <a:rPr/>
              <a:t>Complimentary meals &amp; beverages</a:t>
            </a:r>
          </a:p>
          <a:p>
            <a:pPr lvl="1"/>
            <a:r>
              <a:rPr/>
              <a:t>USB charging ports</a:t>
            </a:r>
          </a:p>
          <a:p>
            <a:pPr lvl="1"/>
            <a:r>
              <a:rPr/>
              <a:t>In-flight WiFi (paid service)</a:t>
            </a:r>
          </a:p>
          <a:p>
            <a:pPr lvl="1"/>
            <a:r>
              <a:rPr/>
              <a:t>Family seating options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Features (All Cabins)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Advanced air filtration system (HEPA)</a:t>
            </a:r>
          </a:p>
          <a:p>
            <a:pPr lvl="0"/>
            <a:r>
              <a:rPr b="1"/>
              <a:t>High ceilings and larger windows for natural lighting</a:t>
            </a:r>
          </a:p>
          <a:p>
            <a:pPr lvl="0"/>
            <a:r>
              <a:rPr b="1"/>
              <a:t>Customizable mood lighting for reduced jet-lag</a:t>
            </a:r>
          </a:p>
          <a:p>
            <a:pPr lvl="0"/>
            <a:r>
              <a:rPr b="1"/>
              <a:t>Spacious, modern lavatories</a:t>
            </a:r>
          </a:p>
          <a:p>
            <a:pPr lvl="0"/>
            <a:r>
              <a:rPr b="1"/>
              <a:t>Quietest cabin in its class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CloudWay 24’s A350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24’s Airbus A350 promises a soothing, high-tech environment designed for comfort, productivity, and relaxation – whether you’re flying CloudLux or CloudSaver.</a:t>
            </a:r>
          </a:p>
          <a:p>
            <a:pPr lvl="0" indent="0" marL="1270000">
              <a:buNone/>
            </a:pPr>
            <a:r>
              <a:rPr sz="2000"/>
              <a:t>“Seamless Skies, Global Reach.”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2025-07-29T14:58:12Z</dcterms:created>
  <dcterms:modified xsi:type="dcterms:W3CDTF">2025-07-29T14:58:12Z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