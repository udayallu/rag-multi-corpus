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loudway24.com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loudway24.com/support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 Check-In Guide –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 check-in with CloudWay 24 is an easy and convenient way to confirm your travel, choose your seat, and save valuable time at the airport. Here’s everything you need to know: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Web Check-In?</a:t>
            </a:r>
          </a:p>
          <a:p>
            <a:pPr lvl="0" indent="0" marL="0">
              <a:buNone/>
            </a:pPr>
            <a:r>
              <a:rPr/>
              <a:t>Web check-in allows you to check-in for your CloudWay 24 flight online via the website or mobile app before arriving at the airport. You can:</a:t>
            </a:r>
          </a:p>
          <a:p>
            <a:pPr lvl="0"/>
            <a:r>
              <a:rPr/>
              <a:t>Select/modify your seat</a:t>
            </a:r>
          </a:p>
          <a:p>
            <a:pPr lvl="0"/>
            <a:r>
              <a:rPr/>
              <a:t>Download/print your boarding pass</a:t>
            </a:r>
          </a:p>
          <a:p>
            <a:pPr lvl="0"/>
            <a:r>
              <a:rPr/>
              <a:t>Add frequent flyer details</a:t>
            </a:r>
          </a:p>
          <a:p>
            <a:pPr lvl="0"/>
            <a:r>
              <a:rPr/>
              <a:t>Save time and avoid airport queues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Can I Check-In Online?</a:t>
            </a:r>
          </a:p>
          <a:p>
            <a:pPr lvl="0"/>
            <a:r>
              <a:rPr b="1"/>
              <a:t>Opens:</a:t>
            </a:r>
            <a:r>
              <a:rPr/>
              <a:t> 48 hours before scheduled departure</a:t>
            </a:r>
          </a:p>
          <a:p>
            <a:pPr lvl="0"/>
            <a:r>
              <a:rPr b="1"/>
              <a:t>Closes:</a:t>
            </a:r>
            <a:r>
              <a:rPr/>
              <a:t> 2 hours before the flight departure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Web Check-In with CloudWay 24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Access Web Check-In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CloudWay24.com</a:t>
            </a:r>
            <a:r>
              <a:rPr/>
              <a:t> OR open the CloudWay24 mobile app</a:t>
            </a:r>
            <a:br/>
          </a:p>
          <a:p>
            <a:pPr lvl="0"/>
            <a:r>
              <a:rPr/>
              <a:t>Go to: </a:t>
            </a:r>
            <a:r>
              <a:rPr b="1"/>
              <a:t>Manage My Flight → Web Check-In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Enter Your Details</a:t>
            </a:r>
          </a:p>
          <a:p>
            <a:pPr lvl="0"/>
            <a:r>
              <a:rPr/>
              <a:t>Provide your:</a:t>
            </a:r>
          </a:p>
          <a:p>
            <a:pPr lvl="1"/>
            <a:r>
              <a:rPr/>
              <a:t>Booking Reference (PNR)</a:t>
            </a:r>
          </a:p>
          <a:p>
            <a:pPr lvl="1"/>
            <a:r>
              <a:rPr/>
              <a:t>Last Name or Registered Mobile/Email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Select Passengers</a:t>
            </a:r>
          </a:p>
          <a:p>
            <a:pPr lvl="0"/>
            <a:r>
              <a:rPr/>
              <a:t>Choose the passenger(s) you wish to check-in from your booking.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Choose Your Seat</a:t>
            </a:r>
          </a:p>
          <a:p>
            <a:pPr lvl="0"/>
            <a:r>
              <a:rPr/>
              <a:t>View seat map and:</a:t>
            </a:r>
          </a:p>
          <a:p>
            <a:pPr lvl="1"/>
            <a:r>
              <a:rPr/>
              <a:t>Select or upgrade your seat (upgrade charges apply for premium cabins)</a:t>
            </a:r>
          </a:p>
          <a:p>
            <a:pPr lvl="1"/>
            <a:r>
              <a:rPr/>
              <a:t>Confirm seat selection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Add Extras (Optional)</a:t>
            </a:r>
          </a:p>
          <a:p>
            <a:pPr lvl="0"/>
            <a:r>
              <a:rPr/>
              <a:t>Indicate meal preferences</a:t>
            </a:r>
          </a:p>
          <a:p>
            <a:pPr lvl="0"/>
            <a:r>
              <a:rPr/>
              <a:t>Add or update frequent flyer details</a:t>
            </a:r>
          </a:p>
          <a:p>
            <a:pPr lvl="0"/>
            <a:r>
              <a:rPr/>
              <a:t>Request special assistance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6: Confirm &amp; Get Boarding Pass</a:t>
            </a:r>
          </a:p>
          <a:p>
            <a:pPr lvl="0"/>
            <a:r>
              <a:rPr/>
              <a:t>Confirm your check-in details</a:t>
            </a:r>
          </a:p>
          <a:p>
            <a:pPr lvl="0"/>
            <a:r>
              <a:rPr/>
              <a:t>Receive your boarding pass:</a:t>
            </a:r>
          </a:p>
          <a:p>
            <a:pPr lvl="1"/>
            <a:r>
              <a:rPr/>
              <a:t>Download as PDF</a:t>
            </a:r>
          </a:p>
          <a:p>
            <a:pPr lvl="1"/>
            <a:r>
              <a:rPr/>
              <a:t>Get a mobile e-boarding pass</a:t>
            </a:r>
          </a:p>
          <a:p>
            <a:pPr lvl="1"/>
            <a:r>
              <a:rPr/>
              <a:t>Option to have it emailed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Baggage Drop at the Airport</a:t>
            </a:r>
          </a:p>
          <a:p>
            <a:pPr lvl="0"/>
            <a:r>
              <a:rPr b="1"/>
              <a:t>Already checked-in online?</a:t>
            </a:r>
            <a:br/>
            <a:r>
              <a:rPr/>
              <a:t>Drop off check-in bags at the </a:t>
            </a:r>
            <a:r>
              <a:rPr b="1"/>
              <a:t>CloudWay 24 Baggage Drop Counter</a:t>
            </a:r>
            <a:r>
              <a:rPr/>
              <a:t> at least 60 minutes before departure.</a:t>
            </a:r>
          </a:p>
          <a:p>
            <a:pPr lvl="0"/>
            <a:r>
              <a:rPr b="1"/>
              <a:t>Traveling with only cabin baggage?</a:t>
            </a:r>
            <a:br/>
            <a:r>
              <a:rPr/>
              <a:t>Proceed directly to security with your e-boarding pass and valid ID.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</a:t>
            </a:r>
          </a:p>
          <a:p>
            <a:pPr lvl="0"/>
            <a:r>
              <a:rPr/>
              <a:t>Web check-in may not be available for:</a:t>
            </a:r>
          </a:p>
          <a:p>
            <a:pPr lvl="1"/>
            <a:r>
              <a:rPr/>
              <a:t>Passengers needing special assistance (medical, minors traveling alone, etc.)</a:t>
            </a:r>
          </a:p>
          <a:p>
            <a:pPr lvl="1"/>
            <a:r>
              <a:rPr/>
              <a:t>Certain international flights due to security regulations</a:t>
            </a:r>
          </a:p>
          <a:p>
            <a:pPr lvl="0"/>
            <a:r>
              <a:rPr/>
              <a:t>Valid photo identification is mandatory at the airport, along with your boarding pass.</a:t>
            </a:r>
          </a:p>
          <a:p>
            <a:pPr lvl="0"/>
            <a:r>
              <a:rPr/>
              <a:t>If you have upgraded or changed your booking after check-in, re-issue your boarding pass.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CloudWay24.com/support</a:t>
            </a:r>
          </a:p>
          <a:p>
            <a:pPr lvl="0"/>
            <a:r>
              <a:rPr/>
              <a:t>Contact the 24x7 CloudWay 24 Customer Care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Fly smart. Fly CloudWay 24 – </a:t>
            </a:r>
            <a:r>
              <a:rPr i="1"/>
              <a:t>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2025-07-29T14:56:23Z</dcterms:created>
  <dcterms:modified xsi:type="dcterms:W3CDTF">2025-07-29T14:56:23Z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