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4" Type="http://schemas.openxmlformats.org/officeDocument/2006/relationships/viewProps" Target="viewProps.xml" /><Relationship Id="rId13" Type="http://schemas.openxmlformats.org/officeDocument/2006/relationships/presProps" Target="presProps.xml" /><Relationship Id="rId1" Type="http://schemas.openxmlformats.org/officeDocument/2006/relationships/slideMaster" Target="slideMasters/slideMaster1.xml" /><Relationship Id="rId16" Type="http://schemas.openxmlformats.org/officeDocument/2006/relationships/tableStyles" Target="tableStyles.xml" /><Relationship Id="rId1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CloudWay 24 – Staff Accommodation Policy: Pilots &amp; Cabin Crew</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Overview</a:t>
            </a:r>
          </a:p>
        </p:txBody>
      </p:sp>
      <p:sp>
        <p:nvSpPr>
          <p:cNvPr id="3" name="Content Placeholder 2"/>
          <p:cNvSpPr>
            <a:spLocks noGrp="1"/>
          </p:cNvSpPr>
          <p:nvPr>
            <p:ph idx="1"/>
          </p:nvPr>
        </p:nvSpPr>
        <p:spPr/>
        <p:txBody>
          <a:bodyPr/>
          <a:lstStyle/>
          <a:p>
            <a:pPr lvl="0" indent="0" marL="0">
              <a:buNone/>
            </a:pPr>
            <a:r>
              <a:rPr/>
              <a:t>CloudWay 24 prioritizes the comfort and well-being of its onboard crew, recognizing that adequate rest is critical for safety and excellent passenger service. During layovers and duty periods away from home base, all pilots and cabin crew are provided with quality hotel accommodation as per company standards.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Accommodation Policy</a:t>
            </a:r>
          </a:p>
        </p:txBody>
      </p:sp>
      <p:sp>
        <p:nvSpPr>
          <p:cNvPr id="3" name="Content Placeholder 2"/>
          <p:cNvSpPr>
            <a:spLocks noGrp="1"/>
          </p:cNvSpPr>
          <p:nvPr>
            <p:ph idx="1"/>
          </p:nvPr>
        </p:nvSpPr>
        <p:spPr/>
        <p:txBody>
          <a:bodyPr/>
          <a:lstStyle/>
          <a:p>
            <a:pPr lvl="0" indent="0" marL="0">
              <a:spcBef>
                <a:spcPts val="3000"/>
              </a:spcBef>
              <a:buNone/>
            </a:pPr>
            <a:r>
              <a:rPr b="1"/>
              <a:t>1. Eligibility</a:t>
            </a:r>
          </a:p>
          <a:p>
            <a:pPr lvl="0"/>
            <a:r>
              <a:rPr b="1"/>
              <a:t>Pilots:</a:t>
            </a:r>
            <a:r>
              <a:rPr/>
              <a:t> All flight deck crew members (Captain, First Officer, Relief Pilots) on layover/duty away from home base.</a:t>
            </a:r>
          </a:p>
          <a:p>
            <a:pPr lvl="0"/>
            <a:r>
              <a:rPr b="1"/>
              <a:t>Cabin Crew:</a:t>
            </a:r>
            <a:r>
              <a:rPr/>
              <a:t> All operating crew (CloudLux, CloudElite, CloudComfort, CloudSaver service crew).</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Standard of Hotels</a:t>
            </a:r>
          </a:p>
          <a:p>
            <a:pPr lvl="0"/>
            <a:r>
              <a:rPr/>
              <a:t>4-star and 5-star hotels, centrally located or near airports.</a:t>
            </a:r>
          </a:p>
          <a:p>
            <a:pPr lvl="0"/>
            <a:r>
              <a:rPr/>
              <a:t>Chain hotels preferred for consistency and safety.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Room Allocation</a:t>
            </a:r>
          </a:p>
          <a:p>
            <a:pPr lvl="0"/>
            <a:r>
              <a:rPr/>
              <a:t>Single occupancy standard for all crew members.</a:t>
            </a:r>
          </a:p>
          <a:p>
            <a:pPr lvl="0"/>
            <a:r>
              <a:rPr/>
              <a:t>Secure &amp; private accommodation.</a:t>
            </a:r>
          </a:p>
          <a:p>
            <a:pPr lvl="0"/>
            <a:r>
              <a:rPr/>
              <a:t>Twin sharing only by voluntary consent (for short layovers).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Transfers</a:t>
            </a:r>
          </a:p>
          <a:p>
            <a:pPr lvl="0"/>
            <a:r>
              <a:rPr/>
              <a:t>Complimentary ground transportation between airport and hotel.</a:t>
            </a:r>
          </a:p>
          <a:p>
            <a:pPr lvl="0"/>
            <a:r>
              <a:rPr/>
              <a:t>Pre-arranged by CloudWay 24 or authorized handling agent.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 Facilities Provided</a:t>
            </a:r>
          </a:p>
          <a:p>
            <a:pPr lvl="0"/>
            <a:r>
              <a:rPr/>
              <a:t>24-hour check-in/check-out flexibility for flight disruptions.</a:t>
            </a:r>
          </a:p>
          <a:p>
            <a:pPr lvl="0"/>
            <a:r>
              <a:rPr/>
              <a:t>In-room Wi-Fi and meal allowances/buffet breakfast included.</a:t>
            </a:r>
          </a:p>
          <a:p>
            <a:pPr lvl="0"/>
            <a:r>
              <a:rPr/>
              <a:t>Crew lounge access where available.</a:t>
            </a:r>
          </a:p>
          <a:p>
            <a:pPr lvl="0"/>
            <a:r>
              <a:rPr/>
              <a:t>Health &amp; safety: Chosen hotels have robust security and clean food options.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6. Special Provisions</a:t>
            </a:r>
          </a:p>
          <a:p>
            <a:pPr lvl="0"/>
            <a:r>
              <a:rPr/>
              <a:t>Early check-in/late check-out managed for irregular operations.</a:t>
            </a:r>
          </a:p>
          <a:p>
            <a:pPr lvl="0"/>
            <a:r>
              <a:rPr/>
              <a:t>Medical support/assistance from hotel or quick connections to local healthcare.</a:t>
            </a:r>
          </a:p>
          <a:p>
            <a:pPr lvl="0"/>
            <a:r>
              <a:rPr/>
              <a:t>Emergency contact and escalation with CloudWay 24 Operations Control.</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7. Booking Procedure</a:t>
            </a:r>
          </a:p>
          <a:p>
            <a:pPr lvl="0"/>
            <a:r>
              <a:rPr/>
              <a:t>Rostered crew bookings made in advance by Crew Scheduling Department.</a:t>
            </a:r>
          </a:p>
          <a:p>
            <a:pPr lvl="0"/>
            <a:r>
              <a:rPr/>
              <a:t>Hotel details relayed in daily roster and via CloudWay 24 Crew App.</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8. Feedback &amp; Quality Control</a:t>
            </a:r>
          </a:p>
          <a:p>
            <a:pPr lvl="0"/>
            <a:r>
              <a:rPr/>
              <a:t>Crew can submit hotel feedback via Crew App/website.</a:t>
            </a:r>
          </a:p>
          <a:p>
            <a:pPr lvl="0"/>
            <a:r>
              <a:rPr/>
              <a:t>Regular review and audit of hotel partners to ensure compliance and crew satisfaction.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For further queries on staff accommodation, access the Crew Portal or contact Crew Scheduling.</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2025-07-29T14:57:52Z</dcterms:created>
  <dcterms:modified xsi:type="dcterms:W3CDTF">2025-07-29T14:57:52Z</dcterms:modified>
</cp:coreProperties>
</file>

<file path=docProps/custom.xml><?xml version="1.0" encoding="utf-8"?>
<Properties xmlns="http://schemas.openxmlformats.org/officeDocument/2006/custom-properties" xmlns:vt="http://schemas.openxmlformats.org/officeDocument/2006/docPropsVTypes"/>
</file>