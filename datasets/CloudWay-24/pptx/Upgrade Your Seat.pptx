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2" Type="http://schemas.openxmlformats.org/officeDocument/2006/relationships/viewProps" Target="viewProps.xml" /><Relationship Id="rId1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4" Type="http://schemas.openxmlformats.org/officeDocument/2006/relationships/tableStyles" Target="tableStyles.xml" /><Relationship Id="rId1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cloudway24.com" TargetMode="Externa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Upgrade Your Seat with CloudWay 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CloudWay 24 is committed to providing exceptional comfort and flexibility for all our passengers. Whether you seek additional legroom or wish to experience our top-tier service and amenities, upgrading your seat is seamless with CloudWay 24.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Why Upgrade?</a:t>
            </a:r>
          </a:p>
          <a:p>
            <a:pPr lvl="0"/>
            <a:r>
              <a:rPr b="1"/>
              <a:t>Enhanced Comfort:</a:t>
            </a:r>
            <a:r>
              <a:rPr/>
              <a:t> Enjoy wider seats, additional legroom, and premium cabin amenities.</a:t>
            </a:r>
          </a:p>
          <a:p>
            <a:pPr lvl="0"/>
            <a:r>
              <a:rPr b="1"/>
              <a:t>Exclusive Services:</a:t>
            </a:r>
            <a:r>
              <a:rPr/>
              <a:t> Priority check-in, extra baggage allowance, gourmet meals, and lounge access (varies by cabin).</a:t>
            </a:r>
          </a:p>
          <a:p>
            <a:pPr lvl="0"/>
            <a:r>
              <a:rPr b="1"/>
              <a:t>Personalized Experience:</a:t>
            </a:r>
            <a:r>
              <a:rPr/>
              <a:t> Dedicated crew and a curated selection of entertainment and dining options.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Cabin Classes Available for Upgrade</a:t>
            </a:r>
          </a:p>
          <a:p>
            <a:pPr lvl="0"/>
            <a:r>
              <a:rPr b="1"/>
              <a:t>CloudSaver (Economy)</a:t>
            </a:r>
            <a:r>
              <a:rPr/>
              <a:t> → </a:t>
            </a:r>
            <a:r>
              <a:rPr b="1"/>
              <a:t>CloudComfort (Premium Economy)</a:t>
            </a:r>
          </a:p>
          <a:p>
            <a:pPr lvl="0"/>
            <a:r>
              <a:rPr b="1"/>
              <a:t>CloudComfort (Premium Economy)</a:t>
            </a:r>
            <a:r>
              <a:rPr/>
              <a:t> → </a:t>
            </a:r>
            <a:r>
              <a:rPr b="1"/>
              <a:t>CloudElite (Business Class)</a:t>
            </a:r>
          </a:p>
          <a:p>
            <a:pPr lvl="0"/>
            <a:r>
              <a:rPr b="1"/>
              <a:t>CloudElite (Business Class)</a:t>
            </a:r>
            <a:r>
              <a:rPr/>
              <a:t> → </a:t>
            </a:r>
            <a:r>
              <a:rPr b="1"/>
              <a:t>CloudLux (First Class)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How to Upgrade Your Seat</a:t>
            </a:r>
          </a:p>
          <a:p>
            <a:pPr lvl="0" indent="-342900" marL="342900">
              <a:buAutoNum type="arabicPeriod"/>
            </a:pPr>
            <a:r>
              <a:rPr b="1"/>
              <a:t>Visit Us Online or Use Our App</a:t>
            </a:r>
          </a:p>
          <a:p>
            <a:pPr lvl="1"/>
            <a:r>
              <a:rPr/>
              <a:t>Go to </a:t>
            </a:r>
            <a:r>
              <a:rPr>
                <a:hlinkClick r:id="rId2"/>
              </a:rPr>
              <a:t>CloudWay24.com</a:t>
            </a:r>
            <a:r>
              <a:rPr/>
              <a:t> or open the </a:t>
            </a:r>
            <a:r>
              <a:rPr i="1"/>
              <a:t>CloudWay24</a:t>
            </a:r>
            <a:r>
              <a:rPr/>
              <a:t> app.</a:t>
            </a:r>
          </a:p>
          <a:p>
            <a:pPr lvl="1"/>
            <a:r>
              <a:rPr/>
              <a:t>Login to your account.</a:t>
            </a:r>
          </a:p>
          <a:p>
            <a:pPr lvl="0" indent="-342900" marL="342900">
              <a:buAutoNum type="arabicPeriod"/>
            </a:pPr>
            <a:r>
              <a:rPr b="1"/>
              <a:t>Access “Manage My Flight”</a:t>
            </a:r>
          </a:p>
          <a:p>
            <a:pPr lvl="1"/>
            <a:r>
              <a:rPr/>
              <a:t>Select the booking you want to upgrade.</a:t>
            </a:r>
          </a:p>
          <a:p>
            <a:pPr lvl="1"/>
            <a:r>
              <a:rPr/>
              <a:t>Click on “Upgrade Your Seat.”</a:t>
            </a:r>
          </a:p>
          <a:p>
            <a:pPr lvl="0" indent="-342900" marL="342900">
              <a:buAutoNum type="arabicPeriod"/>
            </a:pPr>
            <a:r>
              <a:rPr b="1"/>
              <a:t>Choose Your Preferred Cabin Class</a:t>
            </a:r>
          </a:p>
          <a:p>
            <a:pPr lvl="1"/>
            <a:r>
              <a:rPr/>
              <a:t>View available seats across higher classes.</a:t>
            </a:r>
          </a:p>
          <a:p>
            <a:pPr lvl="1"/>
            <a:r>
              <a:rPr/>
              <a:t>Review upgrade costs in your preferred currency or pay with your SkyPoints 24 points.</a:t>
            </a:r>
          </a:p>
          <a:p>
            <a:pPr lvl="0" indent="-342900" marL="342900">
              <a:buAutoNum type="arabicPeriod"/>
            </a:pPr>
            <a:r>
              <a:rPr b="1"/>
              <a:t>Make Payment</a:t>
            </a:r>
          </a:p>
          <a:p>
            <a:pPr lvl="1"/>
            <a:r>
              <a:rPr/>
              <a:t>Options: Credit card, Debit card, Netbanking, or SkyPoints 24 points.</a:t>
            </a:r>
          </a:p>
          <a:p>
            <a:pPr lvl="1"/>
            <a:r>
              <a:rPr/>
              <a:t>Confirm your upgrade.</a:t>
            </a:r>
          </a:p>
          <a:p>
            <a:pPr lvl="0" indent="-342900" marL="342900">
              <a:buAutoNum type="arabicPeriod"/>
            </a:pPr>
            <a:r>
              <a:rPr b="1"/>
              <a:t>Receive Confirmation</a:t>
            </a:r>
          </a:p>
          <a:p>
            <a:pPr lvl="1"/>
            <a:r>
              <a:rPr/>
              <a:t>An updated e-ticket will be sent to your email and app.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Additional Ways to Upgrade</a:t>
            </a:r>
          </a:p>
          <a:p>
            <a:pPr lvl="0"/>
            <a:r>
              <a:rPr b="1"/>
              <a:t>Airport Upgrade Desk:</a:t>
            </a:r>
            <a:r>
              <a:rPr/>
              <a:t> Ask at the CloudWay 24 counter during check-in (subject to availability).</a:t>
            </a:r>
          </a:p>
          <a:p>
            <a:pPr lvl="0"/>
            <a:r>
              <a:rPr b="1"/>
              <a:t>Upgrade Offers:</a:t>
            </a:r>
            <a:r>
              <a:rPr/>
              <a:t> Look out for special upgrade emails or in-app notifications before your flight.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SkyPoints 24 Members</a:t>
            </a:r>
          </a:p>
          <a:p>
            <a:pPr lvl="0"/>
            <a:r>
              <a:rPr/>
              <a:t>Use your accumulated points for full or partial upgrades.</a:t>
            </a:r>
          </a:p>
          <a:p>
            <a:pPr lvl="0"/>
            <a:r>
              <a:rPr/>
              <a:t>Tier status may offer complimentary or discounted upgrades on select flights (check your benefits).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Important Notes</a:t>
            </a:r>
          </a:p>
          <a:p>
            <a:pPr lvl="0"/>
            <a:r>
              <a:rPr/>
              <a:t>Upgrades are subject to seat availability.</a:t>
            </a:r>
          </a:p>
          <a:p>
            <a:pPr lvl="0"/>
            <a:r>
              <a:rPr/>
              <a:t>Upgrade fees and points required are non-refundable, unless the airline initiates the downgrade.</a:t>
            </a:r>
          </a:p>
          <a:p>
            <a:pPr lvl="0"/>
            <a:r>
              <a:rPr/>
              <a:t>Terms and conditions apply; refer to our website for details.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Need Help?</a:t>
            </a:r>
          </a:p>
          <a:p>
            <a:pPr lvl="0" indent="0" marL="0">
              <a:buNone/>
            </a:pPr>
            <a:r>
              <a:rPr/>
              <a:t>Contact our 24x7 customer support via: - Chat on the CloudWay24 app - Email: support@cloudway24.com - Phone: (Toll-free numbers available on the website)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CloudWay 24 — Seamless Skies, Global Reach.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2025-07-29T14:57:00Z</dcterms:created>
  <dcterms:modified xsi:type="dcterms:W3CDTF">2025-07-29T14:57:00Z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