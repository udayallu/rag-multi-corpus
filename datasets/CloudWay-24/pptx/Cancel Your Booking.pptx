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loudway24.com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loudway24.com/faq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Cancel Your Booking with CloudWay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CloudWay 24 aims to provide passengers with flexibility and control over their travel plans. If you need to cancel your booking for any reason, our streamlined process ensures a hassle-free experience both online and via our mobile app.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to Cancel Your Booking</a:t>
            </a:r>
          </a:p>
          <a:p>
            <a:pPr lvl="0" indent="0" marL="0">
              <a:buNone/>
            </a:pPr>
            <a:r>
              <a:rPr/>
              <a:t>You can cancel your booking in two convenient ways: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Website</a:t>
            </a:r>
          </a:p>
          <a:p>
            <a:pPr lvl="0"/>
            <a:r>
              <a:rPr/>
              <a:t>Visit </a:t>
            </a:r>
            <a:r>
              <a:rPr>
                <a:hlinkClick r:id="rId2"/>
              </a:rPr>
              <a:t>CloudWay24.com</a:t>
            </a:r>
            <a:r>
              <a:rPr/>
              <a:t>.</a:t>
            </a:r>
          </a:p>
          <a:p>
            <a:pPr lvl="0"/>
            <a:r>
              <a:rPr/>
              <a:t>Sign in with your email or mobile number.</a:t>
            </a:r>
          </a:p>
          <a:p>
            <a:pPr lvl="0"/>
            <a:r>
              <a:rPr/>
              <a:t>Navigate to </a:t>
            </a:r>
            <a:r>
              <a:rPr b="1"/>
              <a:t>Manage My Flight</a:t>
            </a:r>
            <a:r>
              <a:rPr/>
              <a:t>.</a:t>
            </a:r>
          </a:p>
          <a:p>
            <a:pPr lvl="0"/>
            <a:r>
              <a:rPr/>
              <a:t>Select </a:t>
            </a:r>
            <a:r>
              <a:rPr b="1"/>
              <a:t>Cancel Your Booking</a:t>
            </a:r>
            <a:r>
              <a:rPr/>
              <a:t>.</a:t>
            </a:r>
          </a:p>
          <a:p>
            <a:pPr lvl="0"/>
            <a:r>
              <a:rPr/>
              <a:t>Enter your booking details (Booking reference and Last name).</a:t>
            </a:r>
          </a:p>
          <a:p>
            <a:pPr lvl="0"/>
            <a:r>
              <a:rPr/>
              <a:t>Review your booking details and click </a:t>
            </a:r>
            <a:r>
              <a:rPr b="1"/>
              <a:t>Proceed to Cancel</a:t>
            </a:r>
            <a:r>
              <a:rPr/>
              <a:t>.</a:t>
            </a:r>
          </a:p>
          <a:p>
            <a:pPr lvl="0"/>
            <a:r>
              <a:rPr/>
              <a:t>Confirm your choice. If eligible, your refund amount and policy will be displayed.</a:t>
            </a:r>
          </a:p>
          <a:p>
            <a:pPr lvl="0"/>
            <a:r>
              <a:rPr/>
              <a:t>Submit the cancellation request.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CloudWay 24 Mobile App (iOS/Android)</a:t>
            </a:r>
          </a:p>
          <a:p>
            <a:pPr lvl="0"/>
            <a:r>
              <a:rPr/>
              <a:t>Open the CloudWay 24 app.</a:t>
            </a:r>
          </a:p>
          <a:p>
            <a:pPr lvl="0"/>
            <a:r>
              <a:rPr/>
              <a:t>Log in to your account.</a:t>
            </a:r>
          </a:p>
          <a:p>
            <a:pPr lvl="0"/>
            <a:r>
              <a:rPr/>
              <a:t>Go to </a:t>
            </a:r>
            <a:r>
              <a:rPr b="1"/>
              <a:t>Manage My Flight</a:t>
            </a:r>
            <a:r>
              <a:rPr/>
              <a:t>.</a:t>
            </a:r>
          </a:p>
          <a:p>
            <a:pPr lvl="0"/>
            <a:r>
              <a:rPr/>
              <a:t>Tap on </a:t>
            </a:r>
            <a:r>
              <a:rPr b="1"/>
              <a:t>Cancel Your Booking</a:t>
            </a:r>
            <a:r>
              <a:rPr/>
              <a:t>.</a:t>
            </a:r>
          </a:p>
          <a:p>
            <a:pPr lvl="0"/>
            <a:r>
              <a:rPr/>
              <a:t>Select your trip or enter your booking reference.</a:t>
            </a:r>
          </a:p>
          <a:p>
            <a:pPr lvl="0"/>
            <a:r>
              <a:rPr/>
              <a:t>Review your booking details and click </a:t>
            </a:r>
            <a:r>
              <a:rPr b="1"/>
              <a:t>Proceed to Cancel</a:t>
            </a:r>
            <a:r>
              <a:rPr/>
              <a:t>.</a:t>
            </a:r>
          </a:p>
          <a:p>
            <a:pPr lvl="0"/>
            <a:r>
              <a:rPr/>
              <a:t>Confirm your choice. If eligible, your refund amount and policy will be displayed.</a:t>
            </a:r>
          </a:p>
          <a:p>
            <a:pPr lvl="0"/>
            <a:r>
              <a:rPr/>
              <a:t>Submit the cancellation request.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Refund &amp; Cancellation Policy</a:t>
            </a:r>
          </a:p>
          <a:p>
            <a:pPr lvl="0"/>
            <a:r>
              <a:rPr b="1"/>
              <a:t>Refund eligibility:</a:t>
            </a:r>
            <a:r>
              <a:rPr/>
              <a:t> Depends on fare type, class of travel, and time of cancellation.</a:t>
            </a:r>
          </a:p>
          <a:p>
            <a:pPr lvl="0"/>
            <a:r>
              <a:rPr b="1"/>
              <a:t>Flexible tickets:</a:t>
            </a:r>
            <a:r>
              <a:rPr/>
              <a:t> Eligible for full or partial refund, as per fare conditions.</a:t>
            </a:r>
          </a:p>
          <a:p>
            <a:pPr lvl="0"/>
            <a:r>
              <a:rPr b="1"/>
              <a:t>Promotional or non-refundable fares:</a:t>
            </a:r>
            <a:r>
              <a:rPr/>
              <a:t> Generally non-refundable except for taxes, as per policy.</a:t>
            </a:r>
          </a:p>
          <a:p>
            <a:pPr lvl="0"/>
            <a:r>
              <a:rPr b="1"/>
              <a:t>Refund method:</a:t>
            </a:r>
            <a:r>
              <a:rPr/>
              <a:t> Processed to the original payment method (credit/debit card, netbanking, or SkyPoints 24 points).</a:t>
            </a:r>
          </a:p>
          <a:p>
            <a:pPr lvl="0"/>
            <a:r>
              <a:rPr b="1"/>
              <a:t>Processing time:</a:t>
            </a:r>
            <a:r>
              <a:rPr/>
              <a:t> Refunds are typically processed within 7–10 business days.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Note:</a:t>
            </a:r>
          </a:p>
          <a:p>
            <a:pPr lvl="0"/>
            <a:r>
              <a:rPr/>
              <a:t>Cancellation fees may apply based on fare class and timing.</a:t>
            </a:r>
          </a:p>
          <a:p>
            <a:pPr lvl="0"/>
            <a:r>
              <a:rPr/>
              <a:t>No-shows or last-minute cancellations may receive reduced refunds.</a:t>
            </a:r>
          </a:p>
          <a:p>
            <a:pPr lvl="0"/>
            <a:r>
              <a:rPr/>
              <a:t>For third-party/travel agent bookings, please contact the respective agent for cancellation.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Need Assistance?</a:t>
            </a:r>
          </a:p>
          <a:p>
            <a:pPr lvl="0"/>
            <a:r>
              <a:rPr b="1"/>
              <a:t>CloudWay 24 Customer Care:</a:t>
            </a:r>
            <a:r>
              <a:rPr/>
              <a:t> Available 24/7 via website chat, app support, or helpline.</a:t>
            </a:r>
          </a:p>
          <a:p>
            <a:pPr lvl="0"/>
            <a:r>
              <a:rPr/>
              <a:t>For more information, visit our </a:t>
            </a:r>
            <a:r>
              <a:rPr>
                <a:hlinkClick r:id="rId2"/>
              </a:rPr>
              <a:t>FAQs</a:t>
            </a:r>
            <a:r>
              <a:rPr/>
              <a:t>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Fly Seamless. Fly CloudWay 24.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2025-07-29T14:55:59Z</dcterms:created>
  <dcterms:modified xsi:type="dcterms:W3CDTF">2025-07-29T14:55:59Z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