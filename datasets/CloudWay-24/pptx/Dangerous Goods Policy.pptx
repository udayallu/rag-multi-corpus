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/dangerous-good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Dangerous Goods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 per international aviation safety regulations and CloudWay 24’s commitment to passenger safety, certain items are classified as </a:t>
            </a:r>
            <a:r>
              <a:rPr b="1"/>
              <a:t>Dangerous Goods</a:t>
            </a:r>
            <a:r>
              <a:rPr/>
              <a:t> and are strictly regulated. Please review the following policy to ensure compliance and avoid inconvenience during travel.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Guidelines</a:t>
            </a:r>
          </a:p>
          <a:p>
            <a:pPr lvl="0"/>
            <a:r>
              <a:rPr b="1"/>
              <a:t>Prohibited Items:</a:t>
            </a:r>
            <a:r>
              <a:rPr/>
              <a:t> Items that present a risk to health, safety, property, or the environment are </a:t>
            </a:r>
            <a:r>
              <a:rPr b="1"/>
              <a:t>strictly prohibited</a:t>
            </a:r>
            <a:r>
              <a:rPr/>
              <a:t>.</a:t>
            </a:r>
          </a:p>
          <a:p>
            <a:pPr lvl="0"/>
            <a:r>
              <a:rPr b="1"/>
              <a:t>Declaration:</a:t>
            </a:r>
            <a:r>
              <a:rPr/>
              <a:t> All dangerous goods must be declared at the time of check-in.</a:t>
            </a:r>
          </a:p>
          <a:p>
            <a:pPr lvl="0"/>
            <a:r>
              <a:rPr b="1"/>
              <a:t>Special Permission:</a:t>
            </a:r>
            <a:r>
              <a:rPr/>
              <a:t> Some items may be allowed only with prior approval.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Dangerous Goods Allowance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Item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Check-In Baggage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 Baggage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Remarks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Explosives/Fireworks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Includes fireworks, flares, party poppers, ammunition.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Compressed Gases (incl. LPG)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Includes butane, propane, oxygen cylinders (except for medical use with prior approval).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Flammable Liquids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Includes paints, thinners, petrol, solvents, lighter fluid.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Flammable Solids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Safety matches (1 small box per person in person only, not in bag)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Poisons/Toxics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Includes pesticides, arsenic, cyanide.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Radioactive Materials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 commercial shipment only, not allowed for passenger baggage.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Corrosives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Includes batteries (industrial), mercury, acids, bleach.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Lithium Batteries (Spare)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* See Remarks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2, &lt;=100Wh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Only for personal electronic devices; spares in hand baggage only. Max 2 per passenger.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Household Aerosols (Non-flammable, Non-toxic)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* Limited qty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100ml max each; total 1L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Aerosols (toiletries) in hand baggage subject to liquid restrictions.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Medicines/Personal Toiletries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Allowed in limited qty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Limited qty (100ml each)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Must be for personal use and non-explosive/non-flammable.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Small Oxygen Cylinders (Medical Need)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 Approval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 Approval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Must be medically necessary, documentation required.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Alcoholic Beverages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≤5L, &lt;70% ABV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≤100ml per bottle (in international transit as duty free)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Must be sealed, per applicable duty-free regulations.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Sharp Objects/Tools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With Restrictions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Knives, box cutters, scissors with blades &gt;6cm in check-in only.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E-cigarettes/Vaping Devices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 in check-in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hand baggage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for use onboard; spare batteries in hand baggage only.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Power Banks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Max 2, &lt;=100Wh each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to be checked in under any circumstances.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Self-heating Meals/Devices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Allowed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Includes flameless ration heaters.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Key:</a:t>
            </a:r>
          </a:p>
          <a:p>
            <a:pPr lvl="0"/>
            <a:r>
              <a:rPr/>
              <a:t>Allowed (with or without restrictions as noted)</a:t>
            </a:r>
          </a:p>
          <a:p>
            <a:pPr lvl="0"/>
            <a:r>
              <a:rPr/>
              <a:t>Not Allowed</a:t>
            </a:r>
          </a:p>
          <a:p>
            <a:pPr lvl="0"/>
            <a:r>
              <a:rPr/>
              <a:t>See Remarks: Additional conditions apply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Important Notes</a:t>
            </a:r>
          </a:p>
          <a:p>
            <a:pPr lvl="0"/>
            <a:r>
              <a:rPr b="1"/>
              <a:t>Liquids, Gels, Aerosols:</a:t>
            </a:r>
            <a:r>
              <a:rPr/>
              <a:t> In hand baggage, each container must be 100ml or less; total may not exceed 1 litre per passenger (packed in a clear, resealable bag).</a:t>
            </a:r>
          </a:p>
          <a:p>
            <a:pPr lvl="0"/>
            <a:r>
              <a:rPr b="1"/>
              <a:t>Electronics:</a:t>
            </a:r>
            <a:r>
              <a:rPr/>
              <a:t> Lithium battery-operated equipment may be carried in both check-in and hand baggage, but spares must only be in hand baggage and protected from short-circuiting.</a:t>
            </a:r>
          </a:p>
          <a:p>
            <a:pPr lvl="0"/>
            <a:r>
              <a:rPr b="1"/>
              <a:t>Sharp Items:</a:t>
            </a:r>
            <a:r>
              <a:rPr/>
              <a:t> Prohibited in hand baggage. Limited sizes and types may go in checked baggage if securely packed.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full list and updates, please refer to </a:t>
            </a:r>
            <a:r>
              <a:rPr b="1">
                <a:hlinkClick r:id="rId2"/>
              </a:rPr>
              <a:t>CloudWay24.com/dangerous-goods</a:t>
            </a:r>
            <a:r>
              <a:rPr b="1"/>
              <a:t> or contact our customer service before your journey.</a:t>
            </a:r>
          </a:p>
          <a:p>
            <a:pPr lvl="0" indent="0" marL="0">
              <a:buNone/>
            </a:pPr>
            <a:r>
              <a:rPr i="1"/>
              <a:t>Failure to comply may result in removal of prohibited items, denial of boarding, or legal action as per applicable law.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2025-07-29T14:57:33Z</dcterms:created>
  <dcterms:modified xsi:type="dcterms:W3CDTF">2025-07-29T14:57:33Z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