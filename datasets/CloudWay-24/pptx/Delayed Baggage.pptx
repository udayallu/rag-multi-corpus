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1" Type="http://schemas.openxmlformats.org/officeDocument/2006/relationships/viewProps" Target="viewProps.xml" /><Relationship Id="rId10" Type="http://schemas.openxmlformats.org/officeDocument/2006/relationships/presProps" Target="presProps.xml" /><Relationship Id="rId1" Type="http://schemas.openxmlformats.org/officeDocument/2006/relationships/slideMaster" Target="slideMasters/slideMaster1.xml" /><Relationship Id="rId13" Type="http://schemas.openxmlformats.org/officeDocument/2006/relationships/tableStyles" Target="tableStyles.xml" /><Relationship Id="rId12"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CloudWay24.com/baggage-tracking" TargetMode="Externa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CloudWay24.com/contact" TargetMode="Externa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CloudWay24.com/baggage"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Delayed Baggage – CloudWay 24</a:t>
            </a:r>
          </a:p>
        </p:txBody>
      </p:sp>
      <p:sp>
        <p:nvSpPr>
          <p:cNvPr id="3" name="Content Placeholder 2"/>
          <p:cNvSpPr>
            <a:spLocks noGrp="1"/>
          </p:cNvSpPr>
          <p:nvPr>
            <p:ph idx="1"/>
          </p:nvPr>
        </p:nvSpPr>
        <p:spPr/>
        <p:txBody>
          <a:bodyPr/>
          <a:lstStyle/>
          <a:p>
            <a:pPr lvl="0" indent="0" marL="0">
              <a:buNone/>
            </a:pPr>
            <a:r>
              <a:rPr/>
              <a:t>Traveling with CloudWay 24 should always be seamless, but in rare cases, your checked baggage may be delayed. Here’s what you need to know and how we support you through the process.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What To Do If Your Bag Is Delayed</a:t>
            </a:r>
          </a:p>
          <a:p>
            <a:pPr lvl="0" indent="-342900" marL="342900">
              <a:buAutoNum type="arabicPeriod"/>
            </a:pPr>
            <a:r>
              <a:rPr b="1"/>
              <a:t>Report Immediately</a:t>
            </a:r>
          </a:p>
          <a:p>
            <a:pPr lvl="1"/>
            <a:r>
              <a:rPr/>
              <a:t>Upon arrival, proceed to the CloudWay 24 Baggage Services Desk in the arrivals area </a:t>
            </a:r>
            <a:r>
              <a:rPr b="1"/>
              <a:t>before exiting the airport</a:t>
            </a:r>
            <a:r>
              <a:rPr/>
              <a:t>.</a:t>
            </a:r>
          </a:p>
          <a:p>
            <a:pPr lvl="1"/>
            <a:r>
              <a:rPr/>
              <a:t>Provide your baggage claim tag and boarding pass.</a:t>
            </a:r>
          </a:p>
          <a:p>
            <a:pPr lvl="0" indent="-342900" marL="342900">
              <a:buAutoNum type="arabicPeriod"/>
            </a:pPr>
            <a:r>
              <a:rPr b="1"/>
              <a:t>File a Report</a:t>
            </a:r>
          </a:p>
          <a:p>
            <a:pPr lvl="1"/>
            <a:r>
              <a:rPr/>
              <a:t>Fill out the </a:t>
            </a:r>
            <a:r>
              <a:rPr i="1"/>
              <a:t>Property Irregularity Report (PIR)</a:t>
            </a:r>
            <a:r>
              <a:rPr/>
              <a:t> with our baggage staff.</a:t>
            </a:r>
          </a:p>
          <a:p>
            <a:pPr lvl="1"/>
            <a:r>
              <a:rPr/>
              <a:t>Note your local contact details and delivery address.</a:t>
            </a:r>
          </a:p>
          <a:p>
            <a:pPr lvl="0" indent="-342900" marL="342900">
              <a:buAutoNum type="arabicPeriod"/>
            </a:pPr>
            <a:r>
              <a:rPr b="1"/>
              <a:t>Track Your Baggage</a:t>
            </a:r>
          </a:p>
          <a:p>
            <a:pPr lvl="1"/>
            <a:r>
              <a:rPr/>
              <a:t>Use the tracking reference number given on your PIR.</a:t>
            </a:r>
          </a:p>
          <a:p>
            <a:pPr lvl="1"/>
            <a:r>
              <a:rPr/>
              <a:t>Visit </a:t>
            </a:r>
            <a:r>
              <a:rPr>
                <a:hlinkClick r:id="rId2"/>
              </a:rPr>
              <a:t>CloudWay24.com/baggage-tracking</a:t>
            </a:r>
            <a:r>
              <a:rPr/>
              <a:t> or track via the </a:t>
            </a:r>
            <a:r>
              <a:rPr b="1"/>
              <a:t>CloudWay24 app</a:t>
            </a:r>
            <a:r>
              <a:rPr/>
              <a:t>.</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While You Wait</a:t>
            </a:r>
          </a:p>
          <a:p>
            <a:pPr lvl="0"/>
            <a:r>
              <a:rPr b="1"/>
              <a:t>Essentials Kit:</a:t>
            </a:r>
            <a:r>
              <a:rPr/>
              <a:t> Eligible passengers may receive an amenity kit with basic toiletries.</a:t>
            </a:r>
          </a:p>
          <a:p>
            <a:pPr lvl="0"/>
            <a:r>
              <a:rPr b="1"/>
              <a:t>Expense Reimbursement:</a:t>
            </a:r>
            <a:r>
              <a:rPr/>
              <a:t> Reimbursement may be provided (subject to policy and ticket class) for essential items purchased due to delayed baggage. Save all receipts.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Baggage Delivery</a:t>
            </a:r>
          </a:p>
          <a:p>
            <a:pPr lvl="0"/>
            <a:r>
              <a:rPr/>
              <a:t>Once your baggage arrives, CloudWay 24 will arrange free delivery to your local address listed in the PIR report.</a:t>
            </a:r>
          </a:p>
          <a:p>
            <a:pPr lvl="0"/>
            <a:r>
              <a:rPr/>
              <a:t>Our team will keep you updated via SMS, email, or calls.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Compensation &amp; Claims</a:t>
            </a:r>
          </a:p>
          <a:p>
            <a:pPr lvl="0"/>
            <a:r>
              <a:rPr/>
              <a:t>If your bag is not located within 21 days, it may be treated as lost and compensation claims can be initiated as per our policy and international regulations (e.g., Montreal Convention).</a:t>
            </a:r>
          </a:p>
          <a:p>
            <a:pPr lvl="0"/>
            <a:r>
              <a:rPr/>
              <a:t>Submit claims on our website or through customer service.</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Contacts &amp; Support</a:t>
            </a:r>
          </a:p>
          <a:p>
            <a:pPr lvl="0"/>
            <a:r>
              <a:rPr b="1"/>
              <a:t>CloudWay 24 Baggage Helpline:</a:t>
            </a:r>
            <a:r>
              <a:rPr/>
              <a:t> </a:t>
            </a:r>
            <a:r>
              <a:rPr>
                <a:hlinkClick r:id="rId2"/>
              </a:rPr>
              <a:t>Customer Support Page</a:t>
            </a:r>
            <a:br/>
          </a:p>
          <a:p>
            <a:pPr lvl="0"/>
            <a:r>
              <a:rPr b="1"/>
              <a:t>App:</a:t>
            </a:r>
            <a:r>
              <a:rPr/>
              <a:t> Go to </a:t>
            </a:r>
            <a:r>
              <a:rPr i="1"/>
              <a:t>Manage My Flight</a:t>
            </a:r>
            <a:r>
              <a:rPr/>
              <a:t> &gt; </a:t>
            </a:r>
            <a:r>
              <a:rPr i="1"/>
              <a:t>Baggage Assistance</a:t>
            </a:r>
          </a:p>
          <a:p>
            <a:pPr lvl="0"/>
            <a:r>
              <a:rPr b="1"/>
              <a:t>Email:</a:t>
            </a:r>
            <a:r>
              <a:rPr/>
              <a:t> baggage@cloudway24.com</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Important Tips</a:t>
            </a:r>
          </a:p>
          <a:p>
            <a:pPr lvl="0"/>
            <a:r>
              <a:rPr/>
              <a:t>Always label your checked bags with your name and contact details.</a:t>
            </a:r>
          </a:p>
          <a:p>
            <a:pPr lvl="0"/>
            <a:r>
              <a:rPr/>
              <a:t>Keep your baggage tags and boarding passes until you collect your luggage.</a:t>
            </a:r>
          </a:p>
          <a:p>
            <a:pPr lvl="0"/>
            <a:r>
              <a:rPr/>
              <a:t>Pack essential medication and valuables in your carry-on.</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For more details, visit: </a:t>
            </a:r>
            <a:r>
              <a:rPr>
                <a:hlinkClick r:id="rId2"/>
              </a:rPr>
              <a:t>CloudWay24.com/baggage</a:t>
            </a:r>
          </a:p>
          <a:p>
            <a:pPr lvl="0" indent="0" marL="0">
              <a:buNone/>
            </a:pPr>
            <a:r>
              <a:rPr i="1"/>
              <a:t>Thank you for choosing CloudWay 24. We’re committed to resolving your baggage concerns as quickly as possible!</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2025-07-29T14:56:19Z</dcterms:created>
  <dcterms:modified xsi:type="dcterms:W3CDTF">2025-07-29T14:56:19Z</dcterms:modified>
</cp:coreProperties>
</file>

<file path=docProps/custom.xml><?xml version="1.0" encoding="utf-8"?>
<Properties xmlns="http://schemas.openxmlformats.org/officeDocument/2006/custom-properties" xmlns:vt="http://schemas.openxmlformats.org/officeDocument/2006/docPropsVTypes"/>
</file>