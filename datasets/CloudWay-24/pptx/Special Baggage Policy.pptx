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/baggage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Special Baggage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offers customized handling and allowances for special baggage items across all travel classes. Passengers are encouraged to review class-wise entitlements and guidelines for items such as sports equipment, musical instruments, hunting/sport rifles, and ammunition.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Eligible Special Baggage Categories</a:t>
            </a:r>
          </a:p>
          <a:p>
            <a:pPr lvl="0"/>
            <a:r>
              <a:rPr b="1"/>
              <a:t>Sports Equipment</a:t>
            </a:r>
          </a:p>
          <a:p>
            <a:pPr lvl="1"/>
            <a:r>
              <a:rPr/>
              <a:t>Golf bags, skis, snowboards, bicycles, surfboards, cricket kits, etc.</a:t>
            </a:r>
          </a:p>
          <a:p>
            <a:pPr lvl="0"/>
            <a:r>
              <a:rPr b="1"/>
              <a:t>Musical Instruments</a:t>
            </a:r>
          </a:p>
          <a:p>
            <a:pPr lvl="1"/>
            <a:r>
              <a:rPr/>
              <a:t>Guitars, violins, cellos, musical keyboards, etc.</a:t>
            </a:r>
          </a:p>
          <a:p>
            <a:pPr lvl="0"/>
            <a:r>
              <a:rPr b="1"/>
              <a:t>Hunting &amp; Sport Rifles</a:t>
            </a:r>
          </a:p>
          <a:p>
            <a:pPr lvl="1"/>
            <a:r>
              <a:rPr/>
              <a:t>Permitted only with valid licenses and prior airline approval.</a:t>
            </a:r>
          </a:p>
          <a:p>
            <a:pPr lvl="0"/>
            <a:r>
              <a:rPr b="1"/>
              <a:t>Ammunition</a:t>
            </a:r>
          </a:p>
          <a:p>
            <a:pPr lvl="1"/>
            <a:r>
              <a:rPr/>
              <a:t>Only as checked baggage, under strict regulatory compliance.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Class-wise Special Baggage Allowance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Cabin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 Special Baggage Allowance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Additional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Priority Handling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CloudLux (First Class)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special items included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Additional items: Standard excess baggage 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CloudElite (Business Class)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special item included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Additional items: Standard excess baggage 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CloudComfort (Premium Economy)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free inclusion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items: Standard excess baggage 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CloudSaver (Economy)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free inclusion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items: Standard excess baggage 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Size and weight limits apply. Items above permitted weight/size may attract oversize/overweight charges.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Packing &amp; Handling Guidelines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Sports Equipment</a:t>
            </a:r>
          </a:p>
          <a:p>
            <a:pPr lvl="0"/>
            <a:r>
              <a:rPr/>
              <a:t>Should be securely packed and labeled.</a:t>
            </a:r>
          </a:p>
          <a:p>
            <a:pPr lvl="0"/>
            <a:r>
              <a:rPr/>
              <a:t>Oversized items (e.g. bicycles, surfboards) require advance notice.</a:t>
            </a:r>
          </a:p>
          <a:p>
            <a:pPr lvl="0"/>
            <a:r>
              <a:rPr/>
              <a:t>Fragile items: Passenger advised to insure against damage.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Musical Instruments</a:t>
            </a:r>
          </a:p>
          <a:p>
            <a:pPr lvl="0"/>
            <a:r>
              <a:rPr/>
              <a:t>Small instruments (up to 115 cm/45 in and 7kg): Allowed as cabin baggage (subject to space and safety).</a:t>
            </a:r>
          </a:p>
          <a:p>
            <a:pPr lvl="0"/>
            <a:r>
              <a:rPr/>
              <a:t>Larger instruments: Must be checked-in; special packing recommended; advance notification required.</a:t>
            </a:r>
          </a:p>
          <a:p>
            <a:pPr lvl="0"/>
            <a:r>
              <a:rPr/>
              <a:t>For extra protection, a paid seat may be booked for larger valuable instruments (subject to availability).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Hunting &amp; Sport Rifles, Ammunition</a:t>
            </a:r>
          </a:p>
          <a:p>
            <a:pPr lvl="0"/>
            <a:r>
              <a:rPr b="1"/>
              <a:t>Only permitted as checked baggage with:</a:t>
            </a:r>
          </a:p>
          <a:p>
            <a:pPr lvl="1"/>
            <a:r>
              <a:rPr/>
              <a:t>Valid firearm license(s) and documentation.</a:t>
            </a:r>
          </a:p>
          <a:p>
            <a:pPr lvl="1"/>
            <a:r>
              <a:rPr/>
              <a:t>Prior notification (at least 72 hours before departure).</a:t>
            </a:r>
          </a:p>
          <a:p>
            <a:pPr lvl="1"/>
            <a:r>
              <a:rPr/>
              <a:t>Approval at origin and destination as per local and international regulations.</a:t>
            </a:r>
          </a:p>
          <a:p>
            <a:pPr lvl="0"/>
            <a:r>
              <a:rPr b="1"/>
              <a:t>Packing:</a:t>
            </a:r>
            <a:r>
              <a:rPr/>
              <a:t> Unloaded, dismantled if possible, in rigid locked cases.</a:t>
            </a:r>
          </a:p>
          <a:p>
            <a:pPr lvl="0"/>
            <a:r>
              <a:rPr b="1"/>
              <a:t>Ammunition:</a:t>
            </a:r>
            <a:r>
              <a:rPr/>
              <a:t> Limited to 5 kg per passenger, packed separately from firearms, in manufacturer’s packaging.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Advance Arrangement &amp; Approval</a:t>
            </a:r>
          </a:p>
          <a:p>
            <a:pPr lvl="0"/>
            <a:r>
              <a:rPr b="1"/>
              <a:t>Advance notification is mandatory</a:t>
            </a:r>
            <a:r>
              <a:rPr/>
              <a:t> for all firearms, ammunition, and oversized/fragile items.</a:t>
            </a:r>
          </a:p>
          <a:p>
            <a:pPr lvl="0"/>
            <a:r>
              <a:rPr/>
              <a:t>Submit requests via “Manage My Flight” or contact CloudWay 24 Customer Service.</a:t>
            </a:r>
          </a:p>
          <a:p>
            <a:pPr lvl="0"/>
            <a:r>
              <a:rPr/>
              <a:t>Confirmation required before travel.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Fees and Charges</a:t>
            </a:r>
          </a:p>
          <a:p>
            <a:pPr lvl="0"/>
            <a:r>
              <a:rPr b="1"/>
              <a:t>Refer to the </a:t>
            </a:r>
            <a:r>
              <a:rPr b="1">
                <a:hlinkClick r:id="rId2"/>
              </a:rPr>
              <a:t>CloudWay 24 Baggage Calculator</a:t>
            </a:r>
            <a:r>
              <a:rPr b="1"/>
              <a:t> for specific rates.</a:t>
            </a:r>
          </a:p>
          <a:p>
            <a:pPr lvl="0"/>
            <a:r>
              <a:rPr/>
              <a:t>Fees vary by route, item size/weight, and membership tier (SkyPoints 24 members may get fee waivers).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Exclusions and Restrictions</a:t>
            </a:r>
          </a:p>
          <a:p>
            <a:pPr lvl="0"/>
            <a:r>
              <a:rPr/>
              <a:t>No carriage of explosive or incendiary items.</a:t>
            </a:r>
          </a:p>
          <a:p>
            <a:pPr lvl="0"/>
            <a:r>
              <a:rPr/>
              <a:t>Restrictions applied for travel to/from certain destinations due to local laws.</a:t>
            </a:r>
          </a:p>
          <a:p>
            <a:pPr lvl="0"/>
            <a:r>
              <a:rPr/>
              <a:t>Airline reserves the right to refuse any special baggage not meeting safety, security, or compliance requirements.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any questions or to pre-arrange your special baggage:</a:t>
            </a:r>
            <a:r>
              <a:rPr/>
              <a:t> - Visit </a:t>
            </a:r>
            <a:r>
              <a:rPr>
                <a:hlinkClick r:id="rId2"/>
              </a:rPr>
              <a:t>CloudWay24.com</a:t>
            </a:r>
            <a:r>
              <a:rPr/>
              <a:t> - Use the CloudWay 24 App (iOS/Android) - Or contact our 24x7 Customer Support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CloudWay 24 – Seamless Skies, Global Reach.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2025-07-29T14:58:20Z</dcterms:created>
  <dcterms:modified xsi:type="dcterms:W3CDTF">2025-07-29T14:58:20Z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