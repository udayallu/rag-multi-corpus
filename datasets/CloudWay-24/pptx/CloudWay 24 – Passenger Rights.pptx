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support"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 Passenger Rights</a:t>
            </a:r>
          </a:p>
        </p:txBody>
      </p:sp>
      <p:sp>
        <p:nvSpPr>
          <p:cNvPr id="3" name="Content Placeholder 2"/>
          <p:cNvSpPr>
            <a:spLocks noGrp="1"/>
          </p:cNvSpPr>
          <p:nvPr>
            <p:ph idx="1"/>
          </p:nvPr>
        </p:nvSpPr>
        <p:spPr/>
        <p:txBody>
          <a:bodyPr/>
          <a:lstStyle/>
          <a:p>
            <a:pPr lvl="0" indent="0" marL="0">
              <a:buNone/>
            </a:pPr>
            <a:r>
              <a:rPr/>
              <a:t>At CloudWay 24, we are committed to providing a safe, comfortable, and reliable travel experience for all our passengers. We believe in transparency, prompt communication, and protecting the interests of our travelers. Below are your fundamental passenger rights when flying with CloudWay 24.</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Right to Information</a:t>
            </a:r>
          </a:p>
          <a:p>
            <a:pPr lvl="0"/>
            <a:r>
              <a:rPr b="1"/>
              <a:t>Clear Fare &amp; Fee Disclosure:</a:t>
            </a:r>
            <a:r>
              <a:rPr/>
              <a:t> You are entitled to complete information regarding fares, taxes, surcharges, and any additional fees at the time of booking.</a:t>
            </a:r>
          </a:p>
          <a:p>
            <a:pPr lvl="0"/>
            <a:r>
              <a:rPr b="1"/>
              <a:t>Booking Confirmation &amp; Updates:</a:t>
            </a:r>
            <a:r>
              <a:rPr/>
              <a:t> You will receive prompt electronic confirmation of your booking and any schedule changes, delays, or cancellations.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Right to Care &amp; Assistance</a:t>
            </a:r>
          </a:p>
          <a:p>
            <a:pPr lvl="0"/>
            <a:r>
              <a:rPr b="1"/>
              <a:t>Delays and Cancellations:</a:t>
            </a:r>
          </a:p>
          <a:p>
            <a:pPr lvl="1"/>
            <a:r>
              <a:rPr/>
              <a:t>If your flight is delayed by more than 2 hours or cancelled, you are entitled to meals, refreshments, and communication assistance (calls, emails).</a:t>
            </a:r>
          </a:p>
          <a:p>
            <a:pPr lvl="1"/>
            <a:r>
              <a:rPr/>
              <a:t>For overnight delays, you are entitled to hotel accommodation and ground transfers where applicable.</a:t>
            </a:r>
          </a:p>
          <a:p>
            <a:pPr lvl="0"/>
            <a:r>
              <a:rPr b="1"/>
              <a:t>Denied Boarding:</a:t>
            </a:r>
          </a:p>
          <a:p>
            <a:pPr lvl="1"/>
            <a:r>
              <a:rPr/>
              <a:t>If you are denied boarding involuntarily (e.g., due to overbooking), you will be offered alternate travel options or a full refund, along with compensation as per regulatory norms.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Right to Refunds and Compensation</a:t>
            </a:r>
          </a:p>
          <a:p>
            <a:pPr lvl="0"/>
            <a:r>
              <a:rPr b="1"/>
              <a:t>Refunds:</a:t>
            </a:r>
          </a:p>
          <a:p>
            <a:pPr lvl="1"/>
            <a:r>
              <a:rPr/>
              <a:t>In case of flight cancellation or significant schedule change by CloudWay 24, you are entitled to a full refund or rebooking at no additional cost.</a:t>
            </a:r>
          </a:p>
          <a:p>
            <a:pPr lvl="0"/>
            <a:r>
              <a:rPr b="1"/>
              <a:t>Compensation:</a:t>
            </a:r>
          </a:p>
          <a:p>
            <a:pPr lvl="1"/>
            <a:r>
              <a:rPr/>
              <a:t>You may be eligible for compensation for flight delays, cancellations, or baggage issues as per DGCA guidelines and international conventions.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Right to Comfort and Special Assistance</a:t>
            </a:r>
          </a:p>
          <a:p>
            <a:pPr lvl="0"/>
            <a:r>
              <a:rPr b="1"/>
              <a:t>Mobility and Medical Needs:</a:t>
            </a:r>
          </a:p>
          <a:p>
            <a:pPr lvl="1"/>
            <a:r>
              <a:rPr/>
              <a:t>Passengers with reduced mobility or special requirements can request assistance during booking or up to 48 hours before departure.</a:t>
            </a:r>
          </a:p>
          <a:p>
            <a:pPr lvl="0"/>
            <a:r>
              <a:rPr b="1"/>
              <a:t>Unaccompanied Minors &amp; Elderly:</a:t>
            </a:r>
          </a:p>
          <a:p>
            <a:pPr lvl="1"/>
            <a:r>
              <a:rPr/>
              <a:t>Safe travel and assistance are available for children and elderly passengers traveling alone.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Right to Baggage Protection</a:t>
            </a:r>
          </a:p>
          <a:p>
            <a:pPr lvl="0"/>
            <a:r>
              <a:rPr b="1"/>
              <a:t>Lost or Damaged Baggage:</a:t>
            </a:r>
          </a:p>
          <a:p>
            <a:pPr lvl="1"/>
            <a:r>
              <a:rPr/>
              <a:t>If your checked baggage is lost, delayed, or damaged, you are entitled to compensation as per airline and international regulations.</a:t>
            </a:r>
          </a:p>
          <a:p>
            <a:pPr lvl="0"/>
            <a:r>
              <a:rPr b="1"/>
              <a:t>Prompt Tracing and Updates:</a:t>
            </a:r>
          </a:p>
          <a:p>
            <a:pPr lvl="1"/>
            <a:r>
              <a:rPr/>
              <a:t>Our team will keep you informed and work towards swift baggage location and return.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Right to Privacy and Data Protection</a:t>
            </a:r>
          </a:p>
          <a:p>
            <a:pPr lvl="0"/>
            <a:r>
              <a:rPr b="1"/>
              <a:t>Secure Handling of Data:</a:t>
            </a:r>
          </a:p>
          <a:p>
            <a:pPr lvl="1"/>
            <a:r>
              <a:rPr/>
              <a:t>All personal and payment data is handled securely as per data protection laws and CloudWay 24 privacy policy.</a:t>
            </a:r>
          </a:p>
          <a:p>
            <a:pPr lvl="0"/>
            <a:r>
              <a:rPr b="1"/>
              <a:t>Right to Opt-out:</a:t>
            </a:r>
          </a:p>
          <a:p>
            <a:pPr lvl="1"/>
            <a:r>
              <a:rPr/>
              <a:t>You can opt-out of promotional communications at any time.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Right to Customer Support and Redressal</a:t>
            </a:r>
          </a:p>
          <a:p>
            <a:pPr lvl="0"/>
            <a:r>
              <a:rPr b="1"/>
              <a:t>24/7 Support:</a:t>
            </a:r>
          </a:p>
          <a:p>
            <a:pPr lvl="1"/>
            <a:r>
              <a:rPr/>
              <a:t>Access to customer support via phone, email, and chat for queries or grievances.</a:t>
            </a:r>
          </a:p>
          <a:p>
            <a:pPr lvl="0"/>
            <a:r>
              <a:rPr b="1"/>
              <a:t>Feedback &amp; Complaint Resolution:</a:t>
            </a:r>
          </a:p>
          <a:p>
            <a:pPr lvl="1"/>
            <a:r>
              <a:rPr/>
              <a:t>Passengers can submit complaints online or through our app; we aim to resolve all issues in a fair and timely manner.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Need Assistance?</a:t>
            </a:r>
          </a:p>
          <a:p>
            <a:pPr lvl="0" indent="0" marL="0">
              <a:buNone/>
            </a:pPr>
            <a:r>
              <a:rPr/>
              <a:t>Visit </a:t>
            </a:r>
            <a:r>
              <a:rPr>
                <a:hlinkClick r:id="rId2"/>
              </a:rPr>
              <a:t>CloudWay24.com/support</a:t>
            </a:r>
            <a:r>
              <a:rPr/>
              <a:t> or contact us through the CloudWay24 app for more information on your rights or to lodge a complaint.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CloudWay 24 is dedicated to upholding your rights and ensuring a seamless, fair, and enjoyable travel experience.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2025-07-29T14:57:25Z</dcterms:created>
  <dcterms:modified xsi:type="dcterms:W3CDTF">2025-07-29T14:57:25Z</dcterms:modified>
</cp:coreProperties>
</file>

<file path=docProps/custom.xml><?xml version="1.0" encoding="utf-8"?>
<Properties xmlns="http://schemas.openxmlformats.org/officeDocument/2006/custom-properties" xmlns:vt="http://schemas.openxmlformats.org/officeDocument/2006/docPropsVTypes"/>
</file>