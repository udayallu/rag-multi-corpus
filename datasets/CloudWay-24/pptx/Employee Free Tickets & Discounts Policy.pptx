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staff"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Employee Free Tickets &amp; Discounts Policy</a:t>
            </a:r>
          </a:p>
        </p:txBody>
      </p:sp>
      <p:sp>
        <p:nvSpPr>
          <p:cNvPr id="3" name="Content Placeholder 2"/>
          <p:cNvSpPr>
            <a:spLocks noGrp="1"/>
          </p:cNvSpPr>
          <p:nvPr>
            <p:ph idx="1"/>
          </p:nvPr>
        </p:nvSpPr>
        <p:spPr/>
        <p:txBody>
          <a:bodyPr/>
          <a:lstStyle/>
          <a:p>
            <a:pPr lvl="0" indent="0" marL="0">
              <a:buNone/>
            </a:pPr>
            <a:r>
              <a:rPr/>
              <a:t>At CloudWay 24, we recognize the dedication and hard work of our employees by offering exclusive travel privileges. Our employee travel benefits are tailored to provide both flexibility and exceptional value, across all cabin classes.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Employee Free Tickets Policy</a:t>
            </a:r>
          </a:p>
          <a:p>
            <a:pPr lvl="0" indent="0" marL="0">
              <a:buNone/>
            </a:pPr>
            <a:r>
              <a:rPr b="1"/>
              <a:t>All full-time CloudWay 24 employees are eligible for:</a:t>
            </a:r>
            <a:r>
              <a:rPr/>
              <a:t> - </a:t>
            </a:r>
            <a:r>
              <a:rPr b="1"/>
              <a:t>4 (four) round-trip international tickets per calendar year</a:t>
            </a:r>
            <a:br/>
            <a:r>
              <a:rPr/>
              <a:t>- These can be used by the employee or together for family travel - Employees may use all 4 round-trip tickets at once for family trips</a:t>
            </a:r>
          </a:p>
          <a:p>
            <a:pPr lvl="0" indent="0" marL="0">
              <a:buNone/>
            </a:pPr>
            <a:r>
              <a:rPr b="1"/>
              <a:t>Ticket Details:</a:t>
            </a:r>
            <a:r>
              <a:rPr/>
              <a:t> - Eligible routes: Any CloudWay 24 operated international route - Validity: Tickets must be used within the calendar year; unused tickets will not roll-over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Special Entitlement for Pilots &amp; Senior Members</a:t>
            </a:r>
          </a:p>
          <a:p>
            <a:pPr lvl="0" indent="0" marL="0">
              <a:buNone/>
            </a:pPr>
            <a:r>
              <a:rPr b="1"/>
              <a:t>Pilots and employees at Senior Management level and above are entitled to:</a:t>
            </a:r>
            <a:r>
              <a:rPr/>
              <a:t> - Complimentary upgrade to </a:t>
            </a:r>
            <a:r>
              <a:rPr b="1"/>
              <a:t>CloudElite (Business Class)</a:t>
            </a:r>
            <a:r>
              <a:rPr/>
              <a:t> on their 4 annual free round-trip tickets</a:t>
            </a:r>
          </a:p>
          <a:p>
            <a:pPr lvl="0" indent="0" marL="0">
              <a:buNone/>
            </a:pPr>
            <a:r>
              <a:rPr b="1"/>
              <a:t>Additional Perks:</a:t>
            </a:r>
            <a:r>
              <a:rPr/>
              <a:t> - Priority check-in and boarding - Lounge access for themselves and accompanying family using free tickets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Family Travel Usage</a:t>
            </a:r>
          </a:p>
          <a:p>
            <a:pPr lvl="0"/>
            <a:r>
              <a:rPr/>
              <a:t>Employees can opt to use all 4 round-trip tickets in one go for family travel (e.g., 1 trip with the employee + 3 family members)</a:t>
            </a:r>
          </a:p>
          <a:p>
            <a:pPr lvl="0"/>
            <a:r>
              <a:rPr/>
              <a:t>Family defined as: spouse, children, or dependent parents, as registered in HR records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Additional Travel Discounts</a:t>
            </a:r>
          </a:p>
          <a:p>
            <a:pPr lvl="0"/>
            <a:r>
              <a:rPr/>
              <a:t>Beyond the 4 free round trips, employees receive:</a:t>
            </a:r>
          </a:p>
          <a:p>
            <a:pPr lvl="1"/>
            <a:r>
              <a:rPr b="1"/>
              <a:t>50% discount</a:t>
            </a:r>
            <a:r>
              <a:rPr/>
              <a:t> on unlimited additional tickets (Economy Class)</a:t>
            </a:r>
          </a:p>
          <a:p>
            <a:pPr lvl="1"/>
            <a:r>
              <a:rPr/>
              <a:t>Upgrades to higher cabin classes at special staff rates (subject to availability)</a:t>
            </a:r>
          </a:p>
          <a:p>
            <a:pPr lvl="1"/>
            <a:r>
              <a:rPr/>
              <a:t>SkyPoints 24 loyalty program points are earned on discounted tickets (unless otherwise specified)</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Terms &amp; Conditions</a:t>
            </a:r>
          </a:p>
          <a:p>
            <a:pPr lvl="0"/>
            <a:r>
              <a:rPr/>
              <a:t>All bookings must be made via the </a:t>
            </a:r>
            <a:r>
              <a:rPr b="1"/>
              <a:t>CloudWay 24 Staff Portal</a:t>
            </a:r>
            <a:r>
              <a:rPr/>
              <a:t>.</a:t>
            </a:r>
          </a:p>
          <a:p>
            <a:pPr lvl="0"/>
            <a:r>
              <a:rPr/>
              <a:t>Free tickets are subject to seat availability and blackout dates may apply (e.g., major holiday periods).</a:t>
            </a:r>
          </a:p>
          <a:p>
            <a:pPr lvl="0"/>
            <a:r>
              <a:rPr/>
              <a:t>Tickets are non-transferable except for immediate family as per HR records.</a:t>
            </a:r>
          </a:p>
          <a:p>
            <a:pPr lvl="0"/>
            <a:r>
              <a:rPr/>
              <a:t>Taxes and surcharges (if any) to be borne by the employee.</a:t>
            </a:r>
          </a:p>
          <a:p>
            <a:pPr lvl="0"/>
            <a:r>
              <a:rPr/>
              <a:t>Abuse of staff travel privileges may result in disciplinary action.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more details or to book your staff travel tickets, log in to the </a:t>
            </a:r>
            <a:r>
              <a:rPr>
                <a:hlinkClick r:id="rId2"/>
              </a:rPr>
              <a:t>CloudWay 24 Staff Portal</a:t>
            </a:r>
            <a:r>
              <a:rPr/>
              <a:t>.</a:t>
            </a:r>
          </a:p>
          <a:p>
            <a:pPr lvl="0" indent="0" marL="0">
              <a:buNone/>
            </a:pPr>
            <a:r>
              <a:rPr b="1"/>
              <a:t>Fly further with your CloudWay 24 family!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2025-07-29T14:56:56Z</dcterms:created>
  <dcterms:modified xsi:type="dcterms:W3CDTF">2025-07-29T14:56:56Z</dcterms:modified>
</cp:coreProperties>
</file>

<file path=docProps/custom.xml><?xml version="1.0" encoding="utf-8"?>
<Properties xmlns="http://schemas.openxmlformats.org/officeDocument/2006/custom-properties" xmlns:vt="http://schemas.openxmlformats.org/officeDocument/2006/docPropsVTypes"/>
</file>