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Airbus A380: Overview &amp; Cabin Features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Aircraft Overview: Airbus A380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 b="1"/>
              <a:t>Airbus A380</a:t>
            </a:r>
            <a:r>
              <a:rPr/>
              <a:t> is the world’s largest passenger airliner, renowned for its double-deck, wide-body design, offering unmatched space, comfort, and quietness in long-haul travel. With its advanced aerodynamics and efficient engines, the A380 is a flagship for many leading airlines, optimizing both capacity and passenger experience.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Seating Capacity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Total Seating:</a:t>
            </a:r>
            <a:r>
              <a:rPr/>
              <a:t> </a:t>
            </a:r>
            <a:r>
              <a:rPr i="1"/>
              <a:t>Typically 500–575 passengers</a:t>
            </a:r>
            <a:r>
              <a:rPr/>
              <a:t> (can be configured for up to 853 in all-economy layout)</a:t>
            </a:r>
          </a:p>
          <a:p>
            <a:pPr lvl="0"/>
            <a:r>
              <a:rPr b="1"/>
              <a:t>Decks:</a:t>
            </a:r>
            <a:r>
              <a:rPr/>
              <a:t> Double-deck (Main and Upper)</a:t>
            </a:r>
          </a:p>
          <a:p>
            <a:pPr lvl="0"/>
            <a:r>
              <a:rPr b="1"/>
              <a:t>Class Configuration (typical 4-class layout):</a:t>
            </a:r>
          </a:p>
          <a:p>
            <a:pPr lvl="1"/>
            <a:r>
              <a:rPr/>
              <a:t>First Class: 8–14 seats</a:t>
            </a:r>
          </a:p>
          <a:p>
            <a:pPr lvl="1"/>
            <a:r>
              <a:rPr/>
              <a:t>Business Class: 70–100 seats</a:t>
            </a:r>
          </a:p>
          <a:p>
            <a:pPr lvl="1"/>
            <a:r>
              <a:rPr/>
              <a:t>Premium Economy: 50–55 seats</a:t>
            </a:r>
          </a:p>
          <a:p>
            <a:pPr lvl="1"/>
            <a:r>
              <a:rPr/>
              <a:t>Economy Class: 350–450 seats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Cabin Features by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First Class (CloudLux)</a:t>
            </a:r>
          </a:p>
          <a:p>
            <a:pPr lvl="0"/>
            <a:r>
              <a:rPr b="1"/>
              <a:t>Seating:</a:t>
            </a:r>
            <a:r>
              <a:rPr/>
              <a:t> Fully flat suites with privacy doors (1-2-1 configuration)</a:t>
            </a:r>
          </a:p>
          <a:p>
            <a:pPr lvl="0"/>
            <a:r>
              <a:rPr b="1"/>
              <a:t>Features:</a:t>
            </a:r>
          </a:p>
          <a:p>
            <a:pPr lvl="1"/>
            <a:r>
              <a:rPr/>
              <a:t>Personal suite with lie-flat bed</a:t>
            </a:r>
          </a:p>
          <a:p>
            <a:pPr lvl="1"/>
            <a:r>
              <a:rPr/>
              <a:t>Direct aisle access</a:t>
            </a:r>
          </a:p>
          <a:p>
            <a:pPr lvl="1"/>
            <a:r>
              <a:rPr/>
              <a:t>Luxury amenity kits &amp; designer bedding</a:t>
            </a:r>
          </a:p>
          <a:p>
            <a:pPr lvl="1"/>
            <a:r>
              <a:rPr/>
              <a:t>Personal wardrobe storage</a:t>
            </a:r>
          </a:p>
          <a:p>
            <a:pPr lvl="1"/>
            <a:r>
              <a:rPr/>
              <a:t>Private minibar</a:t>
            </a:r>
          </a:p>
          <a:p>
            <a:pPr lvl="1"/>
            <a:r>
              <a:rPr/>
              <a:t>In-seat power and USB charging</a:t>
            </a:r>
          </a:p>
          <a:p>
            <a:pPr lvl="1"/>
            <a:r>
              <a:rPr/>
              <a:t>32-40” HD inflight entertainment screens</a:t>
            </a:r>
          </a:p>
          <a:p>
            <a:pPr lvl="1"/>
            <a:r>
              <a:rPr/>
              <a:t>Access to onboard lounge/bar (select airlines)</a:t>
            </a:r>
          </a:p>
          <a:p>
            <a:pPr lvl="1"/>
            <a:r>
              <a:rPr/>
              <a:t>Fine-dining menus, served on demand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Business Class (CloudElite)</a:t>
            </a:r>
          </a:p>
          <a:p>
            <a:pPr lvl="0"/>
            <a:r>
              <a:rPr b="1"/>
              <a:t>Seating:</a:t>
            </a:r>
            <a:r>
              <a:rPr/>
              <a:t> Lie-flat seats, staggered or herringbone layout (1-2-1 or 2-2-2)</a:t>
            </a:r>
          </a:p>
          <a:p>
            <a:pPr lvl="0"/>
            <a:r>
              <a:rPr b="1"/>
              <a:t>Features:</a:t>
            </a:r>
          </a:p>
          <a:p>
            <a:pPr lvl="1"/>
            <a:r>
              <a:rPr/>
              <a:t>180° lie-flat seats with direct aisle access</a:t>
            </a:r>
          </a:p>
          <a:p>
            <a:pPr lvl="1"/>
            <a:r>
              <a:rPr/>
              <a:t>Plush bedding and privacy dividers</a:t>
            </a:r>
          </a:p>
          <a:p>
            <a:pPr lvl="1"/>
            <a:r>
              <a:rPr/>
              <a:t>On-demand gourmet dining</a:t>
            </a:r>
          </a:p>
          <a:p>
            <a:pPr lvl="1"/>
            <a:r>
              <a:rPr/>
              <a:t>18-24” personal entertainment screens</a:t>
            </a:r>
          </a:p>
          <a:p>
            <a:pPr lvl="1"/>
            <a:r>
              <a:rPr/>
              <a:t>Ample storage &amp; power outlets</a:t>
            </a:r>
          </a:p>
          <a:p>
            <a:pPr lvl="1"/>
            <a:r>
              <a:rPr/>
              <a:t>Enhanced amenity kits</a:t>
            </a:r>
          </a:p>
          <a:p>
            <a:pPr lvl="1"/>
            <a:r>
              <a:rPr/>
              <a:t>Access to onboard lounge (on select aircraft)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Premium Economy (CloudComfort)</a:t>
            </a:r>
          </a:p>
          <a:p>
            <a:pPr lvl="0"/>
            <a:r>
              <a:rPr b="1"/>
              <a:t>Seating:</a:t>
            </a:r>
            <a:r>
              <a:rPr/>
              <a:t> Wider seats, extra legroom (2-3-2 or 2-4-2)</a:t>
            </a:r>
          </a:p>
          <a:p>
            <a:pPr lvl="0"/>
            <a:r>
              <a:rPr b="1"/>
              <a:t>Features:</a:t>
            </a:r>
          </a:p>
          <a:p>
            <a:pPr lvl="1"/>
            <a:r>
              <a:rPr/>
              <a:t>Up to 38” seat pitch, 19–20” width</a:t>
            </a:r>
          </a:p>
          <a:p>
            <a:pPr lvl="1"/>
            <a:r>
              <a:rPr/>
              <a:t>Deeper seat recline and adjustable footrests</a:t>
            </a:r>
          </a:p>
          <a:p>
            <a:pPr lvl="1"/>
            <a:r>
              <a:rPr/>
              <a:t>Enhanced meal service &amp; welcome drinks</a:t>
            </a:r>
          </a:p>
          <a:p>
            <a:pPr lvl="1"/>
            <a:r>
              <a:rPr/>
              <a:t>13–15” personal screens</a:t>
            </a:r>
          </a:p>
          <a:p>
            <a:pPr lvl="1"/>
            <a:r>
              <a:rPr/>
              <a:t>Dedicated cabin and lavatories</a:t>
            </a:r>
          </a:p>
          <a:p>
            <a:pPr lvl="1"/>
            <a:r>
              <a:rPr/>
              <a:t>Extra luggage allowance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 Economy Class (CloudSaver)</a:t>
            </a:r>
          </a:p>
          <a:p>
            <a:pPr lvl="0"/>
            <a:r>
              <a:rPr b="1"/>
              <a:t>Seating:</a:t>
            </a:r>
            <a:r>
              <a:rPr/>
              <a:t> Standard seats (3-4-3 on main deck; 2-4-2 on upper deck, select rows)</a:t>
            </a:r>
          </a:p>
          <a:p>
            <a:pPr lvl="0"/>
            <a:r>
              <a:rPr b="1"/>
              <a:t>Features:</a:t>
            </a:r>
          </a:p>
          <a:p>
            <a:pPr lvl="1"/>
            <a:r>
              <a:rPr/>
              <a:t>Seat pitch: 31–33”, width: 18–18.5”</a:t>
            </a:r>
          </a:p>
          <a:p>
            <a:pPr lvl="1"/>
            <a:r>
              <a:rPr/>
              <a:t>Adjustable headrests</a:t>
            </a:r>
          </a:p>
          <a:p>
            <a:pPr lvl="1"/>
            <a:r>
              <a:rPr/>
              <a:t>Personal 10–13” HD screens</a:t>
            </a:r>
          </a:p>
          <a:p>
            <a:pPr lvl="1"/>
            <a:r>
              <a:rPr/>
              <a:t>Hundreds of movies, music, games</a:t>
            </a:r>
          </a:p>
          <a:p>
            <a:pPr lvl="1"/>
            <a:r>
              <a:rPr/>
              <a:t>Complimentary meals and beverages</a:t>
            </a:r>
          </a:p>
          <a:p>
            <a:pPr lvl="1"/>
            <a:r>
              <a:rPr/>
              <a:t>Family and bassinet seating options</a:t>
            </a:r>
          </a:p>
          <a:p>
            <a:pPr lvl="1"/>
            <a:r>
              <a:rPr/>
              <a:t>Power outlets on select fleets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Additional A380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Spacious cabins with reduced noise levels</a:t>
            </a:r>
          </a:p>
          <a:p>
            <a:pPr lvl="0"/>
            <a:r>
              <a:rPr b="1"/>
              <a:t>Mood lighting for reduced jetlag</a:t>
            </a:r>
          </a:p>
          <a:p>
            <a:pPr lvl="0"/>
            <a:r>
              <a:rPr b="1"/>
              <a:t>Wide aisles and larger lavatories</a:t>
            </a:r>
          </a:p>
          <a:p>
            <a:pPr lvl="0"/>
            <a:r>
              <a:rPr b="1"/>
              <a:t>Onboard bars/lounges for premium cabins (some airlines)</a:t>
            </a:r>
          </a:p>
          <a:p>
            <a:pPr lvl="0"/>
            <a:r>
              <a:rPr b="1"/>
              <a:t>Advanced air filtration and humidity control</a:t>
            </a:r>
          </a:p>
          <a:p>
            <a:pPr lvl="0"/>
            <a:r>
              <a:rPr b="1"/>
              <a:t>Wheelchair-accessible lavatories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Note:</a:t>
            </a:r>
            <a:r>
              <a:rPr sz="2000"/>
              <a:t> Seating configuration and amenities may vary by airline.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2025-07-29T14:56:11Z</dcterms:created>
  <dcterms:modified xsi:type="dcterms:W3CDTF">2025-07-29T14:56:11Z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