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feedback"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support@cloudway24.com"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help"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 Feedback &amp; Complaints</a:t>
            </a:r>
          </a:p>
        </p:txBody>
      </p:sp>
      <p:sp>
        <p:nvSpPr>
          <p:cNvPr id="3" name="Content Placeholder 2"/>
          <p:cNvSpPr>
            <a:spLocks noGrp="1"/>
          </p:cNvSpPr>
          <p:nvPr>
            <p:ph idx="1"/>
          </p:nvPr>
        </p:nvSpPr>
        <p:spPr/>
        <p:txBody>
          <a:bodyPr/>
          <a:lstStyle/>
          <a:p>
            <a:pPr lvl="0" indent="0" marL="0">
              <a:buNone/>
            </a:pPr>
            <a:r>
              <a:rPr/>
              <a:t>At </a:t>
            </a:r>
            <a:r>
              <a:rPr b="1"/>
              <a:t>CloudWay 24</a:t>
            </a:r>
            <a:r>
              <a:rPr/>
              <a:t>, we are dedicated to providing you with the highest standard of service. Your feedback and complaints are invaluable to us as they help us improve your travel experience. If you have any feedback, suggestions, or concerns regarding your recent journey, please reach out using any of the channels listed below.</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Share Your Feedback or File a Complaint</a:t>
            </a:r>
          </a:p>
          <a:p>
            <a:pPr lvl="0" indent="0" marL="0">
              <a:spcBef>
                <a:spcPts val="3000"/>
              </a:spcBef>
              <a:buNone/>
            </a:pPr>
            <a:r>
              <a:rPr b="1"/>
              <a:t>1. Online Feedback/Complaint Form</a:t>
            </a:r>
          </a:p>
          <a:p>
            <a:pPr lvl="0"/>
            <a:r>
              <a:rPr/>
              <a:t>Visit: </a:t>
            </a:r>
            <a:r>
              <a:rPr>
                <a:hlinkClick r:id="rId2"/>
              </a:rPr>
              <a:t>CloudWay24.com/feedback</a:t>
            </a:r>
            <a:r>
              <a:rPr/>
              <a:t> </a:t>
            </a:r>
            <a:r>
              <a:rPr i="1"/>
              <a:t>(Sample URL)</a:t>
            </a:r>
          </a:p>
          <a:p>
            <a:pPr lvl="0"/>
            <a:r>
              <a:rPr/>
              <a:t>Fill out the form with details about your journey, feedback, or issue.</a:t>
            </a:r>
          </a:p>
          <a:p>
            <a:pPr lvl="0"/>
            <a:r>
              <a:rPr/>
              <a:t>Provide your booking reference (PNR), flight details, and contact information for prompt assistance.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CloudWay 24 Mobile App</a:t>
            </a:r>
          </a:p>
          <a:p>
            <a:pPr lvl="0"/>
            <a:r>
              <a:rPr/>
              <a:t>Open the CloudWay 24 app (available on iOS/Android)</a:t>
            </a:r>
          </a:p>
          <a:p>
            <a:pPr lvl="0"/>
            <a:r>
              <a:rPr/>
              <a:t>Go to: </a:t>
            </a:r>
            <a:r>
              <a:rPr>
                <a:latin typeface="Courier"/>
              </a:rPr>
              <a:t>Support</a:t>
            </a:r>
            <a:r>
              <a:rPr/>
              <a:t> &gt; </a:t>
            </a:r>
            <a:r>
              <a:rPr>
                <a:latin typeface="Courier"/>
              </a:rPr>
              <a:t>Feedback &amp; Complaints</a:t>
            </a:r>
          </a:p>
          <a:p>
            <a:pPr lvl="0"/>
            <a:r>
              <a:rPr/>
              <a:t>Complete the guided form and submit your comments or issue.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Customer Support Email</a:t>
            </a:r>
          </a:p>
          <a:p>
            <a:pPr lvl="0"/>
            <a:r>
              <a:rPr/>
              <a:t>Email your feedback or complaint to: </a:t>
            </a:r>
            <a:r>
              <a:rPr>
                <a:hlinkClick r:id="rId2"/>
              </a:rPr>
              <a:t>support@cloudway24.com</a:t>
            </a:r>
          </a:p>
          <a:p>
            <a:pPr lvl="0"/>
            <a:r>
              <a:rPr/>
              <a:t>Subject line: </a:t>
            </a:r>
            <a:r>
              <a:rPr i="1"/>
              <a:t>Feedback/Complaint – [Booking Reference/Flight Number]</a:t>
            </a:r>
          </a:p>
          <a:p>
            <a:pPr lvl="0"/>
            <a:r>
              <a:rPr/>
              <a:t>Include details such as:</a:t>
            </a:r>
          </a:p>
          <a:p>
            <a:pPr lvl="1"/>
            <a:r>
              <a:rPr/>
              <a:t>Your full name</a:t>
            </a:r>
          </a:p>
          <a:p>
            <a:pPr lvl="1"/>
            <a:r>
              <a:rPr/>
              <a:t>Contact information</a:t>
            </a:r>
          </a:p>
          <a:p>
            <a:pPr lvl="1"/>
            <a:r>
              <a:rPr/>
              <a:t>Flight details (date/route/class)</a:t>
            </a:r>
          </a:p>
          <a:p>
            <a:pPr lvl="1"/>
            <a:r>
              <a:rPr/>
              <a:t>Description of your experience or issue</a:t>
            </a:r>
          </a:p>
          <a:p>
            <a:pPr lvl="1"/>
            <a:r>
              <a:rPr/>
              <a:t>Attach supporting documents (if any)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Customer Care Helpline</a:t>
            </a:r>
          </a:p>
          <a:p>
            <a:pPr lvl="0"/>
            <a:r>
              <a:rPr/>
              <a:t>Call us at: +91-22-1234-2424</a:t>
            </a:r>
          </a:p>
          <a:p>
            <a:pPr lvl="0"/>
            <a:r>
              <a:rPr/>
              <a:t>Available 24/7 for immediate assistance</a:t>
            </a:r>
          </a:p>
          <a:p>
            <a:pPr lvl="0"/>
            <a:r>
              <a:rPr/>
              <a:t>Please have your booking reference handy for faster resolution.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Airport Customer Service Desks</a:t>
            </a:r>
          </a:p>
          <a:p>
            <a:pPr lvl="0"/>
            <a:r>
              <a:rPr/>
              <a:t>Visit CloudWay 24 service desks at all main international airports (Mumbai, Delhi, Bengaluru).</a:t>
            </a:r>
          </a:p>
          <a:p>
            <a:pPr lvl="0"/>
            <a:r>
              <a:rPr/>
              <a:t>Speak directly to a representative regarding your feedback or complaint.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Happens Next?</a:t>
            </a:r>
          </a:p>
          <a:p>
            <a:pPr lvl="0"/>
            <a:r>
              <a:rPr b="1"/>
              <a:t>Acknowledgement:</a:t>
            </a:r>
            <a:r>
              <a:rPr/>
              <a:t> You will receive an acknowledgement within 24 hours of submitting your feedback or complaint.</a:t>
            </a:r>
          </a:p>
          <a:p>
            <a:pPr lvl="0"/>
            <a:r>
              <a:rPr b="1"/>
              <a:t>Investigation:</a:t>
            </a:r>
            <a:r>
              <a:rPr/>
              <a:t> Our customer care team will review and investigate your case thoroughly.</a:t>
            </a:r>
          </a:p>
          <a:p>
            <a:pPr lvl="0"/>
            <a:r>
              <a:rPr b="1"/>
              <a:t>Resolution:</a:t>
            </a:r>
            <a:r>
              <a:rPr/>
              <a:t> You will receive a response and resolution via email or phone within 7 business days. Complex cases may require additional time.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Commitment to Customers</a:t>
            </a:r>
          </a:p>
          <a:p>
            <a:pPr lvl="0" indent="0" marL="0">
              <a:buNone/>
            </a:pPr>
            <a:r>
              <a:rPr/>
              <a:t>CloudWay 24 values your input and strives to resolve all issues fairly, transparently, and promptly, ensuring your journey remains seamless. Thank you for helping us improve.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 additional information, visit:</a:t>
            </a:r>
            <a:br/>
            <a:r>
              <a:rPr>
                <a:hlinkClick r:id="rId2"/>
              </a:rPr>
              <a:t>CloudWay24.com/help</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2025-07-29T14:57:21Z</dcterms:created>
  <dcterms:modified xsi:type="dcterms:W3CDTF">2025-07-29T14:57:21Z</dcterms:modified>
</cp:coreProperties>
</file>

<file path=docProps/custom.xml><?xml version="1.0" encoding="utf-8"?>
<Properties xmlns="http://schemas.openxmlformats.org/officeDocument/2006/custom-properties" xmlns:vt="http://schemas.openxmlformats.org/officeDocument/2006/docPropsVTypes"/>
</file>