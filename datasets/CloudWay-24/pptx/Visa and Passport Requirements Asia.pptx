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Visa and Passport Requirements for Destinations in Asia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 comprehensive guide for CloudWay 24 travelers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Guidelines</a:t>
            </a:r>
          </a:p>
          <a:p>
            <a:pPr lvl="0"/>
            <a:r>
              <a:rPr b="1"/>
              <a:t>Passport Validity:</a:t>
            </a:r>
            <a:br/>
            <a:r>
              <a:rPr/>
              <a:t>Most Asian countries require a passport with at least 6 months’ validity from the date of entry.</a:t>
            </a:r>
          </a:p>
          <a:p>
            <a:pPr lvl="0"/>
            <a:r>
              <a:rPr b="1"/>
              <a:t>Blank Pages:</a:t>
            </a:r>
            <a:br/>
            <a:r>
              <a:rPr/>
              <a:t>At least 2 blank pages are usually recommended for entry/exit stamps and visas.</a:t>
            </a:r>
          </a:p>
          <a:p>
            <a:pPr lvl="0"/>
            <a:r>
              <a:rPr b="1"/>
              <a:t>Return/Onward Ticket:</a:t>
            </a:r>
            <a:br/>
            <a:r>
              <a:rPr/>
              <a:t>Proof of onward or return travel is often required.</a:t>
            </a:r>
          </a:p>
          <a:p>
            <a:pPr lvl="0"/>
            <a:r>
              <a:rPr b="1"/>
              <a:t>Travel Insurance:</a:t>
            </a:r>
            <a:br/>
            <a:r>
              <a:rPr/>
              <a:t>Strongly recommended; mandatory for some destinations.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Popular Asian Destinations: Visa Policy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Singapore</a:t>
            </a:r>
          </a:p>
          <a:p>
            <a:pPr lvl="0"/>
            <a:r>
              <a:rPr b="1"/>
              <a:t>Visa-Free:</a:t>
            </a:r>
            <a:r>
              <a:rPr/>
              <a:t> Indian citizens (up to 30 days for select categories, mostly require e-visa prior to travel)</a:t>
            </a:r>
          </a:p>
          <a:p>
            <a:pPr lvl="0"/>
            <a:r>
              <a:rPr b="1"/>
              <a:t>E-Visa:</a:t>
            </a:r>
            <a:r>
              <a:rPr/>
              <a:t> Required for Indian passport holders (Apply before travel)</a:t>
            </a:r>
          </a:p>
          <a:p>
            <a:pPr lvl="0"/>
            <a:r>
              <a:rPr b="1"/>
              <a:t>On Arrival:</a:t>
            </a:r>
            <a:r>
              <a:rPr/>
              <a:t> Not available</a:t>
            </a:r>
          </a:p>
          <a:p>
            <a:pPr lvl="0"/>
            <a:r>
              <a:rPr b="1"/>
              <a:t>Documents:</a:t>
            </a:r>
            <a:r>
              <a:rPr/>
              <a:t> Proof of funds, return ticket, hotel booking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Thailand</a:t>
            </a:r>
          </a:p>
          <a:p>
            <a:pPr lvl="0"/>
            <a:r>
              <a:rPr b="1"/>
              <a:t>Visa-On-Arrival:</a:t>
            </a:r>
            <a:r>
              <a:rPr/>
              <a:t> For Indian citizens (up to 15 days, fee payable, limited entry points)</a:t>
            </a:r>
          </a:p>
          <a:p>
            <a:pPr lvl="0"/>
            <a:r>
              <a:rPr b="1"/>
              <a:t>E-Visa:</a:t>
            </a:r>
            <a:r>
              <a:rPr/>
              <a:t> Option available</a:t>
            </a:r>
          </a:p>
          <a:p>
            <a:pPr lvl="0"/>
            <a:r>
              <a:rPr b="1"/>
              <a:t>Requirements:</a:t>
            </a:r>
            <a:r>
              <a:rPr/>
              <a:t> Proof of accommodation, funds, return ticket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Japan</a:t>
            </a:r>
          </a:p>
          <a:p>
            <a:pPr lvl="0"/>
            <a:r>
              <a:rPr b="1"/>
              <a:t>Visa Required:</a:t>
            </a:r>
            <a:r>
              <a:rPr/>
              <a:t> All Indian citizens must obtain a visa in advance from the Japanese embassy/consulate</a:t>
            </a:r>
          </a:p>
          <a:p>
            <a:pPr lvl="0"/>
            <a:r>
              <a:rPr b="1"/>
              <a:t>Documents:</a:t>
            </a:r>
            <a:r>
              <a:rPr/>
              <a:t> Invitation letter/travel itinerary, bank statement, return ticket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Malaysia</a:t>
            </a:r>
          </a:p>
          <a:p>
            <a:pPr lvl="0"/>
            <a:r>
              <a:rPr b="1"/>
              <a:t>E-Visa:</a:t>
            </a:r>
            <a:r>
              <a:rPr/>
              <a:t> Available for Indian tourists (Apply online prior to travel, valid for 30 days)</a:t>
            </a:r>
          </a:p>
          <a:p>
            <a:pPr lvl="0"/>
            <a:r>
              <a:rPr b="1"/>
              <a:t>Visa-On-Arrival:</a:t>
            </a:r>
            <a:r>
              <a:rPr/>
              <a:t> Possible when arriving from Singapore, Thailand, Indonesia, or Brunei (conditions apply)</a:t>
            </a:r>
          </a:p>
          <a:p>
            <a:pPr lvl="0"/>
            <a:r>
              <a:rPr b="1"/>
              <a:t>Requirements:</a:t>
            </a:r>
            <a:r>
              <a:rPr/>
              <a:t> Proof of funds, return/onward ticket, hotel booking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United Arab Emirates (Dubai)</a:t>
            </a:r>
          </a:p>
          <a:p>
            <a:pPr lvl="0"/>
            <a:r>
              <a:rPr b="1"/>
              <a:t>E-Visa:</a:t>
            </a:r>
            <a:r>
              <a:rPr/>
              <a:t> Required for Indian passport holders (Apply online, typically via airline or sponsor)</a:t>
            </a:r>
          </a:p>
          <a:p>
            <a:pPr lvl="0"/>
            <a:r>
              <a:rPr b="1"/>
              <a:t>Visa-on-arrival:</a:t>
            </a:r>
            <a:r>
              <a:rPr/>
              <a:t> For Indian passport holders with US Green Card/UK/EU Residence Permit (14 days)</a:t>
            </a:r>
          </a:p>
          <a:p>
            <a:pPr lvl="0"/>
            <a:r>
              <a:rPr b="1"/>
              <a:t>Documents:</a:t>
            </a:r>
            <a:r>
              <a:rPr/>
              <a:t> Return ticket, hotel booking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Indonesia (Bali/Jakarta)</a:t>
            </a:r>
          </a:p>
          <a:p>
            <a:pPr lvl="0"/>
            <a:r>
              <a:rPr b="1"/>
              <a:t>Visa-on-arrival:</a:t>
            </a:r>
            <a:r>
              <a:rPr/>
              <a:t> Indian citizens eligible (USD fee, valid for 30 days, extendable)</a:t>
            </a:r>
          </a:p>
          <a:p>
            <a:pPr lvl="0"/>
            <a:r>
              <a:rPr b="1"/>
              <a:t>E-Visa:</a:t>
            </a:r>
            <a:r>
              <a:rPr/>
              <a:t> Pre-application possible</a:t>
            </a:r>
          </a:p>
          <a:p>
            <a:pPr lvl="0"/>
            <a:r>
              <a:rPr b="1"/>
              <a:t>Requirements:</a:t>
            </a:r>
            <a:r>
              <a:rPr/>
              <a:t> Return flight, hotel booking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Nepal</a:t>
            </a:r>
          </a:p>
          <a:p>
            <a:pPr lvl="0"/>
            <a:r>
              <a:rPr b="1"/>
              <a:t>Visa-Free:</a:t>
            </a:r>
            <a:r>
              <a:rPr/>
              <a:t> For Indian citizens (no visa required, must carry valid passport/election ID)</a:t>
            </a:r>
          </a:p>
          <a:p>
            <a:pPr lvl="0"/>
            <a:r>
              <a:rPr b="1"/>
              <a:t>Entry Points:</a:t>
            </a:r>
            <a:r>
              <a:rPr/>
              <a:t> Airports and designated land borders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Bangladesh</a:t>
            </a:r>
          </a:p>
          <a:p>
            <a:pPr lvl="0"/>
            <a:r>
              <a:rPr b="1"/>
              <a:t>Visa Required:</a:t>
            </a:r>
            <a:r>
              <a:rPr/>
              <a:t> Indian citizens need a visa; advance application required</a:t>
            </a:r>
          </a:p>
          <a:p>
            <a:pPr lvl="0"/>
            <a:r>
              <a:rPr b="1"/>
              <a:t>Documents:</a:t>
            </a:r>
            <a:r>
              <a:rPr/>
              <a:t> Travel itinerary, invitation (as applicable), hotel booking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Hong Kong (SAR)</a:t>
            </a:r>
          </a:p>
          <a:p>
            <a:pPr lvl="0"/>
            <a:r>
              <a:rPr b="1"/>
              <a:t>Pre-arrival Online Registration:</a:t>
            </a:r>
            <a:r>
              <a:rPr/>
              <a:t> Mandatory for Indian citizens (up to 14 days stay)</a:t>
            </a:r>
          </a:p>
          <a:p>
            <a:pPr lvl="0"/>
            <a:r>
              <a:rPr b="1"/>
              <a:t>Visa Required:</a:t>
            </a:r>
            <a:r>
              <a:rPr/>
              <a:t> For stays longer than 14 days, work, or study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China</a:t>
            </a:r>
          </a:p>
          <a:p>
            <a:pPr lvl="0"/>
            <a:r>
              <a:rPr b="1"/>
              <a:t>Visa Required:</a:t>
            </a:r>
            <a:r>
              <a:rPr/>
              <a:t> Indian passport holders must obtain a visa prior to travel</a:t>
            </a:r>
          </a:p>
          <a:p>
            <a:pPr lvl="0"/>
            <a:r>
              <a:rPr b="1"/>
              <a:t>Application:</a:t>
            </a:r>
            <a:r>
              <a:rPr/>
              <a:t> At designated Visa Application Centres</a:t>
            </a:r>
          </a:p>
          <a:p>
            <a:pPr lvl="0"/>
            <a:r>
              <a:rPr b="1"/>
              <a:t>Documents:</a:t>
            </a:r>
            <a:r>
              <a:rPr/>
              <a:t> Detailed itinerary, hotel booking, financial proof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Notes</a:t>
            </a:r>
          </a:p>
          <a:p>
            <a:pPr lvl="0"/>
            <a:r>
              <a:rPr b="1"/>
              <a:t>Visa and entry requirements can change without notice.</a:t>
            </a:r>
            <a:br/>
            <a:r>
              <a:rPr/>
              <a:t>Always confirm the latest requirements from official government sources or the respective country’s embassy/consulate before booking.</a:t>
            </a:r>
          </a:p>
          <a:p>
            <a:pPr lvl="0"/>
            <a:r>
              <a:rPr b="1"/>
              <a:t>CloudWay 24 does not guarantee travel or immigration approval.</a:t>
            </a:r>
            <a:br/>
            <a:r>
              <a:rPr/>
              <a:t>Passengers are responsible for securing valid travel documents.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detailed assistance, visit our website </a:t>
            </a:r>
            <a:r>
              <a:rPr b="1">
                <a:hlinkClick r:id="rId2"/>
              </a:rPr>
              <a:t>CloudWay24.com</a:t>
            </a:r>
            <a:r>
              <a:rPr b="1"/>
              <a:t> or get in touch with our customer support.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2025-07-29T14:56:07Z</dcterms:created>
  <dcterms:modified xsi:type="dcterms:W3CDTF">2025-07-29T14:56:07Z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