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2" Type="http://schemas.openxmlformats.org/officeDocument/2006/relationships/viewProps" Target="viewProps.xml" /><Relationship Id="rId1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4" Type="http://schemas.openxmlformats.org/officeDocument/2006/relationships/tableStyles" Target="tableStyles.xml" /><Relationship Id="rId1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CloudWay24.com/Baggage" TargetMode="Externa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CloudWay 24 Baggage Allowance Policy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CloudWay 24 offers generous and convenient baggage allowances tailored to each cabin class, ensuring a comfortable and seamless journey for all passengers.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Cabin Baggage Allowance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Number of Bags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Max Weight (per bag)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Maximum Dimensions (L x W x H)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CloudLux (First)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 kg each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55 x 40 x 23 cm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CloudElite (Business)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 kg each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55 x 40 x 23 cm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CloudComfort (Premium Economy)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 kg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55 x 40 x 23 cm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CloudSaver (Economy)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 kg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55 x 40 x 23 cm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i="1"/>
              <a:t>In addition: 1 small personal item (laptop bag/handbag) per passenger is permitted.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Checked Baggage Allowance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Number of Bags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Max Weight (per bag)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Total Allowance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CloudLux (First)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32 kg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96 kg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CloudElite (Business)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32 kg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64 kg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CloudComfort (Premium Economy)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23 kg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46 kg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CloudSaver (Economy)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23 kg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23 kg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i="1"/>
              <a:t>Bags exceeding 158 cm (62 in) in total dimensions (L+W+H) or the permitted weight may incur excess baggage fees.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Excess Baggage Policy</a:t>
            </a:r>
          </a:p>
          <a:p>
            <a:pPr lvl="0"/>
            <a:r>
              <a:rPr b="1"/>
              <a:t>Excess Baggage</a:t>
            </a:r>
            <a:r>
              <a:rPr/>
              <a:t>: Can be pre-purchased at a discounted rate via the CloudWay24 app or website during booking or under “Manage My Flight.”</a:t>
            </a:r>
          </a:p>
          <a:p>
            <a:pPr lvl="0"/>
            <a:r>
              <a:rPr b="1"/>
              <a:t>At Airport</a:t>
            </a:r>
            <a:r>
              <a:rPr/>
              <a:t>: Higher fees apply for additional or overweight baggage checked at the airport counter.</a:t>
            </a:r>
          </a:p>
          <a:p>
            <a:pPr lvl="0"/>
            <a:r>
              <a:rPr b="1"/>
              <a:t>SkyPoints 24 Members</a:t>
            </a:r>
            <a:r>
              <a:rPr/>
              <a:t>: Elite tier members may enjoy additional free allowance—check your SkyPoints 24 tier benefits.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Special Baggage</a:t>
            </a:r>
          </a:p>
          <a:p>
            <a:pPr lvl="0"/>
            <a:r>
              <a:rPr/>
              <a:t>Sporting equipment and musical instruments accepted as part of checked baggage allowance; items exceeding size/weight limits may attract charges.</a:t>
            </a:r>
          </a:p>
          <a:p>
            <a:pPr lvl="0"/>
            <a:r>
              <a:rPr/>
              <a:t>Contact customer service for special arrangements or detailed advice.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Important Guidelines</a:t>
            </a:r>
          </a:p>
          <a:p>
            <a:pPr lvl="0"/>
            <a:r>
              <a:rPr/>
              <a:t>All baggage must be properly labeled with your name and contact information.</a:t>
            </a:r>
          </a:p>
          <a:p>
            <a:pPr lvl="0"/>
            <a:r>
              <a:rPr/>
              <a:t>Carry-on luggage must fit in the overhead bin or under the seat.</a:t>
            </a:r>
          </a:p>
          <a:p>
            <a:pPr lvl="0"/>
            <a:r>
              <a:rPr/>
              <a:t>Dangerous or prohibited items not allowed.</a:t>
            </a:r>
          </a:p>
          <a:p>
            <a:pPr lvl="0" indent="0" marL="0">
              <a:buNone/>
            </a:pPr>
            <a:r>
              <a:rPr/>
              <a:t>For the most up-to-date baggage rules and detailed FAQs, visit </a:t>
            </a:r>
            <a:r>
              <a:rPr>
                <a:hlinkClick r:id="rId2"/>
              </a:rPr>
              <a:t>CloudWay24.com/Baggage</a:t>
            </a:r>
            <a:r>
              <a:rPr/>
              <a:t> or check the “Baggage Policy” section in the CloudWay24 app.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Travel smooth. Travel CloudWay 24 – Seamless Skies, Global Reach.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2025-07-29T14:56:15Z</dcterms:created>
  <dcterms:modified xsi:type="dcterms:W3CDTF">2025-07-29T14:56:15Z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