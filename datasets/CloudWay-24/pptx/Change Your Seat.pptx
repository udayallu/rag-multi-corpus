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Change Your Seat with CloudWay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offers a simple and flexible process for changing your seat to suit your comfort and preference. Whether you want extra legroom, prefer a window or aisle seat, or wish to sit closer to the front, you can manage your seat selection seamlessly through our website or mobile app.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Change Your Seat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Log in to Your Account</a:t>
            </a:r>
          </a:p>
          <a:p>
            <a:pPr lvl="0"/>
            <a:r>
              <a:rPr/>
              <a:t>Visit </a:t>
            </a:r>
            <a:r>
              <a:rPr>
                <a:hlinkClick r:id="rId2"/>
              </a:rPr>
              <a:t>CloudWay24.com</a:t>
            </a:r>
            <a:r>
              <a:rPr/>
              <a:t> or open the </a:t>
            </a:r>
            <a:r>
              <a:rPr b="1"/>
              <a:t>CloudWay24 App</a:t>
            </a:r>
            <a:r>
              <a:rPr/>
              <a:t> (iOS &amp; Android).</a:t>
            </a:r>
          </a:p>
          <a:p>
            <a:pPr lvl="0"/>
            <a:r>
              <a:rPr/>
              <a:t>Log in using your registered email or mobile number.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Navigate to “Manage My Flight”</a:t>
            </a:r>
          </a:p>
          <a:p>
            <a:pPr lvl="0"/>
            <a:r>
              <a:rPr/>
              <a:t>Select </a:t>
            </a:r>
            <a:r>
              <a:rPr b="1"/>
              <a:t>Manage My Flight</a:t>
            </a:r>
            <a:r>
              <a:rPr/>
              <a:t> from the main menu/dashboard.</a:t>
            </a:r>
          </a:p>
          <a:p>
            <a:pPr lvl="0"/>
            <a:r>
              <a:rPr/>
              <a:t>Enter your booking reference (PNR) and last name to access your reservation.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Select “Change Your Seat” Option</a:t>
            </a:r>
          </a:p>
          <a:p>
            <a:pPr lvl="0"/>
            <a:r>
              <a:rPr/>
              <a:t>Find your upcoming journey from the list.</a:t>
            </a:r>
          </a:p>
          <a:p>
            <a:pPr lvl="0"/>
            <a:r>
              <a:rPr/>
              <a:t>Click on </a:t>
            </a:r>
            <a:r>
              <a:rPr b="1"/>
              <a:t>Change your seat</a:t>
            </a:r>
            <a:r>
              <a:rPr/>
              <a:t> under your flight details.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Choose Your Preferred Seat</a:t>
            </a:r>
          </a:p>
          <a:p>
            <a:pPr lvl="0"/>
            <a:r>
              <a:rPr/>
              <a:t>View the interactive seat map for your selected flight.</a:t>
            </a:r>
          </a:p>
          <a:p>
            <a:pPr lvl="0"/>
            <a:r>
              <a:rPr/>
              <a:t>Choose your new seat based on availability and cabin class:</a:t>
            </a:r>
          </a:p>
          <a:p>
            <a:pPr lvl="1"/>
            <a:r>
              <a:rPr b="1"/>
              <a:t>CloudLux</a:t>
            </a:r>
            <a:r>
              <a:rPr/>
              <a:t> </a:t>
            </a:r>
            <a:r>
              <a:rPr i="1"/>
              <a:t>(First Class)</a:t>
            </a:r>
          </a:p>
          <a:p>
            <a:pPr lvl="1"/>
            <a:r>
              <a:rPr b="1"/>
              <a:t>CloudElite</a:t>
            </a:r>
            <a:r>
              <a:rPr/>
              <a:t> </a:t>
            </a:r>
            <a:r>
              <a:rPr i="1"/>
              <a:t>(Business Class)</a:t>
            </a:r>
          </a:p>
          <a:p>
            <a:pPr lvl="1"/>
            <a:r>
              <a:rPr b="1"/>
              <a:t>CloudComfort</a:t>
            </a:r>
            <a:r>
              <a:rPr/>
              <a:t> </a:t>
            </a:r>
            <a:r>
              <a:rPr i="1"/>
              <a:t>(Premium Economy)</a:t>
            </a:r>
          </a:p>
          <a:p>
            <a:pPr lvl="1"/>
            <a:r>
              <a:rPr b="1"/>
              <a:t>CloudSaver</a:t>
            </a:r>
            <a:r>
              <a:rPr/>
              <a:t> </a:t>
            </a:r>
            <a:r>
              <a:rPr i="1"/>
              <a:t>(Economy)</a:t>
            </a:r>
          </a:p>
          <a:p>
            <a:pPr lvl="0"/>
            <a:r>
              <a:rPr/>
              <a:t>Note: Some seats (such as extra legroom or preferred locations) may carry an additional charge.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Review &amp; Confirm</a:t>
            </a:r>
          </a:p>
          <a:p>
            <a:pPr lvl="0"/>
            <a:r>
              <a:rPr/>
              <a:t>Review any price difference, if applicable.</a:t>
            </a:r>
          </a:p>
          <a:p>
            <a:pPr lvl="0"/>
            <a:r>
              <a:rPr/>
              <a:t>Confirm your new seat selection.</a:t>
            </a:r>
          </a:p>
          <a:p>
            <a:pPr lvl="0"/>
            <a:r>
              <a:rPr/>
              <a:t>Receive instant confirmation and updated boarding pass.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Payment Options</a:t>
            </a:r>
          </a:p>
          <a:p>
            <a:pPr lvl="0"/>
            <a:r>
              <a:rPr b="1"/>
              <a:t>Credit Card</a:t>
            </a:r>
          </a:p>
          <a:p>
            <a:pPr lvl="0"/>
            <a:r>
              <a:rPr b="1"/>
              <a:t>Debit Card</a:t>
            </a:r>
          </a:p>
          <a:p>
            <a:pPr lvl="0"/>
            <a:r>
              <a:rPr b="1"/>
              <a:t>Netbanking</a:t>
            </a:r>
          </a:p>
          <a:p>
            <a:pPr lvl="0"/>
            <a:r>
              <a:rPr b="1"/>
              <a:t>SkyPoints 24 Points</a:t>
            </a:r>
            <a:r>
              <a:rPr/>
              <a:t> (loyalty rewards)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Useful Information</a:t>
            </a:r>
          </a:p>
          <a:p>
            <a:pPr lvl="0"/>
            <a:r>
              <a:rPr/>
              <a:t>You can change your seat up until online check-in closes (generally 1 hour before departure).</a:t>
            </a:r>
          </a:p>
          <a:p>
            <a:pPr lvl="0"/>
            <a:r>
              <a:rPr/>
              <a:t>Seat changes are subject to availability.</a:t>
            </a:r>
          </a:p>
          <a:p>
            <a:pPr lvl="0"/>
            <a:r>
              <a:rPr/>
              <a:t>Loyalty members may have complimentary or discounted seat change options depending on SkyPoints 24 tier status.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Need Help?</a:t>
            </a:r>
          </a:p>
          <a:p>
            <a:pPr lvl="0" indent="0" marL="0">
              <a:buNone/>
            </a:pPr>
            <a:r>
              <a:rPr/>
              <a:t>If you have any trouble changing your seat, contact our </a:t>
            </a:r>
            <a:r>
              <a:rPr b="1"/>
              <a:t>24/7 Customer Support</a:t>
            </a:r>
            <a:r>
              <a:rPr/>
              <a:t> via live chat, email, or phone through the CloudWay 24 app or website.</a:t>
            </a:r>
          </a:p>
          <a:p>
            <a:pPr lvl="0" indent="0" marL="0">
              <a:buNone/>
            </a:pPr>
            <a:r>
              <a:rPr b="1"/>
              <a:t>Fly your way—choose your preferred seat with CloudWay 24 for a journey tailored to you!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2025-07-29T14:57:29Z</dcterms:created>
  <dcterms:modified xsi:type="dcterms:W3CDTF">2025-07-29T14:57:29Z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