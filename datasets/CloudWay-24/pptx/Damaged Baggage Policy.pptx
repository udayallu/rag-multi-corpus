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support"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baggage-policy"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Damaged Baggage Policy – CloudWay 24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At CloudWay 24, we strive to ensure the safety and care of your baggage throughout your journey. However, in the rare event your baggage is damaged during transit, we are committed to addressing your concerns promptly and fairly.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Qualifies as Damaged Baggage?</a:t>
            </a:r>
          </a:p>
        </p:txBody>
      </p:sp>
      <p:sp>
        <p:nvSpPr>
          <p:cNvPr id="3" name="Content Placeholder 2"/>
          <p:cNvSpPr>
            <a:spLocks noGrp="1"/>
          </p:cNvSpPr>
          <p:nvPr>
            <p:ph idx="1"/>
          </p:nvPr>
        </p:nvSpPr>
        <p:spPr/>
        <p:txBody>
          <a:bodyPr/>
          <a:lstStyle/>
          <a:p>
            <a:pPr lvl="0" indent="0" marL="0">
              <a:buNone/>
            </a:pPr>
            <a:r>
              <a:rPr/>
              <a:t>Damaged baggage includes: - Broken handles, wheels, or locks - Tears, holes, or serious dents in the baggage structure - Damaged zippers or missing straps - Soiling, stains, or water damage caused by airline handling</a:t>
            </a:r>
          </a:p>
          <a:p>
            <a:pPr lvl="0" indent="0" marL="0">
              <a:buNone/>
            </a:pPr>
            <a:r>
              <a:rPr b="1"/>
              <a:t>Not Covered:</a:t>
            </a:r>
            <a:br/>
            <a:r>
              <a:rPr/>
              <a:t>- Minor scratches, scuffs, or dents consistent with normal handling - Pre-existing damage or overpacked bags - Accessories or items attached to baggage (e.g., removable straps, covers)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Reporting Damaged Baggage</a:t>
            </a:r>
          </a:p>
        </p:txBody>
      </p:sp>
      <p:sp>
        <p:nvSpPr>
          <p:cNvPr id="3" name="Content Placeholder 2"/>
          <p:cNvSpPr>
            <a:spLocks noGrp="1"/>
          </p:cNvSpPr>
          <p:nvPr>
            <p:ph idx="1"/>
          </p:nvPr>
        </p:nvSpPr>
        <p:spPr/>
        <p:txBody>
          <a:bodyPr/>
          <a:lstStyle/>
          <a:p>
            <a:pPr lvl="0" indent="0" marL="0">
              <a:spcBef>
                <a:spcPts val="3000"/>
              </a:spcBef>
              <a:buNone/>
            </a:pPr>
            <a:r>
              <a:rPr b="1"/>
              <a:t>At the Airport</a:t>
            </a:r>
          </a:p>
          <a:p>
            <a:pPr lvl="0" indent="-342900" marL="342900">
              <a:buAutoNum type="arabicPeriod"/>
            </a:pPr>
            <a:r>
              <a:rPr b="1"/>
              <a:t>Report immediately</a:t>
            </a:r>
            <a:r>
              <a:rPr/>
              <a:t> to the CloudWay 24 Baggage Service Desk before leaving the arrival hall.</a:t>
            </a:r>
          </a:p>
          <a:p>
            <a:pPr lvl="0" indent="-342900" marL="342900">
              <a:buAutoNum type="arabicPeriod"/>
            </a:pPr>
            <a:r>
              <a:rPr/>
              <a:t>Fill out the </a:t>
            </a:r>
            <a:r>
              <a:rPr b="1"/>
              <a:t>Damaged Baggage Claim Form</a:t>
            </a:r>
            <a:r>
              <a:rPr/>
              <a:t> with our representative.</a:t>
            </a:r>
          </a:p>
          <a:p>
            <a:pPr lvl="0" indent="-342900" marL="342900">
              <a:buAutoNum type="arabicPeriod"/>
            </a:pPr>
            <a:r>
              <a:rPr/>
              <a:t>Provide your </a:t>
            </a:r>
            <a:r>
              <a:rPr b="1"/>
              <a:t>boarding pass</a:t>
            </a:r>
            <a:r>
              <a:rPr/>
              <a:t>, </a:t>
            </a:r>
            <a:r>
              <a:rPr b="1"/>
              <a:t>bag tags</a:t>
            </a:r>
            <a:r>
              <a:rPr/>
              <a:t>, and a valid photo ID.</a:t>
            </a:r>
          </a:p>
          <a:p>
            <a:pPr lvl="0" indent="0" marL="0">
              <a:spcBef>
                <a:spcPts val="3000"/>
              </a:spcBef>
              <a:buNone/>
            </a:pPr>
            <a:r>
              <a:rPr b="1"/>
              <a:t>After Leaving the Airport</a:t>
            </a:r>
          </a:p>
          <a:p>
            <a:pPr lvl="0"/>
            <a:r>
              <a:rPr/>
              <a:t>If you notice the damage after leaving, report it in writing within </a:t>
            </a:r>
            <a:r>
              <a:rPr b="1"/>
              <a:t>7 days</a:t>
            </a:r>
            <a:r>
              <a:rPr/>
              <a:t> of receiving your baggage.</a:t>
            </a:r>
          </a:p>
          <a:p>
            <a:pPr lvl="0"/>
            <a:r>
              <a:rPr/>
              <a:t>Email: </a:t>
            </a:r>
            <a:r>
              <a:rPr>
                <a:latin typeface="Courier"/>
              </a:rPr>
              <a:t>baggagesupport@cloudway24.com</a:t>
            </a:r>
            <a:br/>
          </a:p>
          <a:p>
            <a:pPr lvl="0"/>
            <a:r>
              <a:rPr/>
              <a:t>Include: Photos of the damage, baggage tag, travel details, and contact information.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Compensation Policy</a:t>
            </a:r>
          </a:p>
        </p:txBody>
      </p:sp>
      <p:sp>
        <p:nvSpPr>
          <p:cNvPr id="3" name="Content Placeholder 2"/>
          <p:cNvSpPr>
            <a:spLocks noGrp="1"/>
          </p:cNvSpPr>
          <p:nvPr>
            <p:ph idx="1"/>
          </p:nvPr>
        </p:nvSpPr>
        <p:spPr/>
        <p:txBody>
          <a:bodyPr/>
          <a:lstStyle/>
          <a:p>
            <a:pPr lvl="0" indent="0" marL="0">
              <a:buNone/>
            </a:pPr>
            <a:r>
              <a:rPr/>
              <a:t>CloudWay 24 will: - Evaluate the extent and cause of the damage. - Offer a repair service, replacement bag, or financial compensation (as per international conventions and airline policy). - Compensation may vary depending on the level of damage, bag age, and documentation provided.</a:t>
            </a:r>
          </a:p>
          <a:p>
            <a:pPr lvl="0" indent="0" marL="0">
              <a:buNone/>
            </a:pPr>
            <a:r>
              <a:rPr b="1"/>
              <a:t>Note:</a:t>
            </a:r>
            <a:br/>
            <a:r>
              <a:rPr/>
              <a:t>CloudWay 24’s liability for damaged baggage is limited as per the Montreal Convention and company policy.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Exclusions</a:t>
            </a:r>
          </a:p>
        </p:txBody>
      </p:sp>
      <p:sp>
        <p:nvSpPr>
          <p:cNvPr id="3" name="Content Placeholder 2"/>
          <p:cNvSpPr>
            <a:spLocks noGrp="1"/>
          </p:cNvSpPr>
          <p:nvPr>
            <p:ph idx="1"/>
          </p:nvPr>
        </p:nvSpPr>
        <p:spPr/>
        <p:txBody>
          <a:bodyPr/>
          <a:lstStyle/>
          <a:p>
            <a:pPr lvl="0"/>
            <a:r>
              <a:rPr/>
              <a:t>Fragile, perishable, or valuable items packed in checked luggage</a:t>
            </a:r>
          </a:p>
          <a:p>
            <a:pPr lvl="0"/>
            <a:r>
              <a:rPr/>
              <a:t>Incorrectly packed or overstuffed baggage</a:t>
            </a:r>
          </a:p>
          <a:p>
            <a:pPr lvl="0"/>
            <a:r>
              <a:rPr/>
              <a:t>Minor cosmetic damages</a:t>
            </a:r>
          </a:p>
          <a:p>
            <a:pPr lvl="0"/>
            <a:r>
              <a:rPr/>
              <a:t>Delayed reporting (claims after 7 days of arrival)</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Contact &amp; Support</a:t>
            </a:r>
          </a:p>
        </p:txBody>
      </p:sp>
      <p:sp>
        <p:nvSpPr>
          <p:cNvPr id="3" name="Content Placeholder 2"/>
          <p:cNvSpPr>
            <a:spLocks noGrp="1"/>
          </p:cNvSpPr>
          <p:nvPr>
            <p:ph idx="1"/>
          </p:nvPr>
        </p:nvSpPr>
        <p:spPr/>
        <p:txBody>
          <a:bodyPr/>
          <a:lstStyle/>
          <a:p>
            <a:pPr lvl="0"/>
            <a:r>
              <a:rPr b="1"/>
              <a:t>Baggage Desk</a:t>
            </a:r>
            <a:r>
              <a:rPr/>
              <a:t> at any CloudWay 24 arrival hall</a:t>
            </a:r>
          </a:p>
          <a:p>
            <a:pPr lvl="0"/>
            <a:r>
              <a:rPr b="1"/>
              <a:t>Customer Support:</a:t>
            </a:r>
          </a:p>
          <a:p>
            <a:pPr lvl="1"/>
            <a:r>
              <a:rPr/>
              <a:t>Email: </a:t>
            </a:r>
            <a:r>
              <a:rPr>
                <a:latin typeface="Courier"/>
              </a:rPr>
              <a:t>baggagesupport@cloudway24.com</a:t>
            </a:r>
            <a:br/>
          </a:p>
          <a:p>
            <a:pPr lvl="1"/>
            <a:r>
              <a:rPr/>
              <a:t>Website: </a:t>
            </a:r>
            <a:r>
              <a:rPr>
                <a:hlinkClick r:id="rId2"/>
              </a:rPr>
              <a:t>CloudWay24.com/support</a:t>
            </a:r>
            <a:br/>
          </a:p>
          <a:p>
            <a:pPr lvl="1"/>
            <a:r>
              <a:rPr/>
              <a:t>App: Use “Manage My Flight” &gt; “Report Baggage Issue”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Helpful Tips</a:t>
            </a:r>
          </a:p>
        </p:txBody>
      </p:sp>
      <p:sp>
        <p:nvSpPr>
          <p:cNvPr id="3" name="Content Placeholder 2"/>
          <p:cNvSpPr>
            <a:spLocks noGrp="1"/>
          </p:cNvSpPr>
          <p:nvPr>
            <p:ph idx="1"/>
          </p:nvPr>
        </p:nvSpPr>
        <p:spPr/>
        <p:txBody>
          <a:bodyPr/>
          <a:lstStyle/>
          <a:p>
            <a:pPr lvl="0"/>
            <a:r>
              <a:rPr/>
              <a:t>Keep your bag tags and receipts until the end of your journey.</a:t>
            </a:r>
          </a:p>
          <a:p>
            <a:pPr lvl="0"/>
            <a:r>
              <a:rPr/>
              <a:t>Inspect your baggage immediately upon collection.</a:t>
            </a:r>
          </a:p>
          <a:p>
            <a:pPr lvl="0"/>
            <a:r>
              <a:rPr/>
              <a:t>Use name labels on your baggage.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For full terms and the latest updates, please refer to </a:t>
            </a:r>
            <a:r>
              <a:rPr i="1">
                <a:hlinkClick r:id="rId2"/>
              </a:rPr>
              <a:t>CloudWay24.com/baggage-policy</a:t>
            </a:r>
            <a:r>
              <a:rPr i="1"/>
              <a:t> or check the CloudWay 24 App.</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2025-07-29T14:56:43Z</dcterms:created>
  <dcterms:modified xsi:type="dcterms:W3CDTF">2025-07-29T14:56:43Z</dcterms:modified>
</cp:coreProperties>
</file>

<file path=docProps/custom.xml><?xml version="1.0" encoding="utf-8"?>
<Properties xmlns="http://schemas.openxmlformats.org/officeDocument/2006/custom-properties" xmlns:vt="http://schemas.openxmlformats.org/officeDocument/2006/docPropsVTypes"/>
</file>