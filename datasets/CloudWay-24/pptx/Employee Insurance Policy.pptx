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24: Employee Insurance Policy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provides comprehensive group insurance coverage for all employees, ensuring their health, safety, and well-being while on duty and beyond. Insurance benefits are categorized based on employee roles due to the varying risk profiles associated with their responsibilities.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Insurance Policy Categories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Non-Ground Staff</a:t>
            </a:r>
          </a:p>
          <a:p>
            <a:pPr lvl="0" indent="0" marL="0">
              <a:buNone/>
            </a:pPr>
            <a:r>
              <a:rPr b="1"/>
              <a:t>(Pilots &amp; Cabin Crew)</a:t>
            </a:r>
          </a:p>
          <a:p>
            <a:pPr lvl="0"/>
            <a:r>
              <a:rPr b="1"/>
              <a:t>Nature of Coverage:</a:t>
            </a:r>
            <a:br/>
            <a:r>
              <a:rPr/>
              <a:t>Enhanced coverage due to higher occupational risk (airborne duties, international layovers, irregular schedules).</a:t>
            </a:r>
          </a:p>
          <a:p>
            <a:pPr lvl="0"/>
            <a:r>
              <a:rPr b="1"/>
              <a:t>Policy Limit Highlights:</a:t>
            </a:r>
          </a:p>
          <a:p>
            <a:pPr lvl="1"/>
            <a:r>
              <a:rPr b="1"/>
              <a:t>Group Life Insurance:</a:t>
            </a:r>
            <a:r>
              <a:rPr/>
              <a:t> INR 1.5 Crore (approx. $180,000)</a:t>
            </a:r>
          </a:p>
          <a:p>
            <a:pPr lvl="1"/>
            <a:r>
              <a:rPr b="1"/>
              <a:t>Accidental Death &amp; Disability:</a:t>
            </a:r>
            <a:r>
              <a:rPr/>
              <a:t> INR 2 Crore (approx. $240,000)</a:t>
            </a:r>
          </a:p>
          <a:p>
            <a:pPr lvl="1"/>
            <a:r>
              <a:rPr b="1"/>
              <a:t>Medical Insurance (per annum):</a:t>
            </a:r>
            <a:r>
              <a:rPr/>
              <a:t> INR 10 Lakh (~$12,000)</a:t>
            </a:r>
          </a:p>
          <a:p>
            <a:pPr lvl="1"/>
            <a:r>
              <a:rPr b="1"/>
              <a:t>Critical Illness Cover:</a:t>
            </a:r>
            <a:r>
              <a:rPr/>
              <a:t> INR 20 Lakh (~$24,000)</a:t>
            </a:r>
          </a:p>
          <a:p>
            <a:pPr lvl="1"/>
            <a:r>
              <a:rPr b="1"/>
              <a:t>Loss of License Benefit:</a:t>
            </a:r>
            <a:r>
              <a:rPr/>
              <a:t> Applicable to Pilots (up to INR 1 Crore/$120,000 for loss of medical certification)</a:t>
            </a:r>
          </a:p>
          <a:p>
            <a:pPr lvl="1"/>
            <a:r>
              <a:rPr b="1"/>
              <a:t>Travel Insurance:</a:t>
            </a:r>
            <a:r>
              <a:rPr/>
              <a:t> Comprehensive, global coverage included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Ground Staff</a:t>
            </a:r>
          </a:p>
          <a:p>
            <a:pPr lvl="0" indent="0" marL="0">
              <a:buNone/>
            </a:pPr>
            <a:r>
              <a:rPr b="1"/>
              <a:t>(Engineering, HR, Administration, Support Services, and Other Employees)</a:t>
            </a:r>
          </a:p>
          <a:p>
            <a:pPr lvl="0"/>
            <a:r>
              <a:rPr b="1"/>
              <a:t>Nature of Coverage:</a:t>
            </a:r>
            <a:br/>
            <a:r>
              <a:rPr/>
              <a:t>Standard coverage reflecting relatively lower occupational exposure.</a:t>
            </a:r>
          </a:p>
          <a:p>
            <a:pPr lvl="0"/>
            <a:r>
              <a:rPr b="1"/>
              <a:t>Policy Limit Highlights:</a:t>
            </a:r>
          </a:p>
          <a:p>
            <a:pPr lvl="1"/>
            <a:r>
              <a:rPr b="1"/>
              <a:t>Group Life Insurance:</a:t>
            </a:r>
            <a:r>
              <a:rPr/>
              <a:t> INR 50 Lakh (approx. $60,000)</a:t>
            </a:r>
          </a:p>
          <a:p>
            <a:pPr lvl="1"/>
            <a:r>
              <a:rPr b="1"/>
              <a:t>Accidental Death &amp; Disability:</a:t>
            </a:r>
            <a:r>
              <a:rPr/>
              <a:t> INR 75 Lakh (approx. $90,000)</a:t>
            </a:r>
          </a:p>
          <a:p>
            <a:pPr lvl="1"/>
            <a:r>
              <a:rPr b="1"/>
              <a:t>Medical Insurance (per annum):</a:t>
            </a:r>
            <a:r>
              <a:rPr/>
              <a:t> INR 5 Lakh (~$6,000)</a:t>
            </a:r>
          </a:p>
          <a:p>
            <a:pPr lvl="1"/>
            <a:r>
              <a:rPr b="1"/>
              <a:t>Critical Illness Cover:</a:t>
            </a:r>
            <a:r>
              <a:rPr/>
              <a:t> INR 10 Lakh (~$12,000)</a:t>
            </a:r>
          </a:p>
          <a:p>
            <a:pPr lvl="1"/>
            <a:r>
              <a:rPr b="1"/>
              <a:t>Loss of License Benefit:</a:t>
            </a:r>
            <a:r>
              <a:rPr/>
              <a:t> Not Applicable</a:t>
            </a:r>
          </a:p>
          <a:p>
            <a:pPr lvl="1"/>
            <a:r>
              <a:rPr b="1"/>
              <a:t>Travel Insurance:</a:t>
            </a:r>
            <a:r>
              <a:rPr/>
              <a:t> Domestic and limited international work travel coverage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Notes</a:t>
            </a:r>
          </a:p>
          <a:p>
            <a:pPr lvl="0"/>
            <a:r>
              <a:rPr b="1"/>
              <a:t>Family Coverage:</a:t>
            </a:r>
            <a:br/>
            <a:r>
              <a:rPr/>
              <a:t>Medical insurance can be extended to spouse and dependent children at preferential group rates.</a:t>
            </a:r>
          </a:p>
          <a:p>
            <a:pPr lvl="0"/>
            <a:r>
              <a:rPr b="1"/>
              <a:t>Claim Settlement:</a:t>
            </a:r>
            <a:br/>
            <a:r>
              <a:rPr/>
              <a:t>All claims are facilitated by the Corporate HR and Employee Well-being Department in partnership with leading insurance providers.</a:t>
            </a:r>
          </a:p>
          <a:p>
            <a:pPr lvl="0"/>
            <a:r>
              <a:rPr b="1"/>
              <a:t>Review &amp; Update:</a:t>
            </a:r>
            <a:br/>
            <a:r>
              <a:rPr/>
              <a:t>Insurance limits and coverage are reviewed annually as per regulatory standards and operational requirements.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Life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Accidental Death &amp; Disability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Medical Insurance (per annum)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Critical Illness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 of 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Travel Insurance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Pilots &amp; Cabin Crew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1.5 Crore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2 Crore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10 Lakh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20 Lakh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INR 1 Crore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Global, Comprehensive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Ground Staff (Engineering, HR)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50 Lakh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75 Lakh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5 Lakh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10 Lakh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Applicable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Domestic / Limited Int.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latest updates or claims, log in to the CloudWay 24 Employee Portal or contact HR at </a:t>
            </a:r>
            <a:r>
              <a:rPr b="1"/>
              <a:t>hr@cloudway24.com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2025-07-29T14:56:31Z</dcterms:created>
  <dcterms:modified xsi:type="dcterms:W3CDTF">2025-07-29T14:56:31Z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