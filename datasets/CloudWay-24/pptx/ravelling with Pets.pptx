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4" Type="http://schemas.openxmlformats.org/officeDocument/2006/relationships/viewProps" Target="viewProps.xml" /><Relationship Id="rId1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6" Type="http://schemas.openxmlformats.org/officeDocument/2006/relationships/tableStyles" Target="tableStyles.xml" /><Relationship Id="rId1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loudway24.com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Travelling with Pets on CloudWay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CloudWay 24 welcomes you and your furry companions aboard! To ensure a pleasant and safe journey for both you and your pet, please review our comprehensive guidelines for travelling with pets.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Policy</a:t>
            </a:r>
          </a:p>
          <a:p>
            <a:pPr lvl="0"/>
            <a:r>
              <a:rPr b="1"/>
              <a:t>Eligible Pets:</a:t>
            </a:r>
            <a:r>
              <a:rPr/>
              <a:t> Cats and small dogs (domesticated), in good health and at least 3 months old.</a:t>
            </a:r>
          </a:p>
          <a:p>
            <a:pPr lvl="0"/>
            <a:r>
              <a:rPr b="1"/>
              <a:t>Allowed Routes:</a:t>
            </a:r>
            <a:r>
              <a:rPr/>
              <a:t> Pets are permitted only on international flights operated exclusively by CloudWay 24.</a:t>
            </a:r>
          </a:p>
          <a:p>
            <a:pPr lvl="0"/>
            <a:r>
              <a:rPr b="1"/>
              <a:t>Advance Booking:</a:t>
            </a:r>
            <a:r>
              <a:rPr/>
              <a:t> Notify CloudWay 24 </a:t>
            </a:r>
            <a:r>
              <a:rPr b="1"/>
              <a:t>at least 48 hours before departure</a:t>
            </a:r>
            <a:r>
              <a:rPr/>
              <a:t> to reserve a spot for your pet.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Pet Travel Options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In-Cabin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Checked Baggage (Hold)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Availability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Select international routes (duration under 8 hours)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All direct international flights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Weight Limit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Up to 8 kg</a:t>
                      </a:r>
                      <a:r>
                        <a:rPr/>
                        <a:t> (incl. carrier)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Up to 32 kg (incl. carrier)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Carrier Size (max)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43x33x20 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100x60x75 cm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Pet Fee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USD 150 / INR 11,000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USD 250 / INR 18,000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Carrier Requirements</a:t>
            </a:r>
          </a:p>
          <a:p>
            <a:pPr lvl="0"/>
            <a:r>
              <a:rPr b="1"/>
              <a:t>In-Cabin:</a:t>
            </a:r>
            <a:r>
              <a:rPr/>
              <a:t> Soft-sided, leak-proof, well-ventilated carrier that fits under the seat.</a:t>
            </a:r>
          </a:p>
          <a:p>
            <a:pPr lvl="0"/>
            <a:r>
              <a:rPr b="1"/>
              <a:t>Checked:</a:t>
            </a:r>
            <a:r>
              <a:rPr/>
              <a:t> Rigid carrier with secure latch, absorbent bedding, and enough room for your pet to stand, turn, and lie down comfortably.</a:t>
            </a:r>
          </a:p>
          <a:p>
            <a:pPr lvl="0"/>
            <a:r>
              <a:rPr/>
              <a:t>Identification tag (with pet name and contact info).</a:t>
            </a:r>
          </a:p>
          <a:p>
            <a:pPr lvl="0"/>
            <a:r>
              <a:rPr/>
              <a:t>One carrier per passenger. Maximum 2 pets per booking (1 in-cabin, 1 in hold).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Health &amp; Documentation</a:t>
            </a:r>
          </a:p>
          <a:p>
            <a:pPr lvl="0"/>
            <a:r>
              <a:rPr/>
              <a:t>Valid </a:t>
            </a:r>
            <a:r>
              <a:rPr b="1"/>
              <a:t>health certificate</a:t>
            </a:r>
            <a:r>
              <a:rPr/>
              <a:t> from a licensed veterinarian issued within 10 days of departure.</a:t>
            </a:r>
          </a:p>
          <a:p>
            <a:pPr lvl="0"/>
            <a:r>
              <a:rPr b="1"/>
              <a:t>Vaccination records</a:t>
            </a:r>
            <a:r>
              <a:rPr/>
              <a:t> (including rabies certificate).</a:t>
            </a:r>
          </a:p>
          <a:p>
            <a:pPr lvl="0"/>
            <a:r>
              <a:rPr b="1"/>
              <a:t>Import/export permits</a:t>
            </a:r>
            <a:r>
              <a:rPr/>
              <a:t>, if required by destination country.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Check-In &amp; Boarding</a:t>
            </a:r>
          </a:p>
          <a:p>
            <a:pPr lvl="0"/>
            <a:r>
              <a:rPr/>
              <a:t>Arrive at least </a:t>
            </a:r>
            <a:r>
              <a:rPr b="1"/>
              <a:t>2 hours before departure</a:t>
            </a:r>
            <a:r>
              <a:rPr/>
              <a:t> for check-in.</a:t>
            </a:r>
          </a:p>
          <a:p>
            <a:pPr lvl="0"/>
            <a:r>
              <a:rPr/>
              <a:t>Use designated pet relief and holding areas (where available).</a:t>
            </a:r>
          </a:p>
          <a:p>
            <a:pPr lvl="0"/>
            <a:r>
              <a:rPr/>
              <a:t>In-cabin pets must remain in their carrier throughout the flight—no exceptions.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Restrictions</a:t>
            </a:r>
          </a:p>
          <a:p>
            <a:pPr lvl="0"/>
            <a:r>
              <a:rPr/>
              <a:t>No pets allowed in </a:t>
            </a:r>
            <a:r>
              <a:rPr b="1"/>
              <a:t>CloudLux (First Class)</a:t>
            </a:r>
            <a:r>
              <a:rPr/>
              <a:t> or on select aircraft types due to space limitations.</a:t>
            </a:r>
          </a:p>
          <a:p>
            <a:pPr lvl="0"/>
            <a:r>
              <a:rPr b="1"/>
              <a:t>Brachycephalic breeds</a:t>
            </a:r>
            <a:r>
              <a:rPr/>
              <a:t> (flat-faced dogs/cats) may not be allowed in the hold for safety reasons.</a:t>
            </a:r>
          </a:p>
          <a:p>
            <a:pPr lvl="0"/>
            <a:r>
              <a:rPr/>
              <a:t>Not permitted as cargo or unaccompanied (except registered service animals—see special needs policy).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Book</a:t>
            </a:r>
          </a:p>
          <a:p>
            <a:pPr lvl="0" indent="-342900" marL="342900">
              <a:buAutoNum type="arabicPeriod"/>
            </a:pPr>
            <a:r>
              <a:rPr b="1"/>
              <a:t>During flight booking:</a:t>
            </a:r>
            <a:r>
              <a:rPr/>
              <a:t> Select “Travelling with Pets” and enter pet details.</a:t>
            </a:r>
          </a:p>
          <a:p>
            <a:pPr lvl="0" indent="-342900" marL="342900">
              <a:buAutoNum type="arabicPeriod"/>
            </a:pPr>
            <a:r>
              <a:rPr b="1"/>
              <a:t>After booking:</a:t>
            </a:r>
            <a:r>
              <a:rPr/>
              <a:t> Use “Manage My Flight” &gt; “Add a Pet” option or contact Customer Care.</a:t>
            </a:r>
          </a:p>
          <a:p>
            <a:pPr lvl="0" indent="-342900" marL="342900">
              <a:buAutoNum type="arabicPeriod"/>
            </a:pPr>
            <a:r>
              <a:rPr b="1"/>
              <a:t>Payment:</a:t>
            </a:r>
            <a:r>
              <a:rPr/>
              <a:t> Pet travel fees must be paid online with Credit Card, Debit Card, Netbanking, or SkyPoints 24 points.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Tips for a Smooth Journey</a:t>
            </a:r>
          </a:p>
          <a:p>
            <a:pPr lvl="0"/>
            <a:r>
              <a:rPr/>
              <a:t>Feed your pet a light meal 2 hours before departure.</a:t>
            </a:r>
          </a:p>
          <a:p>
            <a:pPr lvl="0"/>
            <a:r>
              <a:rPr/>
              <a:t>Avoid tranquilizing your pet unless prescribed by a vet.</a:t>
            </a:r>
          </a:p>
          <a:p>
            <a:pPr lvl="0"/>
            <a:r>
              <a:rPr/>
              <a:t>Place a familiar toy or blanket in the carrier for comfort.</a:t>
            </a:r>
          </a:p>
          <a:p>
            <a:pPr lvl="0"/>
            <a:r>
              <a:rPr/>
              <a:t>Attach a current photo of your pet to the carrier.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more information, visit </a:t>
            </a:r>
            <a:r>
              <a:rPr>
                <a:hlinkClick r:id="rId2"/>
              </a:rPr>
              <a:t>CloudWay24.com</a:t>
            </a:r>
            <a:r>
              <a:rPr/>
              <a:t> or contact our 24/7 Customer Support.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CloudWay 24 – Seamless Skies for You and Your Pet!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2025-07-29T14:56:39Z</dcterms:created>
  <dcterms:modified xsi:type="dcterms:W3CDTF">2025-07-29T14:56:39Z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