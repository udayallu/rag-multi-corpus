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CloudWay 24 – Awards &amp; Recognitions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Bringing Excellence to Every Mile Flown</a:t>
            </a:r>
          </a:p>
        </p:txBody>
      </p:sp>
      <p:sp>
        <p:nvSpPr>
          <p:cNvPr id="3" name="Content Placeholder 2"/>
          <p:cNvSpPr>
            <a:spLocks noGrp="1"/>
          </p:cNvSpPr>
          <p:nvPr>
            <p:ph idx="1"/>
          </p:nvPr>
        </p:nvSpPr>
        <p:spPr/>
        <p:txBody>
          <a:bodyPr/>
          <a:lstStyle/>
          <a:p>
            <a:pPr lvl="0" indent="0" marL="0">
              <a:buNone/>
            </a:pPr>
            <a:r>
              <a:rPr/>
              <a:t>Since its inception in 2013, </a:t>
            </a:r>
            <a:r>
              <a:rPr b="1"/>
              <a:t>CloudWay 24</a:t>
            </a:r>
            <a:r>
              <a:rPr/>
              <a:t> has continually set new benchmarks for international travel, earning prestigious accolades for outstanding service, reliability, and innovation. Our passion for seamless skies and global reach is reflected in the industry and customer recognitions listed below.</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Major Awards</a:t>
            </a:r>
          </a:p>
        </p:txBody>
      </p:sp>
      <p:sp>
        <p:nvSpPr>
          <p:cNvPr id="3" name="Content Placeholder 2"/>
          <p:cNvSpPr>
            <a:spLocks noGrp="1"/>
          </p:cNvSpPr>
          <p:nvPr>
            <p:ph idx="1"/>
          </p:nvPr>
        </p:nvSpPr>
        <p:spPr/>
        <p:txBody>
          <a:bodyPr/>
          <a:lstStyle/>
          <a:p>
            <a:pPr lvl="0" indent="0" marL="0">
              <a:spcBef>
                <a:spcPts val="3000"/>
              </a:spcBef>
              <a:buNone/>
            </a:pPr>
            <a:r>
              <a:rPr b="1"/>
              <a:t>SkyTrax World Airline Awards</a:t>
            </a:r>
          </a:p>
          <a:p>
            <a:pPr lvl="0"/>
            <a:r>
              <a:rPr b="1"/>
              <a:t>Best Full-Service Airline in India</a:t>
            </a:r>
            <a:r>
              <a:rPr/>
              <a:t> (2022, 2023)</a:t>
            </a:r>
          </a:p>
          <a:p>
            <a:pPr lvl="0"/>
            <a:r>
              <a:rPr b="1"/>
              <a:t>Best Long Haul Airline: South Asia</a:t>
            </a:r>
            <a:r>
              <a:rPr/>
              <a:t> (2023)</a:t>
            </a:r>
          </a:p>
          <a:p>
            <a:pPr lvl="0"/>
            <a:r>
              <a:rPr b="1"/>
              <a:t>Top 10 World’s Most Improved Airlines</a:t>
            </a:r>
            <a:r>
              <a:rPr/>
              <a:t> (2021)</a:t>
            </a:r>
          </a:p>
          <a:p>
            <a:pPr lvl="0" indent="0" marL="0">
              <a:spcBef>
                <a:spcPts val="3000"/>
              </a:spcBef>
              <a:buNone/>
            </a:pPr>
            <a:r>
              <a:rPr b="1"/>
              <a:t>World Travel Awards</a:t>
            </a:r>
          </a:p>
          <a:p>
            <a:pPr lvl="0"/>
            <a:r>
              <a:rPr b="1"/>
              <a:t>Asia’s Leading Airline – Business Class</a:t>
            </a:r>
            <a:r>
              <a:rPr/>
              <a:t> (2022, 2023)</a:t>
            </a:r>
          </a:p>
          <a:p>
            <a:pPr lvl="0"/>
            <a:r>
              <a:rPr b="1"/>
              <a:t>India’s Best In-Flight Entertainment</a:t>
            </a:r>
            <a:r>
              <a:rPr/>
              <a:t> (2021, 2022)</a:t>
            </a:r>
          </a:p>
          <a:p>
            <a:pPr lvl="0"/>
            <a:r>
              <a:rPr b="1"/>
              <a:t>World’s Leading Airline to North America (Nominee)</a:t>
            </a:r>
            <a:r>
              <a:rPr/>
              <a:t> (2023)</a:t>
            </a:r>
          </a:p>
          <a:p>
            <a:pPr lvl="0" indent="0" marL="0">
              <a:spcBef>
                <a:spcPts val="3000"/>
              </a:spcBef>
              <a:buNone/>
            </a:pPr>
            <a:r>
              <a:rPr b="1"/>
              <a:t>APEX/IFSA Awards</a:t>
            </a:r>
          </a:p>
          <a:p>
            <a:pPr lvl="0"/>
            <a:r>
              <a:rPr b="1"/>
              <a:t>Best Cabin Service (Asia-Pacific)</a:t>
            </a:r>
            <a:r>
              <a:rPr/>
              <a:t> (2023)</a:t>
            </a:r>
          </a:p>
          <a:p>
            <a:pPr lvl="0"/>
            <a:r>
              <a:rPr b="1"/>
              <a:t>Passenger Choice Award for Seat Comfort</a:t>
            </a:r>
            <a:r>
              <a:rPr/>
              <a:t> (2022)</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Industry Recognitions</a:t>
            </a:r>
          </a:p>
        </p:txBody>
      </p:sp>
      <p:sp>
        <p:nvSpPr>
          <p:cNvPr id="3" name="Content Placeholder 2"/>
          <p:cNvSpPr>
            <a:spLocks noGrp="1"/>
          </p:cNvSpPr>
          <p:nvPr>
            <p:ph idx="1"/>
          </p:nvPr>
        </p:nvSpPr>
        <p:spPr/>
        <p:txBody>
          <a:bodyPr/>
          <a:lstStyle/>
          <a:p>
            <a:pPr lvl="0"/>
            <a:r>
              <a:rPr b="1"/>
              <a:t>On-Time Performance Excellence</a:t>
            </a:r>
            <a:r>
              <a:rPr/>
              <a:t> by Cirium (Top 3 Indian International Airlines, 2022)</a:t>
            </a:r>
          </a:p>
          <a:p>
            <a:pPr lvl="0"/>
            <a:r>
              <a:rPr b="1"/>
              <a:t>Green Skies Initiative</a:t>
            </a:r>
            <a:r>
              <a:rPr/>
              <a:t>: Recognized for fuel-efficient operations with Boeing 787 and Airbus A350 fleets.</a:t>
            </a:r>
          </a:p>
          <a:p>
            <a:pPr lvl="0"/>
            <a:r>
              <a:rPr b="1"/>
              <a:t>IATA Membership Excellence</a:t>
            </a:r>
            <a:r>
              <a:rPr/>
              <a:t>: Certified for operational safety and service quality.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Customer Choice Highlights</a:t>
            </a:r>
          </a:p>
        </p:txBody>
      </p:sp>
      <p:sp>
        <p:nvSpPr>
          <p:cNvPr id="3" name="Content Placeholder 2"/>
          <p:cNvSpPr>
            <a:spLocks noGrp="1"/>
          </p:cNvSpPr>
          <p:nvPr>
            <p:ph idx="1"/>
          </p:nvPr>
        </p:nvSpPr>
        <p:spPr/>
        <p:txBody>
          <a:bodyPr/>
          <a:lstStyle/>
          <a:p>
            <a:pPr lvl="0"/>
            <a:r>
              <a:rPr b="1"/>
              <a:t>4.5+ Star Ratings</a:t>
            </a:r>
            <a:r>
              <a:rPr/>
              <a:t> on major review platforms (TripAdvisor, SkyTrax, Feefo)</a:t>
            </a:r>
          </a:p>
          <a:p>
            <a:pPr lvl="0"/>
            <a:r>
              <a:rPr b="1"/>
              <a:t>Best Family-Friendly Airline</a:t>
            </a:r>
            <a:r>
              <a:rPr/>
              <a:t> (Indian Traveller Survey, 2023)</a:t>
            </a:r>
          </a:p>
          <a:p>
            <a:pPr lvl="0"/>
            <a:r>
              <a:rPr b="1"/>
              <a:t>Favorite Airline App</a:t>
            </a:r>
            <a:r>
              <a:rPr/>
              <a:t> (Consumer Tech Award, 2023)</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CloudWay 24 remains committed to redefining air travel standards with every flight. Thank you to our passengers, partners, and the industry for recognizing our dedication to safety, comfort, and innovation.</a:t>
            </a:r>
          </a:p>
          <a:p>
            <a:pPr lvl="0" indent="0" marL="1270000">
              <a:buNone/>
            </a:pPr>
            <a:r>
              <a:rPr sz="2000" i="1"/>
              <a:t>“Seamless Skies, Global Reach.”</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2025-07-29T14:56:03Z</dcterms:created>
  <dcterms:modified xsi:type="dcterms:W3CDTF">2025-07-29T14:56:03Z</dcterms:modified>
</cp:coreProperties>
</file>

<file path=docProps/custom.xml><?xml version="1.0" encoding="utf-8"?>
<Properties xmlns="http://schemas.openxmlformats.org/officeDocument/2006/custom-properties" xmlns:vt="http://schemas.openxmlformats.org/officeDocument/2006/docPropsVTypes"/>
</file>