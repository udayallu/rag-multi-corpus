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Velvera: Awards and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commitment to ethical innovation, privacy leadership, and sustainable excellence has been recognized by renowned industry authorities and global institutions. Below is a selection of our most meaningful accolades and recognitions.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Award /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Recognized Product/Category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 Dot Product Design Award – Winner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 Dot GmbH &amp; Co. KG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Honored for exceptional product design harmonizing ergonomics, aesthetics, and sustainability.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Germany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 100 Most Ethical Companies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Ethisphere Institute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Corporate Ethics &amp; Responsibility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Awarded for transparent supply chain, fair labor, and industry-leading privacy standards.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Privacy Innovation Award – Mobile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European Data Protection Authority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Hardware-level Privacy &amp;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Recognized for world-class device encryption and hardware-embedded privacy on all Velvera devices.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Green Consumer Electronics Brand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GreenTech World Awards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Sustainability &amp; Circular Economy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Cited for carbon-neutral manufacturing, recyclable packaging, and take-back/e-waste programs.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Design Award – Communication Technology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International Forum Design (iF)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 1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Honored for minimalist interface and seamless AI integration enhancing productivity and accessibility.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Germany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Mobile Security Leadership Award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Frost &amp; Sullivan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Mobile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Awarded for pioneering secure boot architecture and device management for enterprise clients.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Gold Certification – EcoVadis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EcoVadis SAS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Environmental, Social,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Scored in the top 5% globally for sustainability and ethical business practices.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Editor’s Choice – Best Premium Smartphone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TechRadar Global Awards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Selected for build quality, software longevity, and privacy-first features amid fierce competition.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UK/Global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 Contribution to Circular Tech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Sustainable Tech Foundation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Device Longevity &amp; Material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Recognized for achieving 90%+ recyclable materials across all product lines.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Switzerland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 Startup Employer – Consumer Technology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LinkedIn / Digital India Chamber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Corporate Culture &amp; Employee Growth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Named for progressive workplace policies, upskilling, and strong employee retention rates.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Award Highlights</a:t>
            </a:r>
          </a:p>
          <a:p>
            <a:pPr lvl="0" indent="0" marL="0">
              <a:buNone/>
            </a:pPr>
            <a:r>
              <a:rPr b="1"/>
              <a:t>Red Dot Product Design Award (2025) – Velvera One Pro</a:t>
            </a:r>
            <a:br/>
            <a:r>
              <a:rPr/>
              <a:t>Velvera’s signature flagship earned one of the world’s most prestigious design distinctions for its synthesis of durable materials, tactile comfort, and timeless visual identity.</a:t>
            </a:r>
          </a:p>
          <a:p>
            <a:pPr lvl="0" indent="0" marL="0">
              <a:buNone/>
            </a:pPr>
            <a:r>
              <a:rPr b="1"/>
              <a:t>Global 100 Most Ethical Companies (2025) – Ethisphere Institute</a:t>
            </a:r>
            <a:br/>
            <a:r>
              <a:rPr/>
              <a:t>Recognized among the world’s most principled companies for unwavering commitment to transparency, privacy, and social responsibility throughout the organization.</a:t>
            </a:r>
          </a:p>
          <a:p>
            <a:pPr lvl="0" indent="0" marL="0">
              <a:buNone/>
            </a:pPr>
            <a:r>
              <a:rPr b="1"/>
              <a:t>Privacy Innovation Award – European Data Protection Authority (2024)</a:t>
            </a:r>
            <a:br/>
            <a:r>
              <a:rPr/>
              <a:t>Commending Velvera for industry-first hardware-based encryption and privacy protocols, setting a new benchmark for consumer device security in the EU.</a:t>
            </a:r>
          </a:p>
          <a:p>
            <a:pPr lvl="0" indent="0" marL="0">
              <a:buNone/>
            </a:pPr>
            <a:r>
              <a:rPr b="1"/>
              <a:t>Gold EcoVadis Certification (2025)</a:t>
            </a:r>
            <a:br/>
            <a:r>
              <a:rPr/>
              <a:t>Awarded to Velvera for leading environmental performance, responsible sourcing, and carbon footprint minimization—ranking in the global top tier for sustainable operations.</a:t>
            </a:r>
          </a:p>
          <a:p>
            <a:pPr lvl="0" indent="0" marL="0">
              <a:buNone/>
            </a:pPr>
            <a:r>
              <a:rPr b="1"/>
              <a:t>IF Design Award – Velvera Nexus 1 Pro (2025)</a:t>
            </a:r>
            <a:br/>
            <a:r>
              <a:rPr/>
              <a:t>Celebrating excellence in user interface and AI-driven productivity, reinforcing Velvera’s leadership in functional minimalism and accessibility.</a:t>
            </a:r>
          </a:p>
          <a:p>
            <a:pPr lvl="0" indent="0" marL="0">
              <a:buNone/>
            </a:pPr>
            <a:r>
              <a:rPr b="1"/>
              <a:t>Editor’s Choice – TechRadar Global Awards (2025)</a:t>
            </a:r>
            <a:br/>
            <a:r>
              <a:rPr/>
              <a:t>Velvera One Ultra named the premium smartphone of the year for balancing uncompromising security with modern features and standout design.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remains steadfast in advancing the frontiers of ethical technology, delivering award-winning products and practices that define the future of mobile innovation.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2025-07-29T14:54:03Z</dcterms:created>
  <dcterms:modified xsi:type="dcterms:W3CDTF">2025-07-29T14:54:03Z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