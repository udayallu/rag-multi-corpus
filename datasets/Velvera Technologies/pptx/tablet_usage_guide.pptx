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velvera.com/suppor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Velvera Pad Series — Usage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Unboxing and Setup</a:t>
            </a:r>
          </a:p>
          <a:p>
            <a:pPr lvl="0"/>
            <a:r>
              <a:rPr b="1"/>
              <a:t>Included in the Box:</a:t>
            </a:r>
            <a:r>
              <a:rPr/>
              <a:t> Velvera Pad, 33W/45W USB-C power adapter, USB-C cable, Quick Start Guide, SIM ejector tool (Pro models only)</a:t>
            </a:r>
          </a:p>
          <a:p>
            <a:pPr lvl="0"/>
            <a:r>
              <a:rPr b="1"/>
              <a:t>Optional Accessories:</a:t>
            </a:r>
            <a:r>
              <a:rPr/>
              <a:t> Velvera Pencil, Velvera Keyboard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Setup:</a:t>
            </a:r>
          </a:p>
          <a:p>
            <a:pPr lvl="0" indent="-342900" marL="342900">
              <a:buAutoNum type="arabicPeriod"/>
            </a:pPr>
            <a:r>
              <a:rPr b="1"/>
              <a:t>Power On:</a:t>
            </a:r>
            <a:br/>
            <a:r>
              <a:rPr/>
              <a:t>Press and hold the power button (right edge).</a:t>
            </a:r>
          </a:p>
          <a:p>
            <a:pPr lvl="0" indent="-342900" marL="342900">
              <a:buAutoNum type="arabicPeriod"/>
            </a:pPr>
            <a:r>
              <a:rPr b="1"/>
              <a:t>Language &amp; Region:</a:t>
            </a:r>
            <a:br/>
            <a:r>
              <a:rPr/>
              <a:t>Follow on-screen prompts to select your language and region.</a:t>
            </a:r>
          </a:p>
          <a:p>
            <a:pPr lvl="0" indent="-342900" marL="342900">
              <a:buAutoNum type="arabicPeriod"/>
            </a:pPr>
            <a:r>
              <a:rPr b="1"/>
              <a:t>Wi-Fi/Network Connection:</a:t>
            </a:r>
          </a:p>
          <a:p>
            <a:pPr lvl="1"/>
            <a:r>
              <a:rPr/>
              <a:t>All models: Connect to Wi-Fi 6/6E.</a:t>
            </a:r>
          </a:p>
          <a:p>
            <a:pPr lvl="1"/>
            <a:r>
              <a:rPr/>
              <a:t>Pad Pro: Optionally insert nano SIM for 5G cellular network.</a:t>
            </a:r>
          </a:p>
          <a:p>
            <a:pPr lvl="0" indent="-342900" marL="342900">
              <a:buAutoNum type="arabicPeriod"/>
            </a:pPr>
            <a:r>
              <a:rPr b="1"/>
              <a:t>Google Account Sign-In:</a:t>
            </a:r>
            <a:br/>
            <a:r>
              <a:rPr/>
              <a:t>Sign in to your Google account for Play Store and sync services.</a:t>
            </a:r>
          </a:p>
          <a:p>
            <a:pPr lvl="0" indent="-342900" marL="342900">
              <a:buAutoNum type="arabicPeriod"/>
            </a:pPr>
            <a:r>
              <a:rPr b="1"/>
              <a:t>System Updates:</a:t>
            </a:r>
            <a:br/>
            <a:r>
              <a:rPr/>
              <a:t>Allow Velvera UI to check for and install available updates.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Charging Your Tablet</a:t>
            </a:r>
          </a:p>
          <a:p>
            <a:pPr lvl="0"/>
            <a:r>
              <a:rPr b="1"/>
              <a:t>Charging Port:</a:t>
            </a:r>
            <a:r>
              <a:rPr/>
              <a:t> USB-C (bottom left edge)</a:t>
            </a:r>
          </a:p>
          <a:p>
            <a:pPr lvl="0"/>
            <a:r>
              <a:rPr b="1"/>
              <a:t>Supported Charging:</a:t>
            </a:r>
          </a:p>
          <a:p>
            <a:pPr lvl="1"/>
            <a:r>
              <a:rPr/>
              <a:t>Pad 11”: Up to 33W fast charging, full charge ~2.5 hours</a:t>
            </a:r>
          </a:p>
          <a:p>
            <a:pPr lvl="1"/>
            <a:r>
              <a:rPr/>
              <a:t>Pad Pro 12.9”: Up to 45W ultra-fast charging, full charge ~2 hours</a:t>
            </a:r>
          </a:p>
          <a:p>
            <a:pPr lvl="0"/>
            <a:r>
              <a:rPr b="1"/>
              <a:t>Battery Tips:</a:t>
            </a:r>
            <a:r>
              <a:rPr/>
              <a:t> Use the included adapter for optimal charging speed. Avoid letting the battery fully deplete for longer life.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Everyday Usage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Tablet Navigation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Gesture/Button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Home Screen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Swipe up from bottom or tap 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Returns to main screen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 Switcher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Swipe up &amp; hold, tap Recent Apps icon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View all open apps, switch or close apps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Swipe from either side or tap 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Returns to previous screen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 Settings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Swipe down from top right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 Wi-Fi, Bluetooth, brightness, etc.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Notifications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Swipe down from top left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View messages, alerts, app notifications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Productivity &amp; Multitasking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Multi-Window &amp; Multitasking</a:t>
            </a:r>
          </a:p>
          <a:p>
            <a:pPr lvl="0"/>
            <a:r>
              <a:rPr b="1"/>
              <a:t>Split Screen:</a:t>
            </a:r>
            <a:br/>
            <a:r>
              <a:rPr/>
              <a:t>Open Recents, tap app icon, choose “Split screen.” Select second app.</a:t>
            </a:r>
          </a:p>
          <a:p>
            <a:pPr lvl="0"/>
            <a:r>
              <a:rPr b="1"/>
              <a:t>Floating Apps:</a:t>
            </a:r>
            <a:br/>
            <a:r>
              <a:rPr/>
              <a:t>Supported apps: Tap and hold from Recent Apps, drag to open as floating window (Pro models).</a:t>
            </a:r>
          </a:p>
          <a:p>
            <a:pPr lvl="0"/>
            <a:r>
              <a:rPr b="1"/>
              <a:t>Wireless Dex Mode:</a:t>
            </a:r>
            <a:br/>
            <a:r>
              <a:rPr/>
              <a:t>(Pad Pro only) Enable from Quick Settings for a desktop-like interface on external displays.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Keyboard &amp; Mouse Support</a:t>
            </a:r>
          </a:p>
          <a:p>
            <a:pPr lvl="0"/>
            <a:r>
              <a:rPr/>
              <a:t>Attach Velvera Keyboard magnetically; tablet auto-detects.</a:t>
            </a:r>
          </a:p>
          <a:p>
            <a:pPr lvl="0"/>
            <a:r>
              <a:rPr/>
              <a:t>Use Bluetooth mouse for enhanced productivity.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Stylus Functions (Velvera Pencil)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How-To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 Support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 &amp; Charge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 Pencil to tablet edge (magnetic/wireless charging, Pro only)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 &amp; Drawing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 Notes or any drawing app, begin writing or sketching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 Annotate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Double tap Pencil (customizable in settings)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Pressure Sensitivity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4096 levels (gradual shading, precision lines)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Tilt Support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Supports artistic shading and edge effects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models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Camera &amp; Media</a:t>
            </a:r>
          </a:p>
          <a:p>
            <a:pPr lvl="0"/>
            <a:r>
              <a:rPr b="1"/>
              <a:t>Open Camera App:</a:t>
            </a:r>
            <a:r>
              <a:rPr/>
              <a:t> Tap Camera icon from Home/Apps.</a:t>
            </a:r>
          </a:p>
          <a:p>
            <a:pPr lvl="0"/>
            <a:r>
              <a:rPr b="1"/>
              <a:t>Main Camera Functions:</a:t>
            </a:r>
          </a:p>
          <a:p>
            <a:pPr lvl="1"/>
            <a:r>
              <a:rPr b="1"/>
              <a:t>Photo/Video:</a:t>
            </a:r>
            <a:r>
              <a:rPr/>
              <a:t> Standard, HDR, Portrait options (switch via bottom menu)</a:t>
            </a:r>
          </a:p>
          <a:p>
            <a:pPr lvl="1"/>
            <a:r>
              <a:rPr b="1"/>
              <a:t>Ultra-Wide:</a:t>
            </a:r>
            <a:r>
              <a:rPr/>
              <a:t> (Pad Pro) Use toggle to switch rear lenses.</a:t>
            </a:r>
          </a:p>
          <a:p>
            <a:pPr lvl="1"/>
            <a:r>
              <a:rPr b="1"/>
              <a:t>Center Stage:</a:t>
            </a:r>
            <a:r>
              <a:rPr/>
              <a:t> (Pad Pro) Keeps you centered during video calls.</a:t>
            </a:r>
          </a:p>
          <a:p>
            <a:pPr lvl="0"/>
            <a:r>
              <a:rPr b="1"/>
              <a:t>Gallery &amp; Editing:</a:t>
            </a:r>
            <a:r>
              <a:rPr/>
              <a:t> Photos save automatically; edit and share from Photos app.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Connectivity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Use /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Wi-Fi 6/6E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 Settings &gt; Wi-Fi icon; select 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5G Cellular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Insert SIM &gt; Settings &gt; Network &amp; Internet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 Pro only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USB-C &amp; Display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 USB peripherals, external displays (DisplayPort out)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 Pro 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Bluetooth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Pair in Settings &gt; Bluetooth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Miracast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Quick Settings &gt; Screen Cast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Pad Pro only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Security &amp; Privacy</a:t>
            </a:r>
          </a:p>
          <a:p>
            <a:pPr lvl="0"/>
            <a:r>
              <a:rPr b="1"/>
              <a:t>Face Unlock:</a:t>
            </a:r>
            <a:br/>
            <a:r>
              <a:rPr/>
              <a:t>Register via Settings &gt; Security &gt; Face Unlock (IR sensor on Pro).</a:t>
            </a:r>
          </a:p>
          <a:p>
            <a:pPr lvl="0"/>
            <a:r>
              <a:rPr b="1"/>
              <a:t>Fingerprint Unlock:</a:t>
            </a:r>
            <a:br/>
            <a:r>
              <a:rPr/>
              <a:t>(Pad Pro) Follow onscreen prompts under Settings &gt; Security.</a:t>
            </a:r>
          </a:p>
          <a:p>
            <a:pPr lvl="0"/>
            <a:r>
              <a:rPr b="1"/>
              <a:t>App Permissions:</a:t>
            </a:r>
            <a:br/>
            <a:r>
              <a:rPr/>
              <a:t>Control per-app access in Settings &gt; Apps &amp; Permissions.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9. System &amp; Software</a:t>
            </a:r>
          </a:p>
          <a:p>
            <a:pPr lvl="0"/>
            <a:r>
              <a:rPr b="1"/>
              <a:t>System Updates:</a:t>
            </a:r>
            <a:br/>
            <a:r>
              <a:rPr/>
              <a:t>Settings &gt; System &gt; Updates</a:t>
            </a:r>
          </a:p>
          <a:p>
            <a:pPr lvl="0"/>
            <a:r>
              <a:rPr b="1"/>
              <a:t>Backup &amp; Restore:</a:t>
            </a:r>
            <a:br/>
            <a:r>
              <a:rPr/>
              <a:t>Settings &gt; System &gt; Backup</a:t>
            </a:r>
          </a:p>
          <a:p>
            <a:pPr lvl="0"/>
            <a:r>
              <a:rPr b="1"/>
              <a:t>Parental Controls:</a:t>
            </a:r>
            <a:br/>
            <a:r>
              <a:rPr/>
              <a:t>Settings &gt; Digital Wellbeing &gt; Parental Controls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10. Troubleshooting &amp; Support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Suggested 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Tablet won’t power 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Hold power for 8 seconds, then release; charge for 10 mins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Cannot connect to Wi-Fi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Toggle Wi-Fi, check password, restart router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Accessory not detected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Reattach accessory, check for updates; restart device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Rapid battery drain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Reduce screen brightness, close background apps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lag or freeze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Force restart; check for available updates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Need further help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Visit velvera.com/support or contact authorized service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Accessory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Velvera Pencil:</a:t>
            </a:r>
            <a:r>
              <a:rPr/>
              <a:t> Attach magnetically to edge for charging and pairing; use for drawing or note-taking.</a:t>
            </a:r>
          </a:p>
          <a:p>
            <a:pPr lvl="0"/>
            <a:r>
              <a:rPr b="1"/>
              <a:t>Velvera Keyboard:</a:t>
            </a:r>
            <a:r>
              <a:rPr/>
              <a:t> Align to connection pins; adjusts to multiple angles, integrated trackpad supports gestures.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 &amp;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Use soft, lint-free cloth to clean display.</a:t>
            </a:r>
          </a:p>
          <a:p>
            <a:pPr lvl="0"/>
            <a:r>
              <a:rPr/>
              <a:t>Avoid exposure to liquids, extreme heat, or direct sunlight.</a:t>
            </a:r>
          </a:p>
          <a:p>
            <a:pPr lvl="0"/>
            <a:r>
              <a:rPr/>
              <a:t>Store and charge tablet at room temperature when not in use.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Warranty &amp;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Standard 1-year limited warranty on device and accessories.</a:t>
            </a:r>
          </a:p>
          <a:p>
            <a:pPr lvl="0"/>
            <a:r>
              <a:rPr/>
              <a:t>Extended support and accidental damage protection plans available at purchase.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detailed manuals, accessories, and support:</a:t>
            </a:r>
            <a:br/>
            <a:r>
              <a:rPr/>
              <a:t>Visit </a:t>
            </a:r>
            <a:r>
              <a:rPr>
                <a:hlinkClick r:id="rId2"/>
              </a:rPr>
              <a:t>www.velvera.com/support</a:t>
            </a:r>
          </a:p>
          <a:p>
            <a:pPr lvl="0" indent="0" marL="0">
              <a:buNone/>
            </a:pPr>
            <a:r>
              <a:rPr b="1"/>
              <a:t>Velvera — Powering your creativity, wherever you go.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2025-07-29T14:52:01Z</dcterms:created>
  <dcterms:modified xsi:type="dcterms:W3CDTF">2025-07-29T14:52:01Z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