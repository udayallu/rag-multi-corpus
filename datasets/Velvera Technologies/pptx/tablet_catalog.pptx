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Velvera Tablets Catalog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the official comprehensive catalog for </a:t>
            </a:r>
            <a:r>
              <a:rPr b="1"/>
              <a:t>Velvera</a:t>
            </a:r>
            <a:r>
              <a:rPr/>
              <a:t> — where innovation meets elegance. Explore our complete range of tablets designed for the modern digital lifestyle.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Tablet Series — Velvera Pad</a:t>
            </a:r>
          </a:p>
          <a:p>
            <a:pPr lvl="0" indent="0" marL="0">
              <a:buNone/>
            </a:pPr>
            <a:r>
              <a:rPr/>
              <a:t>Productivity and entertainment redefined. Our tablet lineup offers the perfect balance of performance, portability, and creativity tools.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Pad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Storage/RAM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Pad 11”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 IPS LCD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Wi-Fi, Stereo Speakers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Pad 11”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 IPS LCD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Wi-Fi, Stereo Speakers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Pad Pro 12.9”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12.9”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8+ Gen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 + 5G, Quad Speakers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Pad Pro 12.9”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12.9”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8+ Gen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 + 5G, Quad Speakers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Pad Pro 12.9” 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12.9”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8+ Gen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 / 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 + 5G, Quad Speakers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₹79,999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$959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Compatible with </a:t>
            </a:r>
            <a:r>
              <a:rPr b="1"/>
              <a:t>Velvera Pencil</a:t>
            </a:r>
            <a:r>
              <a:rPr/>
              <a:t> and </a:t>
            </a:r>
            <a:r>
              <a:rPr b="1"/>
              <a:t>Velvera Keyboard</a:t>
            </a:r>
            <a:r>
              <a:rPr/>
              <a:t> (sold separately)</a:t>
            </a:r>
          </a:p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2025-07-29T14:52:21Z</dcterms:created>
  <dcterms:modified xsi:type="dcterms:W3CDTF">2025-07-29T14:52:21Z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