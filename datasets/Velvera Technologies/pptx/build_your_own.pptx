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Build Your Own Product Plan — Configure Your Custom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Empowering you to design the Velvera device that fits your needs and style. Choose your preferred hardware, finish, storage, and exclusive add-ons for the perfect Velvera experience.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Device Customization Options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Available Choices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One, Velvera One Pro, Velvera One Ultra, Velvera Edge, Velvera Edge Pro, Velvera Nexus, Velvera Core, Velvera Start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 (Edge), 6.5” AMOLED 120Hz (One), 6.7” AMOLED HDR10+ (One Pro), 6.9” LTPO 2.0 144Hz (Ultra), 6.6”/6.8” HDR10 OLED (Nexus)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V5 Chip, V5+ AI-Tuned SoC, NeuralCore X/X+, Snapdragon 695, Snapdragon 720G, Helio G85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64GB, 128GB, 256GB, 512GB, 1TB, 2TB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3GB, 4GB, 6GB, 8GB, 12GB, 16GB, 20GB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Single, 16MP Dual, 50MP+12MP Dual AI, 64MP Triple + Macro, Quad Camera + Periscope Zoom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Titanium Gray, Deep Ocean Blue, Rose Gold, Midnight Black, Cloud Gray, Sage Green, Arctic White, Coral Pink, Classic Black, Pearl White, Sky Blue, Forest Green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4000mAh, 4400mAh, 4500mAh, 4600mAh, 5000mAh, 6000mAh, 6500mAh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Charging, Wireless Charging, AI Studio, On-device Transcription, Multi-language Translation, Diving Mode (Watch), IP69K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VelveraOS, VelveraOS Lite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Case, Clear Case, Rugged Case, Screen Protector, Velvera Pencil, Velvera Keyboard, 65W GaN Charger, Wireless Dock, SuperSafe Battery, Stand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Year Standard, 2 Years Extended, 3 Years Premium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Customization Configurations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Power User Creator Bundle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Pro 512GB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Velvera V7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Titanium Gray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AI Engine, 50W Wireless Charging, AI Studio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Case, Wireless Dock, Screen Protector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 Extended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₹72,296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Pocket-Friendly Urban Explorer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Pro 256GB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(50MP+12MP), Night Mode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Sage Green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IP68, Local AI Engine, Fast Charging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Rugged Case, 65W GaN Charger, Stand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Year Standard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₹60,297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AI Productivity Enthusiast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Nexus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Nexus 1 Pro 1TB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HDR10+ LTPO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(64MP), AI Smart Capture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Ocean Blue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Multi-language Translation, Code Inference, AI Studio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Case, Screen Protector, 100W Desktop Hub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 Premium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₹97,996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Outdoor Endurance Set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Plus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Plus 256GB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FHD+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720G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50MP+12MP Dual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Midnight Black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65W Fast Charging, Extra Long Battery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 Lite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Rugged Case, SuperSafe Battery, Wireless Dock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 Extended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₹41,297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Student Value Pack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Start Plus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Start Plus 128GB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Sky Blue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Essential Apps Preinstalled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 Lite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Clear Case, Screen Protector, 65W GaN Charger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Year Standard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₹23,497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Creative Professional Tablet Workstation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512GB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12.9” OLED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8+ Gen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+ 5G, Quad Speakers, Multi-Window Support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Arctic White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Pencil, Velvera Keyboard, Stand Pro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 Extended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₹99,996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Fitness First Wearable Superpack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Watch Premium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Watch Premium 49mm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2.1” Sapphire AMOLED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ECG, SpO2, Stress, GPS, Diving Mode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Life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 + LTE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Ocean Blue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 Strap (Gold), Wireless Dock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 Premium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₹56,999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Entry-Level Essentials Kit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Start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Start 64GB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3GB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Forest Green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Google Apps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 Lite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Clear Case, Screen Protector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Year Standard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₹16,998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Audiophile Signature Bundle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Ultra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Ultra 1TB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Velvera V9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Rose Gold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Adaptive ANC Audio Output, 50W Wireless Charging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Headphones Premium, Leather Case, SuperSafe Battery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 Extended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₹1,41,997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Everyday Business Pro Kit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256GB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V5 Chip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Gray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65W Fast Charging, Biometric Login, IP69K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Case, 65W GaN Charger, Stand Pro, Screen Protector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Warranty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Years Premium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Price (INR)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₹57,496 (Device + selected accessories)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Notes</a:t>
            </a:r>
          </a:p>
          <a:p>
            <a:pPr lvl="0"/>
            <a:r>
              <a:rPr/>
              <a:t>All customized plans are eligible for free shipping and priority technical support.</a:t>
            </a:r>
          </a:p>
          <a:p>
            <a:pPr lvl="0"/>
            <a:r>
              <a:rPr/>
              <a:t>Devices are delivered pre-configured and fully functional, with user-selected accessories included in the package.</a:t>
            </a:r>
          </a:p>
          <a:p>
            <a:pPr lvl="0"/>
            <a:r>
              <a:rPr/>
              <a:t>Each configuration undergoes comprehensive quality control and performance tuning prior to shipment.</a:t>
            </a:r>
          </a:p>
          <a:p>
            <a:pPr lvl="0" indent="0" marL="0">
              <a:buNone/>
            </a:pPr>
            <a:r>
              <a:rPr/>
              <a:t>For personalized business orders or fleet solutions, please contact </a:t>
            </a:r>
            <a:r>
              <a:rPr b="1"/>
              <a:t>business@Velvera.com</a:t>
            </a:r>
            <a:r>
              <a:rPr/>
              <a:t>.</a:t>
            </a:r>
            <a:br/>
            <a:r>
              <a:rPr/>
              <a:t>For all end-user support, please reach out to </a:t>
            </a:r>
            <a:r>
              <a:rPr b="1"/>
              <a:t>support@Velvera.com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2025-07-29T14:53:06Z</dcterms:created>
  <dcterms:modified xsi:type="dcterms:W3CDTF">2025-07-29T14:53:06Z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