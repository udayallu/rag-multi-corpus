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Velvera Watch Series — Product Specification Document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p:nvPr>
        </p:nvSpPr>
        <p:spPr/>
        <p:txBody>
          <a:bodyPr/>
          <a:lstStyle/>
          <a:p>
            <a:pPr lvl="0" indent="0" marL="0">
              <a:buNone/>
            </a:pPr>
            <a:r>
              <a:rPr/>
              <a:t>The </a:t>
            </a:r>
            <a:r>
              <a:rPr b="1"/>
              <a:t>Velvera Watch Series</a:t>
            </a:r>
            <a:r>
              <a:rPr/>
              <a:t> represents the next generation of smart wearables, combining advanced health monitoring features, premium materials, and seamless connectivity. Designed for both everyday users and fitness enthusiasts, Velvera Watches ensure you stay connected and empowered throughout your day.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Available Models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168400"/>
                <a:gridCol w="1168400"/>
                <a:gridCol w="1168400"/>
                <a:gridCol w="1168400"/>
                <a:gridCol w="1168400"/>
                <a:gridCol w="1168400"/>
                <a:gridCol w="1168400"/>
              </a:tblGrid>
              <a:tr h="0">
                <a:tc>
                  <a:txBody>
                    <a:bodyPr/>
                    <a:lstStyle/>
                    <a:p>
                      <a:pPr lvl="0" indent="0" marL="0">
                        <a:buNone/>
                      </a:pPr>
                      <a:r>
                        <a:rPr/>
                        <a:t>Model</a:t>
                      </a:r>
                    </a:p>
                  </a:txBody>
                  <a:tcPr/>
                </a:tc>
                <a:tc>
                  <a:txBody>
                    <a:bodyPr/>
                    <a:lstStyle/>
                    <a:p>
                      <a:pPr lvl="0" indent="0" marL="0">
                        <a:buNone/>
                      </a:pPr>
                      <a:r>
                        <a:rPr/>
                        <a:t>Display Type</a:t>
                      </a:r>
                    </a:p>
                  </a:txBody>
                  <a:tcPr/>
                </a:tc>
                <a:tc>
                  <a:txBody>
                    <a:bodyPr/>
                    <a:lstStyle/>
                    <a:p>
                      <a:pPr lvl="0" indent="0" marL="0">
                        <a:buNone/>
                      </a:pPr>
                      <a:r>
                        <a:rPr/>
                        <a:t>Health Features</a:t>
                      </a:r>
                    </a:p>
                  </a:txBody>
                  <a:tcPr/>
                </a:tc>
                <a:tc>
                  <a:txBody>
                    <a:bodyPr/>
                    <a:lstStyle/>
                    <a:p>
                      <a:pPr lvl="0" indent="0" marL="0">
                        <a:buNone/>
                      </a:pPr>
                      <a:r>
                        <a:rPr/>
                        <a:t>Battery Life</a:t>
                      </a:r>
                    </a:p>
                  </a:txBody>
                  <a:tcPr/>
                </a:tc>
                <a:tc>
                  <a:txBody>
                    <a:bodyPr/>
                    <a:lstStyle/>
                    <a:p>
                      <a:pPr lvl="0" indent="0" marL="0">
                        <a:buNone/>
                      </a:pPr>
                      <a:r>
                        <a:rPr/>
                        <a:t>Connectivity</a:t>
                      </a:r>
                    </a:p>
                  </a:txBody>
                  <a:tcPr/>
                </a:tc>
                <a:tc>
                  <a:txBody>
                    <a:bodyPr/>
                    <a:lstStyle/>
                    <a:p>
                      <a:pPr lvl="0" indent="0" marL="0">
                        <a:buNone/>
                      </a:pPr>
                      <a:r>
                        <a:rPr/>
                        <a:t>Price (INR)</a:t>
                      </a:r>
                    </a:p>
                  </a:txBody>
                  <a:tcPr/>
                </a:tc>
                <a:tc>
                  <a:txBody>
                    <a:bodyPr/>
                    <a:lstStyle/>
                    <a:p>
                      <a:pPr lvl="0" indent="0" marL="0">
                        <a:buNone/>
                      </a:pPr>
                      <a:r>
                        <a:rPr/>
                        <a:t>Price (USD)</a:t>
                      </a:r>
                    </a:p>
                  </a:txBody>
                  <a:tcPr/>
                </a:tc>
              </a:tr>
              <a:tr h="0">
                <a:tc>
                  <a:txBody>
                    <a:bodyPr/>
                    <a:lstStyle/>
                    <a:p>
                      <a:pPr lvl="0" indent="0" marL="0">
                        <a:buNone/>
                      </a:pPr>
                      <a:r>
                        <a:rPr/>
                        <a:t>Velvera Watch Standard 42mm</a:t>
                      </a:r>
                    </a:p>
                  </a:txBody>
                </a:tc>
                <a:tc>
                  <a:txBody>
                    <a:bodyPr/>
                    <a:lstStyle/>
                    <a:p>
                      <a:pPr lvl="0" indent="0" marL="0">
                        <a:buNone/>
                      </a:pPr>
                      <a:r>
                        <a:rPr/>
                        <a:t>1.7” AMOLED</a:t>
                      </a:r>
                    </a:p>
                  </a:txBody>
                </a:tc>
                <a:tc>
                  <a:txBody>
                    <a:bodyPr/>
                    <a:lstStyle/>
                    <a:p>
                      <a:pPr lvl="0" indent="0" marL="0">
                        <a:buNone/>
                      </a:pPr>
                      <a:r>
                        <a:rPr/>
                        <a:t>Heart Rate, Sleep, Steps</a:t>
                      </a:r>
                    </a:p>
                  </a:txBody>
                </a:tc>
                <a:tc>
                  <a:txBody>
                    <a:bodyPr/>
                    <a:lstStyle/>
                    <a:p>
                      <a:pPr lvl="0" indent="0" marL="0">
                        <a:buNone/>
                      </a:pPr>
                      <a:r>
                        <a:rPr/>
                        <a:t>5 days</a:t>
                      </a:r>
                    </a:p>
                  </a:txBody>
                </a:tc>
                <a:tc>
                  <a:txBody>
                    <a:bodyPr/>
                    <a:lstStyle/>
                    <a:p>
                      <a:pPr lvl="0" indent="0" marL="0">
                        <a:buNone/>
                      </a:pPr>
                      <a:r>
                        <a:rPr/>
                        <a:t>Bluetooth</a:t>
                      </a:r>
                    </a:p>
                  </a:txBody>
                </a:tc>
                <a:tc>
                  <a:txBody>
                    <a:bodyPr/>
                    <a:lstStyle/>
                    <a:p>
                      <a:pPr lvl="0" indent="0" marL="0">
                        <a:buNone/>
                      </a:pPr>
                      <a:r>
                        <a:rPr/>
                        <a:t>₹19,999</a:t>
                      </a:r>
                    </a:p>
                  </a:txBody>
                </a:tc>
                <a:tc>
                  <a:txBody>
                    <a:bodyPr/>
                    <a:lstStyle/>
                    <a:p>
                      <a:pPr lvl="0" indent="0" marL="0">
                        <a:buNone/>
                      </a:pPr>
                      <a:r>
                        <a:rPr/>
                        <a:t>$239</a:t>
                      </a:r>
                    </a:p>
                  </a:txBody>
                </a:tc>
              </a:tr>
              <a:tr h="0">
                <a:tc>
                  <a:txBody>
                    <a:bodyPr/>
                    <a:lstStyle/>
                    <a:p>
                      <a:pPr lvl="0" indent="0" marL="0">
                        <a:buNone/>
                      </a:pPr>
                      <a:r>
                        <a:rPr/>
                        <a:t>Velvera Watch Standard 46mm</a:t>
                      </a:r>
                    </a:p>
                  </a:txBody>
                </a:tc>
                <a:tc>
                  <a:txBody>
                    <a:bodyPr/>
                    <a:lstStyle/>
                    <a:p>
                      <a:pPr lvl="0" indent="0" marL="0">
                        <a:buNone/>
                      </a:pPr>
                      <a:r>
                        <a:rPr/>
                        <a:t>1.9” AMOLED</a:t>
                      </a:r>
                    </a:p>
                  </a:txBody>
                </a:tc>
                <a:tc>
                  <a:txBody>
                    <a:bodyPr/>
                    <a:lstStyle/>
                    <a:p>
                      <a:pPr lvl="0" indent="0" marL="0">
                        <a:buNone/>
                      </a:pPr>
                      <a:r>
                        <a:rPr/>
                        <a:t>Heart Rate, Sleep, Steps</a:t>
                      </a:r>
                    </a:p>
                  </a:txBody>
                </a:tc>
                <a:tc>
                  <a:txBody>
                    <a:bodyPr/>
                    <a:lstStyle/>
                    <a:p>
                      <a:pPr lvl="0" indent="0" marL="0">
                        <a:buNone/>
                      </a:pPr>
                      <a:r>
                        <a:rPr/>
                        <a:t>6 days</a:t>
                      </a:r>
                    </a:p>
                  </a:txBody>
                </a:tc>
                <a:tc>
                  <a:txBody>
                    <a:bodyPr/>
                    <a:lstStyle/>
                    <a:p>
                      <a:pPr lvl="0" indent="0" marL="0">
                        <a:buNone/>
                      </a:pPr>
                      <a:r>
                        <a:rPr/>
                        <a:t>Bluetooth</a:t>
                      </a:r>
                    </a:p>
                  </a:txBody>
                </a:tc>
                <a:tc>
                  <a:txBody>
                    <a:bodyPr/>
                    <a:lstStyle/>
                    <a:p>
                      <a:pPr lvl="0" indent="0" marL="0">
                        <a:buNone/>
                      </a:pPr>
                      <a:r>
                        <a:rPr/>
                        <a:t>₹22,999</a:t>
                      </a:r>
                    </a:p>
                  </a:txBody>
                </a:tc>
                <a:tc>
                  <a:txBody>
                    <a:bodyPr/>
                    <a:lstStyle/>
                    <a:p>
                      <a:pPr lvl="0" indent="0" marL="0">
                        <a:buNone/>
                      </a:pPr>
                      <a:r>
                        <a:rPr/>
                        <a:t>$279</a:t>
                      </a:r>
                    </a:p>
                  </a:txBody>
                </a:tc>
              </a:tr>
              <a:tr h="0">
                <a:tc>
                  <a:txBody>
                    <a:bodyPr/>
                    <a:lstStyle/>
                    <a:p>
                      <a:pPr lvl="0" indent="0" marL="0">
                        <a:buNone/>
                      </a:pPr>
                      <a:r>
                        <a:rPr/>
                        <a:t>Velvera Watch Deluxe 42mm</a:t>
                      </a:r>
                    </a:p>
                  </a:txBody>
                </a:tc>
                <a:tc>
                  <a:txBody>
                    <a:bodyPr/>
                    <a:lstStyle/>
                    <a:p>
                      <a:pPr lvl="0" indent="0" marL="0">
                        <a:buNone/>
                      </a:pPr>
                      <a:r>
                        <a:rPr/>
                        <a:t>1.7” LTPO AMOLED</a:t>
                      </a:r>
                    </a:p>
                  </a:txBody>
                </a:tc>
                <a:tc>
                  <a:txBody>
                    <a:bodyPr/>
                    <a:lstStyle/>
                    <a:p>
                      <a:pPr lvl="0" indent="0" marL="0">
                        <a:buNone/>
                      </a:pPr>
                      <a:r>
                        <a:rPr/>
                        <a:t>ECG, SpO₂, Stress, GPS</a:t>
                      </a:r>
                    </a:p>
                  </a:txBody>
                </a:tc>
                <a:tc>
                  <a:txBody>
                    <a:bodyPr/>
                    <a:lstStyle/>
                    <a:p>
                      <a:pPr lvl="0" indent="0" marL="0">
                        <a:buNone/>
                      </a:pPr>
                      <a:r>
                        <a:rPr/>
                        <a:t>7 days</a:t>
                      </a:r>
                    </a:p>
                  </a:txBody>
                </a:tc>
                <a:tc>
                  <a:txBody>
                    <a:bodyPr/>
                    <a:lstStyle/>
                    <a:p>
                      <a:pPr lvl="0" indent="0" marL="0">
                        <a:buNone/>
                      </a:pPr>
                      <a:r>
                        <a:rPr/>
                        <a:t>LTE + Bluetooth</a:t>
                      </a:r>
                    </a:p>
                  </a:txBody>
                </a:tc>
                <a:tc>
                  <a:txBody>
                    <a:bodyPr/>
                    <a:lstStyle/>
                    <a:p>
                      <a:pPr lvl="0" indent="0" marL="0">
                        <a:buNone/>
                      </a:pPr>
                      <a:r>
                        <a:rPr/>
                        <a:t>₹32,999</a:t>
                      </a:r>
                    </a:p>
                  </a:txBody>
                </a:tc>
                <a:tc>
                  <a:txBody>
                    <a:bodyPr/>
                    <a:lstStyle/>
                    <a:p>
                      <a:pPr lvl="0" indent="0" marL="0">
                        <a:buNone/>
                      </a:pPr>
                      <a:r>
                        <a:rPr/>
                        <a:t>$399</a:t>
                      </a:r>
                    </a:p>
                  </a:txBody>
                </a:tc>
              </a:tr>
              <a:tr h="0">
                <a:tc>
                  <a:txBody>
                    <a:bodyPr/>
                    <a:lstStyle/>
                    <a:p>
                      <a:pPr lvl="0" indent="0" marL="0">
                        <a:buNone/>
                      </a:pPr>
                      <a:r>
                        <a:rPr/>
                        <a:t>Velvera Watch Deluxe 46mm</a:t>
                      </a:r>
                    </a:p>
                  </a:txBody>
                </a:tc>
                <a:tc>
                  <a:txBody>
                    <a:bodyPr/>
                    <a:lstStyle/>
                    <a:p>
                      <a:pPr lvl="0" indent="0" marL="0">
                        <a:buNone/>
                      </a:pPr>
                      <a:r>
                        <a:rPr/>
                        <a:t>1.9” LTPO AMOLED</a:t>
                      </a:r>
                    </a:p>
                  </a:txBody>
                </a:tc>
                <a:tc>
                  <a:txBody>
                    <a:bodyPr/>
                    <a:lstStyle/>
                    <a:p>
                      <a:pPr lvl="0" indent="0" marL="0">
                        <a:buNone/>
                      </a:pPr>
                      <a:r>
                        <a:rPr/>
                        <a:t>ECG, SpO₂, Stress, GPS</a:t>
                      </a:r>
                    </a:p>
                  </a:txBody>
                </a:tc>
                <a:tc>
                  <a:txBody>
                    <a:bodyPr/>
                    <a:lstStyle/>
                    <a:p>
                      <a:pPr lvl="0" indent="0" marL="0">
                        <a:buNone/>
                      </a:pPr>
                      <a:r>
                        <a:rPr/>
                        <a:t>8 days</a:t>
                      </a:r>
                    </a:p>
                  </a:txBody>
                </a:tc>
                <a:tc>
                  <a:txBody>
                    <a:bodyPr/>
                    <a:lstStyle/>
                    <a:p>
                      <a:pPr lvl="0" indent="0" marL="0">
                        <a:buNone/>
                      </a:pPr>
                      <a:r>
                        <a:rPr/>
                        <a:t>LTE + Bluetooth</a:t>
                      </a:r>
                    </a:p>
                  </a:txBody>
                </a:tc>
                <a:tc>
                  <a:txBody>
                    <a:bodyPr/>
                    <a:lstStyle/>
                    <a:p>
                      <a:pPr lvl="0" indent="0" marL="0">
                        <a:buNone/>
                      </a:pPr>
                      <a:r>
                        <a:rPr/>
                        <a:t>₹36,999</a:t>
                      </a:r>
                    </a:p>
                  </a:txBody>
                </a:tc>
                <a:tc>
                  <a:txBody>
                    <a:bodyPr/>
                    <a:lstStyle/>
                    <a:p>
                      <a:pPr lvl="0" indent="0" marL="0">
                        <a:buNone/>
                      </a:pPr>
                      <a:r>
                        <a:rPr/>
                        <a:t>$449</a:t>
                      </a:r>
                    </a:p>
                  </a:txBody>
                </a:tc>
              </a:tr>
              <a:tr h="0">
                <a:tc>
                  <a:txBody>
                    <a:bodyPr/>
                    <a:lstStyle/>
                    <a:p>
                      <a:pPr lvl="0" indent="0" marL="0">
                        <a:buNone/>
                      </a:pPr>
                      <a:r>
                        <a:rPr/>
                        <a:t>Velvera Watch Premium 49mm</a:t>
                      </a:r>
                    </a:p>
                  </a:txBody>
                </a:tc>
                <a:tc>
                  <a:txBody>
                    <a:bodyPr/>
                    <a:lstStyle/>
                    <a:p>
                      <a:pPr lvl="0" indent="0" marL="0">
                        <a:buNone/>
                      </a:pPr>
                      <a:r>
                        <a:rPr/>
                        <a:t>2.1” Sapphire AMOLED</a:t>
                      </a:r>
                    </a:p>
                  </a:txBody>
                </a:tc>
                <a:tc>
                  <a:txBody>
                    <a:bodyPr/>
                    <a:lstStyle/>
                    <a:p>
                      <a:pPr lvl="0" indent="0" marL="0">
                        <a:buNone/>
                      </a:pPr>
                      <a:r>
                        <a:rPr/>
                        <a:t>All Pro features + Diving mode</a:t>
                      </a:r>
                    </a:p>
                  </a:txBody>
                </a:tc>
                <a:tc>
                  <a:txBody>
                    <a:bodyPr/>
                    <a:lstStyle/>
                    <a:p>
                      <a:pPr lvl="0" indent="0" marL="0">
                        <a:buNone/>
                      </a:pPr>
                      <a:r>
                        <a:rPr/>
                        <a:t>10 days</a:t>
                      </a:r>
                    </a:p>
                  </a:txBody>
                </a:tc>
                <a:tc>
                  <a:txBody>
                    <a:bodyPr/>
                    <a:lstStyle/>
                    <a:p>
                      <a:pPr lvl="0" indent="0" marL="0">
                        <a:buNone/>
                      </a:pPr>
                      <a:r>
                        <a:rPr/>
                        <a:t>Satellite + LTE</a:t>
                      </a:r>
                    </a:p>
                  </a:txBody>
                </a:tc>
                <a:tc>
                  <a:txBody>
                    <a:bodyPr/>
                    <a:lstStyle/>
                    <a:p>
                      <a:pPr lvl="0" indent="0" marL="0">
                        <a:buNone/>
                      </a:pPr>
                      <a:r>
                        <a:rPr/>
                        <a:t>₹54,999</a:t>
                      </a:r>
                    </a:p>
                  </a:txBody>
                </a:tc>
                <a:tc>
                  <a:txBody>
                    <a:bodyPr/>
                    <a:lstStyle/>
                    <a:p>
                      <a:pPr lvl="0" indent="0" marL="0">
                        <a:buNone/>
                      </a:pPr>
                      <a:r>
                        <a:rPr/>
                        <a:t>$659</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Color Options</a:t>
            </a:r>
          </a:p>
        </p:txBody>
      </p:sp>
      <p:sp>
        <p:nvSpPr>
          <p:cNvPr id="3" name="Content Placeholder 2"/>
          <p:cNvSpPr>
            <a:spLocks noGrp="1"/>
          </p:cNvSpPr>
          <p:nvPr>
            <p:ph idx="1"/>
          </p:nvPr>
        </p:nvSpPr>
        <p:spPr/>
        <p:txBody>
          <a:bodyPr/>
          <a:lstStyle/>
          <a:p>
            <a:pPr lvl="0"/>
            <a:r>
              <a:rPr/>
              <a:t>Midnight Black</a:t>
            </a:r>
          </a:p>
          <a:p>
            <a:pPr lvl="0"/>
            <a:r>
              <a:rPr/>
              <a:t>Silver</a:t>
            </a:r>
          </a:p>
          <a:p>
            <a:pPr lvl="0"/>
            <a:r>
              <a:rPr/>
              <a:t>Gold</a:t>
            </a:r>
          </a:p>
          <a:p>
            <a:pPr lvl="0"/>
            <a:r>
              <a:rPr/>
              <a:t>Rose Gold</a:t>
            </a:r>
          </a:p>
          <a:p>
            <a:pPr lvl="0"/>
            <a:r>
              <a:rPr/>
              <a:t>Ocean Blue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Detailed Specifications</a:t>
            </a:r>
          </a:p>
        </p:txBody>
      </p:sp>
      <p:sp>
        <p:nvSpPr>
          <p:cNvPr id="4" name="Text Placeholder 3"/>
          <p:cNvSpPr>
            <a:spLocks noGrp="1"/>
          </p:cNvSpPr>
          <p:nvPr>
            <p:ph idx="2" sz="half" type="body"/>
          </p:nvPr>
        </p:nvSpPr>
        <p:spPr/>
        <p:txBody>
          <a:bodyPr/>
          <a:lstStyle/>
          <a:p>
            <a:pPr lvl="0" indent="0" marL="0">
              <a:spcBef>
                <a:spcPts val="3000"/>
              </a:spcBef>
              <a:buNone/>
            </a:pPr>
            <a:r>
              <a:rPr b="1"/>
              <a:t>1. Display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buNone/>
                      </a:pPr>
                      <a:r>
                        <a:rPr/>
                        <a:t>Model</a:t>
                      </a:r>
                    </a:p>
                  </a:txBody>
                  <a:tcPr/>
                </a:tc>
                <a:tc>
                  <a:txBody>
                    <a:bodyPr/>
                    <a:lstStyle/>
                    <a:p>
                      <a:pPr lvl="0" indent="0" marL="0">
                        <a:buNone/>
                      </a:pPr>
                      <a:r>
                        <a:rPr/>
                        <a:t>Size</a:t>
                      </a:r>
                    </a:p>
                  </a:txBody>
                  <a:tcPr/>
                </a:tc>
                <a:tc>
                  <a:txBody>
                    <a:bodyPr/>
                    <a:lstStyle/>
                    <a:p>
                      <a:pPr lvl="0" indent="0" marL="0">
                        <a:buNone/>
                      </a:pPr>
                      <a:r>
                        <a:rPr/>
                        <a:t>Type</a:t>
                      </a:r>
                    </a:p>
                  </a:txBody>
                  <a:tcPr/>
                </a:tc>
                <a:tc>
                  <a:txBody>
                    <a:bodyPr/>
                    <a:lstStyle/>
                    <a:p>
                      <a:pPr lvl="0" indent="0" marL="0">
                        <a:buNone/>
                      </a:pPr>
                      <a:r>
                        <a:rPr/>
                        <a:t>Resolution</a:t>
                      </a:r>
                    </a:p>
                  </a:txBody>
                  <a:tcPr/>
                </a:tc>
                <a:tc>
                  <a:txBody>
                    <a:bodyPr/>
                    <a:lstStyle/>
                    <a:p>
                      <a:pPr lvl="0" indent="0" marL="0">
                        <a:buNone/>
                      </a:pPr>
                      <a:r>
                        <a:rPr/>
                        <a:t>Protection</a:t>
                      </a:r>
                    </a:p>
                  </a:txBody>
                  <a:tcPr/>
                </a:tc>
                <a:tc>
                  <a:txBody>
                    <a:bodyPr/>
                    <a:lstStyle/>
                    <a:p>
                      <a:pPr lvl="0" indent="0" marL="0">
                        <a:buNone/>
                      </a:pPr>
                      <a:r>
                        <a:rPr/>
                        <a:t>Always-On</a:t>
                      </a:r>
                    </a:p>
                  </a:txBody>
                  <a:tcPr/>
                </a:tc>
              </a:tr>
              <a:tr h="0">
                <a:tc>
                  <a:txBody>
                    <a:bodyPr/>
                    <a:lstStyle/>
                    <a:p>
                      <a:pPr lvl="0" indent="0" marL="0">
                        <a:buNone/>
                      </a:pPr>
                      <a:r>
                        <a:rPr/>
                        <a:t>Standard 42mm</a:t>
                      </a:r>
                    </a:p>
                  </a:txBody>
                </a:tc>
                <a:tc>
                  <a:txBody>
                    <a:bodyPr/>
                    <a:lstStyle/>
                    <a:p>
                      <a:pPr lvl="0" indent="0" marL="0">
                        <a:buNone/>
                      </a:pPr>
                      <a:r>
                        <a:rPr/>
                        <a:t>1.7”</a:t>
                      </a:r>
                    </a:p>
                  </a:txBody>
                </a:tc>
                <a:tc>
                  <a:txBody>
                    <a:bodyPr/>
                    <a:lstStyle/>
                    <a:p>
                      <a:pPr lvl="0" indent="0" marL="0">
                        <a:buNone/>
                      </a:pPr>
                      <a:r>
                        <a:rPr/>
                        <a:t>AMOLED</a:t>
                      </a:r>
                    </a:p>
                  </a:txBody>
                </a:tc>
                <a:tc>
                  <a:txBody>
                    <a:bodyPr/>
                    <a:lstStyle/>
                    <a:p>
                      <a:pPr lvl="0" indent="0" marL="0">
                        <a:buNone/>
                      </a:pPr>
                      <a:r>
                        <a:rPr/>
                        <a:t>390 x 390 px</a:t>
                      </a:r>
                    </a:p>
                  </a:txBody>
                </a:tc>
                <a:tc>
                  <a:txBody>
                    <a:bodyPr/>
                    <a:lstStyle/>
                    <a:p>
                      <a:pPr lvl="0" indent="0" marL="0">
                        <a:buNone/>
                      </a:pPr>
                      <a:r>
                        <a:rPr/>
                        <a:t>Corning Gorilla Glass</a:t>
                      </a:r>
                    </a:p>
                  </a:txBody>
                </a:tc>
                <a:tc>
                  <a:txBody>
                    <a:bodyPr/>
                    <a:lstStyle/>
                    <a:p>
                      <a:pPr lvl="0" indent="0" marL="0">
                        <a:buNone/>
                      </a:pPr>
                      <a:r>
                        <a:rPr/>
                        <a:t>Yes</a:t>
                      </a:r>
                    </a:p>
                  </a:txBody>
                </a:tc>
              </a:tr>
              <a:tr h="0">
                <a:tc>
                  <a:txBody>
                    <a:bodyPr/>
                    <a:lstStyle/>
                    <a:p>
                      <a:pPr lvl="0" indent="0" marL="0">
                        <a:buNone/>
                      </a:pPr>
                      <a:r>
                        <a:rPr/>
                        <a:t>Standard 46mm</a:t>
                      </a:r>
                    </a:p>
                  </a:txBody>
                </a:tc>
                <a:tc>
                  <a:txBody>
                    <a:bodyPr/>
                    <a:lstStyle/>
                    <a:p>
                      <a:pPr lvl="0" indent="0" marL="0">
                        <a:buNone/>
                      </a:pPr>
                      <a:r>
                        <a:rPr/>
                        <a:t>1.9”</a:t>
                      </a:r>
                    </a:p>
                  </a:txBody>
                </a:tc>
                <a:tc>
                  <a:txBody>
                    <a:bodyPr/>
                    <a:lstStyle/>
                    <a:p>
                      <a:pPr lvl="0" indent="0" marL="0">
                        <a:buNone/>
                      </a:pPr>
                      <a:r>
                        <a:rPr/>
                        <a:t>AMOLED</a:t>
                      </a:r>
                    </a:p>
                  </a:txBody>
                </a:tc>
                <a:tc>
                  <a:txBody>
                    <a:bodyPr/>
                    <a:lstStyle/>
                    <a:p>
                      <a:pPr lvl="0" indent="0" marL="0">
                        <a:buNone/>
                      </a:pPr>
                      <a:r>
                        <a:rPr/>
                        <a:t>420 x 420 px</a:t>
                      </a:r>
                    </a:p>
                  </a:txBody>
                </a:tc>
                <a:tc>
                  <a:txBody>
                    <a:bodyPr/>
                    <a:lstStyle/>
                    <a:p>
                      <a:pPr lvl="0" indent="0" marL="0">
                        <a:buNone/>
                      </a:pPr>
                      <a:r>
                        <a:rPr/>
                        <a:t>Corning Gorilla Glass</a:t>
                      </a:r>
                    </a:p>
                  </a:txBody>
                </a:tc>
                <a:tc>
                  <a:txBody>
                    <a:bodyPr/>
                    <a:lstStyle/>
                    <a:p>
                      <a:pPr lvl="0" indent="0" marL="0">
                        <a:buNone/>
                      </a:pPr>
                      <a:r>
                        <a:rPr/>
                        <a:t>Yes</a:t>
                      </a:r>
                    </a:p>
                  </a:txBody>
                </a:tc>
              </a:tr>
              <a:tr h="0">
                <a:tc>
                  <a:txBody>
                    <a:bodyPr/>
                    <a:lstStyle/>
                    <a:p>
                      <a:pPr lvl="0" indent="0" marL="0">
                        <a:buNone/>
                      </a:pPr>
                      <a:r>
                        <a:rPr/>
                        <a:t>Deluxe 42mm</a:t>
                      </a:r>
                    </a:p>
                  </a:txBody>
                </a:tc>
                <a:tc>
                  <a:txBody>
                    <a:bodyPr/>
                    <a:lstStyle/>
                    <a:p>
                      <a:pPr lvl="0" indent="0" marL="0">
                        <a:buNone/>
                      </a:pPr>
                      <a:r>
                        <a:rPr/>
                        <a:t>1.7”</a:t>
                      </a:r>
                    </a:p>
                  </a:txBody>
                </a:tc>
                <a:tc>
                  <a:txBody>
                    <a:bodyPr/>
                    <a:lstStyle/>
                    <a:p>
                      <a:pPr lvl="0" indent="0" marL="0">
                        <a:buNone/>
                      </a:pPr>
                      <a:r>
                        <a:rPr/>
                        <a:t>LTPO AMOLED</a:t>
                      </a:r>
                    </a:p>
                  </a:txBody>
                </a:tc>
                <a:tc>
                  <a:txBody>
                    <a:bodyPr/>
                    <a:lstStyle/>
                    <a:p>
                      <a:pPr lvl="0" indent="0" marL="0">
                        <a:buNone/>
                      </a:pPr>
                      <a:r>
                        <a:rPr/>
                        <a:t>430 x 430 px</a:t>
                      </a:r>
                    </a:p>
                  </a:txBody>
                </a:tc>
                <a:tc>
                  <a:txBody>
                    <a:bodyPr/>
                    <a:lstStyle/>
                    <a:p>
                      <a:pPr lvl="0" indent="0" marL="0">
                        <a:buNone/>
                      </a:pPr>
                      <a:r>
                        <a:rPr/>
                        <a:t>Sapphire Crystal</a:t>
                      </a:r>
                    </a:p>
                  </a:txBody>
                </a:tc>
                <a:tc>
                  <a:txBody>
                    <a:bodyPr/>
                    <a:lstStyle/>
                    <a:p>
                      <a:pPr lvl="0" indent="0" marL="0">
                        <a:buNone/>
                      </a:pPr>
                      <a:r>
                        <a:rPr/>
                        <a:t>Yes</a:t>
                      </a:r>
                    </a:p>
                  </a:txBody>
                </a:tc>
              </a:tr>
              <a:tr h="0">
                <a:tc>
                  <a:txBody>
                    <a:bodyPr/>
                    <a:lstStyle/>
                    <a:p>
                      <a:pPr lvl="0" indent="0" marL="0">
                        <a:buNone/>
                      </a:pPr>
                      <a:r>
                        <a:rPr/>
                        <a:t>Deluxe 46mm</a:t>
                      </a:r>
                    </a:p>
                  </a:txBody>
                </a:tc>
                <a:tc>
                  <a:txBody>
                    <a:bodyPr/>
                    <a:lstStyle/>
                    <a:p>
                      <a:pPr lvl="0" indent="0" marL="0">
                        <a:buNone/>
                      </a:pPr>
                      <a:r>
                        <a:rPr/>
                        <a:t>1.9”</a:t>
                      </a:r>
                    </a:p>
                  </a:txBody>
                </a:tc>
                <a:tc>
                  <a:txBody>
                    <a:bodyPr/>
                    <a:lstStyle/>
                    <a:p>
                      <a:pPr lvl="0" indent="0" marL="0">
                        <a:buNone/>
                      </a:pPr>
                      <a:r>
                        <a:rPr/>
                        <a:t>LTPO AMOLED</a:t>
                      </a:r>
                    </a:p>
                  </a:txBody>
                </a:tc>
                <a:tc>
                  <a:txBody>
                    <a:bodyPr/>
                    <a:lstStyle/>
                    <a:p>
                      <a:pPr lvl="0" indent="0" marL="0">
                        <a:buNone/>
                      </a:pPr>
                      <a:r>
                        <a:rPr/>
                        <a:t>468 x 468 px</a:t>
                      </a:r>
                    </a:p>
                  </a:txBody>
                </a:tc>
                <a:tc>
                  <a:txBody>
                    <a:bodyPr/>
                    <a:lstStyle/>
                    <a:p>
                      <a:pPr lvl="0" indent="0" marL="0">
                        <a:buNone/>
                      </a:pPr>
                      <a:r>
                        <a:rPr/>
                        <a:t>Sapphire Crystal</a:t>
                      </a:r>
                    </a:p>
                  </a:txBody>
                </a:tc>
                <a:tc>
                  <a:txBody>
                    <a:bodyPr/>
                    <a:lstStyle/>
                    <a:p>
                      <a:pPr lvl="0" indent="0" marL="0">
                        <a:buNone/>
                      </a:pPr>
                      <a:r>
                        <a:rPr/>
                        <a:t>Yes</a:t>
                      </a:r>
                    </a:p>
                  </a:txBody>
                </a:tc>
              </a:tr>
              <a:tr h="0">
                <a:tc>
                  <a:txBody>
                    <a:bodyPr/>
                    <a:lstStyle/>
                    <a:p>
                      <a:pPr lvl="0" indent="0" marL="0">
                        <a:buNone/>
                      </a:pPr>
                      <a:r>
                        <a:rPr/>
                        <a:t>Premium 49mm</a:t>
                      </a:r>
                    </a:p>
                  </a:txBody>
                </a:tc>
                <a:tc>
                  <a:txBody>
                    <a:bodyPr/>
                    <a:lstStyle/>
                    <a:p>
                      <a:pPr lvl="0" indent="0" marL="0">
                        <a:buNone/>
                      </a:pPr>
                      <a:r>
                        <a:rPr/>
                        <a:t>2.1”</a:t>
                      </a:r>
                    </a:p>
                  </a:txBody>
                </a:tc>
                <a:tc>
                  <a:txBody>
                    <a:bodyPr/>
                    <a:lstStyle/>
                    <a:p>
                      <a:pPr lvl="0" indent="0" marL="0">
                        <a:buNone/>
                      </a:pPr>
                      <a:r>
                        <a:rPr/>
                        <a:t>Sapphire AMOLED</a:t>
                      </a:r>
                    </a:p>
                  </a:txBody>
                </a:tc>
                <a:tc>
                  <a:txBody>
                    <a:bodyPr/>
                    <a:lstStyle/>
                    <a:p>
                      <a:pPr lvl="0" indent="0" marL="0">
                        <a:buNone/>
                      </a:pPr>
                      <a:r>
                        <a:rPr/>
                        <a:t>502 x 502 px</a:t>
                      </a:r>
                    </a:p>
                  </a:txBody>
                </a:tc>
                <a:tc>
                  <a:txBody>
                    <a:bodyPr/>
                    <a:lstStyle/>
                    <a:p>
                      <a:pPr lvl="0" indent="0" marL="0">
                        <a:buNone/>
                      </a:pPr>
                      <a:r>
                        <a:rPr/>
                        <a:t>Sapphire Crystal</a:t>
                      </a:r>
                    </a:p>
                  </a:txBody>
                </a:tc>
                <a:tc>
                  <a:txBody>
                    <a:bodyPr/>
                    <a:lstStyle/>
                    <a:p>
                      <a:pPr lvl="0" indent="0" marL="0">
                        <a:buNone/>
                      </a:pPr>
                      <a:r>
                        <a:rPr/>
                        <a:t>Yes</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Health &amp; Activity Features</a:t>
            </a:r>
          </a:p>
          <a:p>
            <a:pPr lvl="0"/>
            <a:r>
              <a:rPr b="1"/>
              <a:t>Standard Models (42mm &amp; 46mm):</a:t>
            </a:r>
          </a:p>
          <a:p>
            <a:pPr lvl="1"/>
            <a:r>
              <a:rPr/>
              <a:t>Real-time Heart Rate Monitoring</a:t>
            </a:r>
          </a:p>
          <a:p>
            <a:pPr lvl="1"/>
            <a:r>
              <a:rPr/>
              <a:t>Sleep Tracking (Deep, Light, REM)</a:t>
            </a:r>
          </a:p>
          <a:p>
            <a:pPr lvl="1"/>
            <a:r>
              <a:rPr/>
              <a:t>Step Counter (Pedometer)</a:t>
            </a:r>
          </a:p>
          <a:p>
            <a:pPr lvl="1"/>
            <a:r>
              <a:rPr/>
              <a:t>Calorie Burn Estimation</a:t>
            </a:r>
          </a:p>
          <a:p>
            <a:pPr lvl="0"/>
            <a:r>
              <a:rPr b="1"/>
              <a:t>Deluxe Models (42mm &amp; 46mm):</a:t>
            </a:r>
          </a:p>
          <a:p>
            <a:pPr lvl="1"/>
            <a:r>
              <a:rPr/>
              <a:t>ECG Measurement</a:t>
            </a:r>
          </a:p>
          <a:p>
            <a:pPr lvl="1"/>
            <a:r>
              <a:rPr/>
              <a:t>SpO₂ Monitoring</a:t>
            </a:r>
          </a:p>
          <a:p>
            <a:pPr lvl="1"/>
            <a:r>
              <a:rPr/>
              <a:t>Stress Detection</a:t>
            </a:r>
          </a:p>
          <a:p>
            <a:pPr lvl="1"/>
            <a:r>
              <a:rPr/>
              <a:t>Multi-sport Fitness Modes</a:t>
            </a:r>
          </a:p>
          <a:p>
            <a:pPr lvl="1"/>
            <a:r>
              <a:rPr/>
              <a:t>Integrated GPS</a:t>
            </a:r>
          </a:p>
          <a:p>
            <a:pPr lvl="0"/>
            <a:r>
              <a:rPr b="1"/>
              <a:t>Premium Model (49mm):</a:t>
            </a:r>
          </a:p>
          <a:p>
            <a:pPr lvl="1"/>
            <a:r>
              <a:rPr/>
              <a:t>All Deluxe Features</a:t>
            </a:r>
          </a:p>
          <a:p>
            <a:pPr lvl="1"/>
            <a:r>
              <a:rPr/>
              <a:t>Advanced Diving Mode (Water Resistant up to 100m/10ATM)</a:t>
            </a:r>
          </a:p>
          <a:p>
            <a:pPr lvl="1"/>
            <a:r>
              <a:rPr/>
              <a:t>Emergency SOS</a:t>
            </a:r>
          </a:p>
          <a:p>
            <a:pPr lvl="1"/>
            <a:r>
              <a:rPr/>
              <a:t>Altimeter &amp; Barometer</a:t>
            </a:r>
          </a:p>
          <a:p>
            <a:pPr lvl="1"/>
            <a:r>
              <a:rPr/>
              <a:t>Skin Temperature Sensor</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3. Connectivity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23900"/>
                <a:gridCol w="723900"/>
                <a:gridCol w="723900"/>
                <a:gridCol w="723900"/>
                <a:gridCol w="723900"/>
                <a:gridCol w="723900"/>
                <a:gridCol w="723900"/>
              </a:tblGrid>
              <a:tr h="0">
                <a:tc>
                  <a:txBody>
                    <a:bodyPr/>
                    <a:lstStyle/>
                    <a:p>
                      <a:pPr lvl="0" indent="0" marL="0">
                        <a:buNone/>
                      </a:pPr>
                      <a:r>
                        <a:rPr/>
                        <a:t>Model</a:t>
                      </a:r>
                    </a:p>
                  </a:txBody>
                  <a:tcPr/>
                </a:tc>
                <a:tc>
                  <a:txBody>
                    <a:bodyPr/>
                    <a:lstStyle/>
                    <a:p>
                      <a:pPr lvl="0" indent="0" marL="0">
                        <a:buNone/>
                      </a:pPr>
                      <a:r>
                        <a:rPr/>
                        <a:t>Bluetooth</a:t>
                      </a:r>
                    </a:p>
                  </a:txBody>
                  <a:tcPr/>
                </a:tc>
                <a:tc>
                  <a:txBody>
                    <a:bodyPr/>
                    <a:lstStyle/>
                    <a:p>
                      <a:pPr lvl="0" indent="0" marL="0">
                        <a:buNone/>
                      </a:pPr>
                      <a:r>
                        <a:rPr/>
                        <a:t>LTE</a:t>
                      </a:r>
                    </a:p>
                  </a:txBody>
                  <a:tcPr/>
                </a:tc>
                <a:tc>
                  <a:txBody>
                    <a:bodyPr/>
                    <a:lstStyle/>
                    <a:p>
                      <a:pPr lvl="0" indent="0" marL="0">
                        <a:buNone/>
                      </a:pPr>
                      <a:r>
                        <a:rPr/>
                        <a:t>Satellite</a:t>
                      </a:r>
                    </a:p>
                  </a:txBody>
                  <a:tcPr/>
                </a:tc>
                <a:tc>
                  <a:txBody>
                    <a:bodyPr/>
                    <a:lstStyle/>
                    <a:p>
                      <a:pPr lvl="0" indent="0" marL="0">
                        <a:buNone/>
                      </a:pPr>
                      <a:r>
                        <a:rPr/>
                        <a:t>Wi-Fi</a:t>
                      </a:r>
                    </a:p>
                  </a:txBody>
                  <a:tcPr/>
                </a:tc>
                <a:tc>
                  <a:txBody>
                    <a:bodyPr/>
                    <a:lstStyle/>
                    <a:p>
                      <a:pPr lvl="0" indent="0" marL="0">
                        <a:buNone/>
                      </a:pPr>
                      <a:r>
                        <a:rPr/>
                        <a:t>NFC</a:t>
                      </a:r>
                    </a:p>
                  </a:txBody>
                  <a:tcPr/>
                </a:tc>
                <a:tc>
                  <a:txBody>
                    <a:bodyPr/>
                    <a:lstStyle/>
                    <a:p>
                      <a:pPr lvl="0" indent="0" marL="0">
                        <a:buNone/>
                      </a:pPr>
                      <a:r>
                        <a:rPr/>
                        <a:t>GPS</a:t>
                      </a:r>
                    </a:p>
                  </a:txBody>
                  <a:tcPr/>
                </a:tc>
              </a:tr>
              <a:tr h="0">
                <a:tc>
                  <a:txBody>
                    <a:bodyPr/>
                    <a:lstStyle/>
                    <a:p>
                      <a:pPr lvl="0" indent="0" marL="0">
                        <a:buNone/>
                      </a:pPr>
                      <a:r>
                        <a:rPr/>
                        <a:t>Standard 42mm/46mm</a:t>
                      </a:r>
                    </a:p>
                  </a:txBody>
                </a:tc>
                <a:tc>
                  <a:txBody>
                    <a:bodyPr/>
                    <a:lstStyle/>
                    <a:p>
                      <a:pPr lvl="0" indent="0" marL="0">
                        <a:buNone/>
                      </a:pPr>
                      <a:r>
                        <a:rPr/>
                        <a:t>5.2</a:t>
                      </a:r>
                    </a:p>
                  </a:txBody>
                </a:tc>
                <a:tc>
                  <a:txBody>
                    <a:bodyPr/>
                    <a:lstStyle/>
                    <a:p>
                      <a:pPr lvl="0" indent="0" marL="0">
                        <a:buNone/>
                      </a:pPr>
                      <a:r>
                        <a:rPr/>
                        <a:t>No</a:t>
                      </a:r>
                    </a:p>
                  </a:txBody>
                </a:tc>
                <a:tc>
                  <a:txBody>
                    <a:bodyPr/>
                    <a:lstStyle/>
                    <a:p>
                      <a:pPr lvl="0" indent="0" marL="0">
                        <a:buNone/>
                      </a:pPr>
                      <a:r>
                        <a:rPr/>
                        <a:t>No</a:t>
                      </a:r>
                    </a:p>
                  </a:txBody>
                </a:tc>
                <a:tc>
                  <a:txBody>
                    <a:bodyPr/>
                    <a:lstStyle/>
                    <a:p>
                      <a:pPr lvl="0" indent="0" marL="0">
                        <a:buNone/>
                      </a:pPr>
                      <a:r>
                        <a:rPr/>
                        <a:t>Yes</a:t>
                      </a:r>
                    </a:p>
                  </a:txBody>
                </a:tc>
                <a:tc>
                  <a:txBody>
                    <a:bodyPr/>
                    <a:lstStyle/>
                    <a:p>
                      <a:pPr lvl="0" indent="0" marL="0">
                        <a:buNone/>
                      </a:pPr>
                      <a:r>
                        <a:rPr/>
                        <a:t>Yes</a:t>
                      </a:r>
                    </a:p>
                  </a:txBody>
                </a:tc>
                <a:tc>
                  <a:txBody>
                    <a:bodyPr/>
                    <a:lstStyle/>
                    <a:p>
                      <a:pPr lvl="0" indent="0" marL="0">
                        <a:buNone/>
                      </a:pPr>
                      <a:r>
                        <a:rPr/>
                        <a:t>No</a:t>
                      </a:r>
                    </a:p>
                  </a:txBody>
                </a:tc>
              </a:tr>
              <a:tr h="0">
                <a:tc>
                  <a:txBody>
                    <a:bodyPr/>
                    <a:lstStyle/>
                    <a:p>
                      <a:pPr lvl="0" indent="0" marL="0">
                        <a:buNone/>
                      </a:pPr>
                      <a:r>
                        <a:rPr/>
                        <a:t>Deluxe 42mm/46mm</a:t>
                      </a:r>
                    </a:p>
                  </a:txBody>
                </a:tc>
                <a:tc>
                  <a:txBody>
                    <a:bodyPr/>
                    <a:lstStyle/>
                    <a:p>
                      <a:pPr lvl="0" indent="0" marL="0">
                        <a:buNone/>
                      </a:pPr>
                      <a:r>
                        <a:rPr/>
                        <a:t>5.3</a:t>
                      </a:r>
                    </a:p>
                  </a:txBody>
                </a:tc>
                <a:tc>
                  <a:txBody>
                    <a:bodyPr/>
                    <a:lstStyle/>
                    <a:p>
                      <a:pPr lvl="0" indent="0" marL="0">
                        <a:buNone/>
                      </a:pPr>
                      <a:r>
                        <a:rPr/>
                        <a:t>Yes</a:t>
                      </a:r>
                    </a:p>
                  </a:txBody>
                </a:tc>
                <a:tc>
                  <a:txBody>
                    <a:bodyPr/>
                    <a:lstStyle/>
                    <a:p>
                      <a:pPr lvl="0" indent="0" marL="0">
                        <a:buNone/>
                      </a:pPr>
                      <a:r>
                        <a:rPr/>
                        <a:t>No</a:t>
                      </a:r>
                    </a:p>
                  </a:txBody>
                </a:tc>
                <a:tc>
                  <a:txBody>
                    <a:bodyPr/>
                    <a:lstStyle/>
                    <a:p>
                      <a:pPr lvl="0" indent="0" marL="0">
                        <a:buNone/>
                      </a:pPr>
                      <a:r>
                        <a:rPr/>
                        <a:t>Yes</a:t>
                      </a:r>
                    </a:p>
                  </a:txBody>
                </a:tc>
                <a:tc>
                  <a:txBody>
                    <a:bodyPr/>
                    <a:lstStyle/>
                    <a:p>
                      <a:pPr lvl="0" indent="0" marL="0">
                        <a:buNone/>
                      </a:pPr>
                      <a:r>
                        <a:rPr/>
                        <a:t>Yes</a:t>
                      </a:r>
                    </a:p>
                  </a:txBody>
                </a:tc>
                <a:tc>
                  <a:txBody>
                    <a:bodyPr/>
                    <a:lstStyle/>
                    <a:p>
                      <a:pPr lvl="0" indent="0" marL="0">
                        <a:buNone/>
                      </a:pPr>
                      <a:r>
                        <a:rPr/>
                        <a:t>Yes</a:t>
                      </a:r>
                    </a:p>
                  </a:txBody>
                </a:tc>
              </a:tr>
              <a:tr h="0">
                <a:tc>
                  <a:txBody>
                    <a:bodyPr/>
                    <a:lstStyle/>
                    <a:p>
                      <a:pPr lvl="0" indent="0" marL="0">
                        <a:buNone/>
                      </a:pPr>
                      <a:r>
                        <a:rPr/>
                        <a:t>Premium 49mm</a:t>
                      </a:r>
                    </a:p>
                  </a:txBody>
                </a:tc>
                <a:tc>
                  <a:txBody>
                    <a:bodyPr/>
                    <a:lstStyle/>
                    <a:p>
                      <a:pPr lvl="0" indent="0" marL="0">
                        <a:buNone/>
                      </a:pPr>
                      <a:r>
                        <a:rPr/>
                        <a:t>5.3</a:t>
                      </a:r>
                    </a:p>
                  </a:txBody>
                </a:tc>
                <a:tc>
                  <a:txBody>
                    <a:bodyPr/>
                    <a:lstStyle/>
                    <a:p>
                      <a:pPr lvl="0" indent="0" marL="0">
                        <a:buNone/>
                      </a:pPr>
                      <a:r>
                        <a:rPr/>
                        <a:t>Yes</a:t>
                      </a:r>
                    </a:p>
                  </a:txBody>
                </a:tc>
                <a:tc>
                  <a:txBody>
                    <a:bodyPr/>
                    <a:lstStyle/>
                    <a:p>
                      <a:pPr lvl="0" indent="0" marL="0">
                        <a:buNone/>
                      </a:pPr>
                      <a:r>
                        <a:rPr/>
                        <a:t>Yes</a:t>
                      </a:r>
                    </a:p>
                  </a:txBody>
                </a:tc>
                <a:tc>
                  <a:txBody>
                    <a:bodyPr/>
                    <a:lstStyle/>
                    <a:p>
                      <a:pPr lvl="0" indent="0" marL="0">
                        <a:buNone/>
                      </a:pPr>
                      <a:r>
                        <a:rPr/>
                        <a:t>Yes</a:t>
                      </a:r>
                    </a:p>
                  </a:txBody>
                </a:tc>
                <a:tc>
                  <a:txBody>
                    <a:bodyPr/>
                    <a:lstStyle/>
                    <a:p>
                      <a:pPr lvl="0" indent="0" marL="0">
                        <a:buNone/>
                      </a:pPr>
                      <a:r>
                        <a:rPr/>
                        <a:t>Yes</a:t>
                      </a:r>
                    </a:p>
                  </a:txBody>
                </a:tc>
                <a:tc>
                  <a:txBody>
                    <a:bodyPr/>
                    <a:lstStyle/>
                    <a:p>
                      <a:pPr lvl="0" indent="0" marL="0">
                        <a:buNone/>
                      </a:pPr>
                      <a:r>
                        <a:rPr/>
                        <a:t>Yes</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4. Battery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Model</a:t>
                      </a:r>
                    </a:p>
                  </a:txBody>
                  <a:tcPr/>
                </a:tc>
                <a:tc>
                  <a:txBody>
                    <a:bodyPr/>
                    <a:lstStyle/>
                    <a:p>
                      <a:pPr lvl="0" indent="0" marL="0">
                        <a:buNone/>
                      </a:pPr>
                      <a:r>
                        <a:rPr/>
                        <a:t>Typical Battery Life</a:t>
                      </a:r>
                    </a:p>
                  </a:txBody>
                  <a:tcPr/>
                </a:tc>
                <a:tc>
                  <a:txBody>
                    <a:bodyPr/>
                    <a:lstStyle/>
                    <a:p>
                      <a:pPr lvl="0" indent="0" marL="0">
                        <a:buNone/>
                      </a:pPr>
                      <a:r>
                        <a:rPr/>
                        <a:t>Charging Method</a:t>
                      </a:r>
                    </a:p>
                  </a:txBody>
                  <a:tcPr/>
                </a:tc>
                <a:tc>
                  <a:txBody>
                    <a:bodyPr/>
                    <a:lstStyle/>
                    <a:p>
                      <a:pPr lvl="0" indent="0" marL="0">
                        <a:buNone/>
                      </a:pPr>
                      <a:r>
                        <a:rPr/>
                        <a:t>Fast Charging</a:t>
                      </a:r>
                    </a:p>
                  </a:txBody>
                  <a:tcPr/>
                </a:tc>
              </a:tr>
              <a:tr h="0">
                <a:tc>
                  <a:txBody>
                    <a:bodyPr/>
                    <a:lstStyle/>
                    <a:p>
                      <a:pPr lvl="0" indent="0" marL="0">
                        <a:buNone/>
                      </a:pPr>
                      <a:r>
                        <a:rPr/>
                        <a:t>Standard 42mm</a:t>
                      </a:r>
                    </a:p>
                  </a:txBody>
                </a:tc>
                <a:tc>
                  <a:txBody>
                    <a:bodyPr/>
                    <a:lstStyle/>
                    <a:p>
                      <a:pPr lvl="0" indent="0" marL="0">
                        <a:buNone/>
                      </a:pPr>
                      <a:r>
                        <a:rPr/>
                        <a:t>5 days</a:t>
                      </a:r>
                    </a:p>
                  </a:txBody>
                </a:tc>
                <a:tc>
                  <a:txBody>
                    <a:bodyPr/>
                    <a:lstStyle/>
                    <a:p>
                      <a:pPr lvl="0" indent="0" marL="0">
                        <a:buNone/>
                      </a:pPr>
                      <a:r>
                        <a:rPr/>
                        <a:t>Magnetic Pogo Pin</a:t>
                      </a:r>
                    </a:p>
                  </a:txBody>
                </a:tc>
                <a:tc>
                  <a:txBody>
                    <a:bodyPr/>
                    <a:lstStyle/>
                    <a:p>
                      <a:pPr lvl="0" indent="0" marL="0">
                        <a:buNone/>
                      </a:pPr>
                      <a:r>
                        <a:rPr/>
                        <a:t>Yes (50%/30min)</a:t>
                      </a:r>
                    </a:p>
                  </a:txBody>
                </a:tc>
              </a:tr>
              <a:tr h="0">
                <a:tc>
                  <a:txBody>
                    <a:bodyPr/>
                    <a:lstStyle/>
                    <a:p>
                      <a:pPr lvl="0" indent="0" marL="0">
                        <a:buNone/>
                      </a:pPr>
                      <a:r>
                        <a:rPr/>
                        <a:t>Standard 46mm</a:t>
                      </a:r>
                    </a:p>
                  </a:txBody>
                </a:tc>
                <a:tc>
                  <a:txBody>
                    <a:bodyPr/>
                    <a:lstStyle/>
                    <a:p>
                      <a:pPr lvl="0" indent="0" marL="0">
                        <a:buNone/>
                      </a:pPr>
                      <a:r>
                        <a:rPr/>
                        <a:t>6 days</a:t>
                      </a:r>
                    </a:p>
                  </a:txBody>
                </a:tc>
                <a:tc>
                  <a:txBody>
                    <a:bodyPr/>
                    <a:lstStyle/>
                    <a:p>
                      <a:pPr lvl="0" indent="0" marL="0">
                        <a:buNone/>
                      </a:pPr>
                      <a:r>
                        <a:rPr/>
                        <a:t>Magnetic Pogo Pin</a:t>
                      </a:r>
                    </a:p>
                  </a:txBody>
                </a:tc>
                <a:tc>
                  <a:txBody>
                    <a:bodyPr/>
                    <a:lstStyle/>
                    <a:p>
                      <a:pPr lvl="0" indent="0" marL="0">
                        <a:buNone/>
                      </a:pPr>
                      <a:r>
                        <a:rPr/>
                        <a:t>Yes</a:t>
                      </a:r>
                    </a:p>
                  </a:txBody>
                </a:tc>
              </a:tr>
              <a:tr h="0">
                <a:tc>
                  <a:txBody>
                    <a:bodyPr/>
                    <a:lstStyle/>
                    <a:p>
                      <a:pPr lvl="0" indent="0" marL="0">
                        <a:buNone/>
                      </a:pPr>
                      <a:r>
                        <a:rPr/>
                        <a:t>Deluxe 42mm</a:t>
                      </a:r>
                    </a:p>
                  </a:txBody>
                </a:tc>
                <a:tc>
                  <a:txBody>
                    <a:bodyPr/>
                    <a:lstStyle/>
                    <a:p>
                      <a:pPr lvl="0" indent="0" marL="0">
                        <a:buNone/>
                      </a:pPr>
                      <a:r>
                        <a:rPr/>
                        <a:t>7 days</a:t>
                      </a:r>
                    </a:p>
                  </a:txBody>
                </a:tc>
                <a:tc>
                  <a:txBody>
                    <a:bodyPr/>
                    <a:lstStyle/>
                    <a:p>
                      <a:pPr lvl="0" indent="0" marL="0">
                        <a:buNone/>
                      </a:pPr>
                      <a:r>
                        <a:rPr/>
                        <a:t>Wireless Charging</a:t>
                      </a:r>
                    </a:p>
                  </a:txBody>
                </a:tc>
                <a:tc>
                  <a:txBody>
                    <a:bodyPr/>
                    <a:lstStyle/>
                    <a:p>
                      <a:pPr lvl="0" indent="0" marL="0">
                        <a:buNone/>
                      </a:pPr>
                      <a:r>
                        <a:rPr/>
                        <a:t>Yes</a:t>
                      </a:r>
                    </a:p>
                  </a:txBody>
                </a:tc>
              </a:tr>
              <a:tr h="0">
                <a:tc>
                  <a:txBody>
                    <a:bodyPr/>
                    <a:lstStyle/>
                    <a:p>
                      <a:pPr lvl="0" indent="0" marL="0">
                        <a:buNone/>
                      </a:pPr>
                      <a:r>
                        <a:rPr/>
                        <a:t>Deluxe 46mm</a:t>
                      </a:r>
                    </a:p>
                  </a:txBody>
                </a:tc>
                <a:tc>
                  <a:txBody>
                    <a:bodyPr/>
                    <a:lstStyle/>
                    <a:p>
                      <a:pPr lvl="0" indent="0" marL="0">
                        <a:buNone/>
                      </a:pPr>
                      <a:r>
                        <a:rPr/>
                        <a:t>8 days</a:t>
                      </a:r>
                    </a:p>
                  </a:txBody>
                </a:tc>
                <a:tc>
                  <a:txBody>
                    <a:bodyPr/>
                    <a:lstStyle/>
                    <a:p>
                      <a:pPr lvl="0" indent="0" marL="0">
                        <a:buNone/>
                      </a:pPr>
                      <a:r>
                        <a:rPr/>
                        <a:t>Wireless Charging</a:t>
                      </a:r>
                    </a:p>
                  </a:txBody>
                </a:tc>
                <a:tc>
                  <a:txBody>
                    <a:bodyPr/>
                    <a:lstStyle/>
                    <a:p>
                      <a:pPr lvl="0" indent="0" marL="0">
                        <a:buNone/>
                      </a:pPr>
                      <a:r>
                        <a:rPr/>
                        <a:t>Yes</a:t>
                      </a:r>
                    </a:p>
                  </a:txBody>
                </a:tc>
              </a:tr>
              <a:tr h="0">
                <a:tc>
                  <a:txBody>
                    <a:bodyPr/>
                    <a:lstStyle/>
                    <a:p>
                      <a:pPr lvl="0" indent="0" marL="0">
                        <a:buNone/>
                      </a:pPr>
                      <a:r>
                        <a:rPr/>
                        <a:t>Premium 49mm</a:t>
                      </a:r>
                    </a:p>
                  </a:txBody>
                </a:tc>
                <a:tc>
                  <a:txBody>
                    <a:bodyPr/>
                    <a:lstStyle/>
                    <a:p>
                      <a:pPr lvl="0" indent="0" marL="0">
                        <a:buNone/>
                      </a:pPr>
                      <a:r>
                        <a:rPr/>
                        <a:t>10 days</a:t>
                      </a:r>
                    </a:p>
                  </a:txBody>
                </a:tc>
                <a:tc>
                  <a:txBody>
                    <a:bodyPr/>
                    <a:lstStyle/>
                    <a:p>
                      <a:pPr lvl="0" indent="0" marL="0">
                        <a:buNone/>
                      </a:pPr>
                      <a:r>
                        <a:rPr/>
                        <a:t>Wireless Fast Charge</a:t>
                      </a:r>
                    </a:p>
                  </a:txBody>
                </a:tc>
                <a:tc>
                  <a:txBody>
                    <a:bodyPr/>
                    <a:lstStyle/>
                    <a:p>
                      <a:pPr lvl="0" indent="0" marL="0">
                        <a:buNone/>
                      </a:pPr>
                      <a:r>
                        <a:rPr/>
                        <a:t>Yes (80%/40min)</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Build &amp; Durability</a:t>
            </a:r>
          </a:p>
          <a:p>
            <a:pPr lvl="0"/>
            <a:r>
              <a:rPr b="1"/>
              <a:t>Case Material</a:t>
            </a:r>
            <a:r>
              <a:rPr/>
              <a:t>: Aluminum (Standard, Deluxe), Titanium (Premium)</a:t>
            </a:r>
          </a:p>
          <a:p>
            <a:pPr lvl="0"/>
            <a:r>
              <a:rPr b="1"/>
              <a:t>Water Resistance</a:t>
            </a:r>
            <a:r>
              <a:rPr/>
              <a:t>:</a:t>
            </a:r>
          </a:p>
          <a:p>
            <a:pPr lvl="1"/>
            <a:r>
              <a:rPr/>
              <a:t>Standard/Deluxe: 5 ATM (50m)</a:t>
            </a:r>
          </a:p>
          <a:p>
            <a:pPr lvl="1"/>
            <a:r>
              <a:rPr/>
              <a:t>Premium: 10 ATM (100m), Designed for Diving</a:t>
            </a:r>
          </a:p>
          <a:p>
            <a:pPr lvl="0"/>
            <a:r>
              <a:rPr b="1"/>
              <a:t>Strap Options</a:t>
            </a:r>
            <a:r>
              <a:rPr/>
              <a:t>: Fluoroelastomer, Leather, Milanese Loop, Ocean Band</a:t>
            </a:r>
          </a:p>
          <a:p>
            <a:pPr lvl="0"/>
            <a:r>
              <a:rPr b="1"/>
              <a:t>Weight</a:t>
            </a:r>
            <a:r>
              <a:rPr/>
              <a:t>:</a:t>
            </a:r>
          </a:p>
          <a:p>
            <a:pPr lvl="1"/>
            <a:r>
              <a:rPr/>
              <a:t>Standard 42mm: 38g</a:t>
            </a:r>
          </a:p>
          <a:p>
            <a:pPr lvl="1"/>
            <a:r>
              <a:rPr/>
              <a:t>Standard 46mm: 42g</a:t>
            </a:r>
          </a:p>
          <a:p>
            <a:pPr lvl="1"/>
            <a:r>
              <a:rPr/>
              <a:t>Deluxe 42mm: 40g</a:t>
            </a:r>
          </a:p>
          <a:p>
            <a:pPr lvl="1"/>
            <a:r>
              <a:rPr/>
              <a:t>Deluxe 46mm: 44g</a:t>
            </a:r>
          </a:p>
          <a:p>
            <a:pPr lvl="1"/>
            <a:r>
              <a:rPr/>
              <a:t>Premium 49mm: 56g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Sensors</a:t>
            </a:r>
          </a:p>
          <a:p>
            <a:pPr lvl="0"/>
            <a:r>
              <a:rPr/>
              <a:t>Heart Rate (PPG)</a:t>
            </a:r>
          </a:p>
          <a:p>
            <a:pPr lvl="0"/>
            <a:r>
              <a:rPr/>
              <a:t>ECG Sensor (Deluxe and Premium)</a:t>
            </a:r>
          </a:p>
          <a:p>
            <a:pPr lvl="0"/>
            <a:r>
              <a:rPr/>
              <a:t>Pulse Oximeter (SpO₂)</a:t>
            </a:r>
          </a:p>
          <a:p>
            <a:pPr lvl="0"/>
            <a:r>
              <a:rPr/>
              <a:t>Accelerometer</a:t>
            </a:r>
          </a:p>
          <a:p>
            <a:pPr lvl="0"/>
            <a:r>
              <a:rPr/>
              <a:t>Gyroscope</a:t>
            </a:r>
          </a:p>
          <a:p>
            <a:pPr lvl="0"/>
            <a:r>
              <a:rPr/>
              <a:t>Barometer (Premium)</a:t>
            </a:r>
          </a:p>
          <a:p>
            <a:pPr lvl="0"/>
            <a:r>
              <a:rPr/>
              <a:t>Ambient Light Sensor</a:t>
            </a:r>
          </a:p>
          <a:p>
            <a:pPr lvl="0"/>
            <a:r>
              <a:rPr/>
              <a:t>Compass (Deluxe &amp; Premium)</a:t>
            </a:r>
          </a:p>
          <a:p>
            <a:pPr lvl="0"/>
            <a:r>
              <a:rPr/>
              <a:t>Skin Temperature Sensor (Premium)</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Software &amp; Compatibility</a:t>
            </a:r>
          </a:p>
          <a:p>
            <a:pPr lvl="0"/>
            <a:r>
              <a:rPr b="1"/>
              <a:t>Operating System</a:t>
            </a:r>
            <a:r>
              <a:rPr/>
              <a:t>: Velvera OS 4.0</a:t>
            </a:r>
          </a:p>
          <a:p>
            <a:pPr lvl="0"/>
            <a:r>
              <a:rPr b="1"/>
              <a:t>Supported Devices</a:t>
            </a:r>
            <a:r>
              <a:rPr/>
              <a:t>: Android 9.0+, iOS 13+</a:t>
            </a:r>
          </a:p>
          <a:p>
            <a:pPr lvl="0"/>
            <a:r>
              <a:rPr b="1"/>
              <a:t>App Ecosystem</a:t>
            </a:r>
            <a:r>
              <a:rPr/>
              <a:t>:</a:t>
            </a:r>
          </a:p>
          <a:p>
            <a:pPr lvl="1"/>
            <a:r>
              <a:rPr/>
              <a:t>Velvera Health</a:t>
            </a:r>
          </a:p>
          <a:p>
            <a:pPr lvl="1"/>
            <a:r>
              <a:rPr/>
              <a:t>Velvera Fitness</a:t>
            </a:r>
          </a:p>
          <a:p>
            <a:pPr lvl="1"/>
            <a:r>
              <a:rPr/>
              <a:t>App Store Support (select apps)</a:t>
            </a:r>
          </a:p>
          <a:p>
            <a:pPr lvl="0"/>
            <a:r>
              <a:rPr b="1"/>
              <a:t>Voice Assistant</a:t>
            </a:r>
            <a:r>
              <a:rPr/>
              <a:t>: Velvera Voice, Google Assistant, Siri (via paired device)</a:t>
            </a:r>
          </a:p>
          <a:p>
            <a:pPr lvl="0"/>
            <a:r>
              <a:rPr b="1"/>
              <a:t>Notifications</a:t>
            </a:r>
            <a:r>
              <a:rPr/>
              <a:t>: Calls, Messages, Email, Apps</a:t>
            </a:r>
          </a:p>
          <a:p>
            <a:pPr lvl="0"/>
            <a:r>
              <a:rPr b="1"/>
              <a:t>Watch Faces</a:t>
            </a:r>
            <a:r>
              <a:rPr/>
              <a:t>: 100+ Customizable Options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 Additional Features</a:t>
            </a:r>
          </a:p>
          <a:p>
            <a:pPr lvl="0"/>
            <a:r>
              <a:rPr/>
              <a:t>Customizable Widgets &amp; Complications</a:t>
            </a:r>
          </a:p>
          <a:p>
            <a:pPr lvl="0"/>
            <a:r>
              <a:rPr/>
              <a:t>Music Playback &amp; Storage (Up to 8GB)</a:t>
            </a:r>
          </a:p>
          <a:p>
            <a:pPr lvl="0"/>
            <a:r>
              <a:rPr/>
              <a:t>Wireless Payments (NFC)</a:t>
            </a:r>
          </a:p>
          <a:p>
            <a:pPr lvl="0"/>
            <a:r>
              <a:rPr/>
              <a:t>Camera Shutter Control</a:t>
            </a:r>
          </a:p>
          <a:p>
            <a:pPr lvl="0"/>
            <a:r>
              <a:rPr/>
              <a:t>Find My Phone</a:t>
            </a:r>
          </a:p>
          <a:p>
            <a:pPr lvl="0"/>
            <a:r>
              <a:rPr/>
              <a:t>Emergency SOS (Premium)</a:t>
            </a:r>
          </a:p>
          <a:p>
            <a:pPr lvl="0"/>
            <a:r>
              <a:rPr/>
              <a:t>Diving Computer (Premium)</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Package Contents</a:t>
            </a:r>
          </a:p>
        </p:txBody>
      </p:sp>
      <p:sp>
        <p:nvSpPr>
          <p:cNvPr id="3" name="Content Placeholder 2"/>
          <p:cNvSpPr>
            <a:spLocks noGrp="1"/>
          </p:cNvSpPr>
          <p:nvPr>
            <p:ph idx="1"/>
          </p:nvPr>
        </p:nvSpPr>
        <p:spPr/>
        <p:txBody>
          <a:bodyPr/>
          <a:lstStyle/>
          <a:p>
            <a:pPr lvl="0"/>
            <a:r>
              <a:rPr/>
              <a:t>Velvera Watch [Model]</a:t>
            </a:r>
          </a:p>
          <a:p>
            <a:pPr lvl="0"/>
            <a:r>
              <a:rPr/>
              <a:t>Magnetic Charging Cable / Wireless Charger</a:t>
            </a:r>
          </a:p>
          <a:p>
            <a:pPr lvl="0"/>
            <a:r>
              <a:rPr/>
              <a:t>Quick Start Guide</a:t>
            </a:r>
          </a:p>
          <a:p>
            <a:pPr lvl="0"/>
            <a:r>
              <a:rPr/>
              <a:t>Additional Strap (Ocean Band for Premium)</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Warranty &amp; Support</a:t>
            </a:r>
          </a:p>
        </p:txBody>
      </p:sp>
      <p:sp>
        <p:nvSpPr>
          <p:cNvPr id="3" name="Content Placeholder 2"/>
          <p:cNvSpPr>
            <a:spLocks noGrp="1"/>
          </p:cNvSpPr>
          <p:nvPr>
            <p:ph idx="1"/>
          </p:nvPr>
        </p:nvSpPr>
        <p:spPr/>
        <p:txBody>
          <a:bodyPr/>
          <a:lstStyle/>
          <a:p>
            <a:pPr lvl="0"/>
            <a:r>
              <a:rPr b="1"/>
              <a:t>Standard Warranty</a:t>
            </a:r>
            <a:r>
              <a:rPr/>
              <a:t>: 1 year (manufacturer defects)</a:t>
            </a:r>
          </a:p>
          <a:p>
            <a:pPr lvl="0"/>
            <a:r>
              <a:rPr b="1"/>
              <a:t>Premium Support</a:t>
            </a:r>
            <a:r>
              <a:rPr/>
              <a:t>: Available for Premium model (24/7 concierge hotline)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Certifications</a:t>
            </a:r>
          </a:p>
        </p:txBody>
      </p:sp>
      <p:sp>
        <p:nvSpPr>
          <p:cNvPr id="3" name="Content Placeholder 2"/>
          <p:cNvSpPr>
            <a:spLocks noGrp="1"/>
          </p:cNvSpPr>
          <p:nvPr>
            <p:ph idx="1"/>
          </p:nvPr>
        </p:nvSpPr>
        <p:spPr/>
        <p:txBody>
          <a:bodyPr/>
          <a:lstStyle/>
          <a:p>
            <a:pPr lvl="0"/>
            <a:r>
              <a:rPr/>
              <a:t>CE, FCC, IP68, 5ATM/10ATM (as per model)</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Contact</a:t>
            </a:r>
          </a:p>
        </p:txBody>
      </p:sp>
      <p:sp>
        <p:nvSpPr>
          <p:cNvPr id="3" name="Content Placeholder 2"/>
          <p:cNvSpPr>
            <a:spLocks noGrp="1"/>
          </p:cNvSpPr>
          <p:nvPr>
            <p:ph idx="1"/>
          </p:nvPr>
        </p:nvSpPr>
        <p:spPr/>
        <p:txBody>
          <a:bodyPr/>
          <a:lstStyle/>
          <a:p>
            <a:pPr lvl="0" indent="0" marL="0">
              <a:buNone/>
            </a:pPr>
            <a:r>
              <a:rPr/>
              <a:t>For sales inquiries or after-sales support, please visit [company website] or call 1-800-VELVERA.</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Velvera</a:t>
            </a:r>
            <a:r>
              <a:rPr/>
              <a:t> — </a:t>
            </a:r>
            <a:r>
              <a:rPr i="1"/>
              <a:t>Technology, Refined. Life, Elevated.</a:t>
            </a:r>
          </a:p>
          <a:p>
            <a:pPr lvl="0" indent="0" marL="0">
              <a:buNone/>
            </a:pPr>
            <a:r>
              <a:rPr i="1"/>
              <a:t>Crafted with precision. Powered by innovation. Designed for tomorrow.</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2025-07-29T14:52:34Z</dcterms:created>
  <dcterms:modified xsi:type="dcterms:W3CDTF">2025-07-29T14:52:34Z</dcterms:modified>
</cp:coreProperties>
</file>

<file path=docProps/custom.xml><?xml version="1.0" encoding="utf-8"?>
<Properties xmlns="http://schemas.openxmlformats.org/officeDocument/2006/custom-properties" xmlns:vt="http://schemas.openxmlformats.org/officeDocument/2006/docPropsVTypes"/>
</file>