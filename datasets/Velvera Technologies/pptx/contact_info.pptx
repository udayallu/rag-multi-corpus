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support@velvera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usiness@velvera.co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edia@velvera.com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vestors@velvera.com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here to help — whether you’re a customer, business partner, journalist, or investor. Reach out through the channels below for prompt assistance.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Customer Support</a:t>
            </a:r>
          </a:p>
          <a:p>
            <a:pPr lvl="0"/>
            <a:r>
              <a:rPr b="1"/>
              <a:t>Toll-Free Helpline</a:t>
            </a:r>
            <a:r>
              <a:rPr/>
              <a:t>: </a:t>
            </a:r>
            <a:r>
              <a:rPr>
                <a:latin typeface="Courier"/>
              </a:rPr>
              <a:t>1800-Velvera-1</a:t>
            </a:r>
            <a:r>
              <a:rPr/>
              <a:t> (1800-8358372)</a:t>
            </a:r>
            <a:br/>
            <a:r>
              <a:rPr/>
              <a:t>Available </a:t>
            </a:r>
            <a:r>
              <a:rPr b="1"/>
              <a:t>Monday to Saturday, 9 AM – 9 PM IST</a:t>
            </a:r>
          </a:p>
          <a:p>
            <a:pPr lvl="0"/>
            <a:r>
              <a:rPr b="1"/>
              <a:t>Technical Assistance</a:t>
            </a:r>
            <a:r>
              <a:rPr/>
              <a:t>: </a:t>
            </a:r>
            <a:r>
              <a:rPr>
                <a:hlinkClick r:id="rId2"/>
              </a:rPr>
              <a:t>support@velvera.com</a:t>
            </a:r>
            <a:br/>
            <a:r>
              <a:rPr/>
              <a:t>For queries related to setup, troubleshooting, warranty, and device updates.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Business &amp; Enterprise</a:t>
            </a:r>
          </a:p>
          <a:p>
            <a:pPr lvl="0"/>
            <a:r>
              <a:rPr b="1"/>
              <a:t>B2B &amp; Partnerships</a:t>
            </a:r>
            <a:r>
              <a:rPr/>
              <a:t>: </a:t>
            </a:r>
            <a:r>
              <a:rPr>
                <a:hlinkClick r:id="rId2"/>
              </a:rPr>
              <a:t>business@velvera.com</a:t>
            </a:r>
            <a:br/>
            <a:r>
              <a:rPr/>
              <a:t>For distribution, retail, fleet device programs, and bulk purchase inquiries.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Press &amp; Media</a:t>
            </a:r>
          </a:p>
          <a:p>
            <a:pPr lvl="0"/>
            <a:r>
              <a:rPr b="1"/>
              <a:t>Media Relations</a:t>
            </a:r>
            <a:r>
              <a:rPr/>
              <a:t>: </a:t>
            </a:r>
            <a:r>
              <a:rPr>
                <a:hlinkClick r:id="rId2"/>
              </a:rPr>
              <a:t>media@velvera.com</a:t>
            </a:r>
            <a:br/>
            <a:r>
              <a:rPr/>
              <a:t>For press kits, interviews, product reviews, and event coordination.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Investor Communication</a:t>
            </a:r>
          </a:p>
          <a:p>
            <a:pPr lvl="0"/>
            <a:r>
              <a:rPr b="1"/>
              <a:t>Investor Relations</a:t>
            </a:r>
            <a:r>
              <a:rPr/>
              <a:t>: </a:t>
            </a:r>
            <a:r>
              <a:rPr>
                <a:hlinkClick r:id="rId2"/>
              </a:rPr>
              <a:t>investors@velvera.com</a:t>
            </a:r>
            <a:br/>
            <a:r>
              <a:rPr/>
              <a:t>For shareholder updates, financial reports, and corporate governance matters.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2025-07-29T14:53:42Z</dcterms:created>
  <dcterms:modified xsi:type="dcterms:W3CDTF">2025-07-29T14:53:42Z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