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care-app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warranty" TargetMode="External" /><Relationship Id="rId3" Type="http://schemas.openxmlformats.org/officeDocument/2006/relationships/hyperlink" Target="https://velvera.com/velvera-care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Warranty &amp;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is committed to delivering a worry-free ownership experience with transparent warranty coverage, nationwide service access, and AI-powered diagnostics. Whether you’re in a metro city or a smaller town, support is always within reach.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Warranty Coverage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Extended Warranty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Accidental Damage Protection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Smartphones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4 Years (₹1,999–₹4,999)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Care+</a:t>
                      </a:r>
                      <a:r>
                        <a:rPr/>
                        <a:t> (₹2,999–₹7,999)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Tablets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3 Years (₹1,499–₹3,999)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Care+</a:t>
                      </a:r>
                      <a:r>
                        <a:rPr/>
                        <a:t> (₹3,999–₹5,999)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Smartwatches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3 Years (₹1,299–₹2,999)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Care+</a:t>
                      </a:r>
                      <a:r>
                        <a:rPr/>
                        <a:t> (₹1,999–₹3,999)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Audio Products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2 Years (₹499–₹1,499)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Care+</a:t>
                      </a:r>
                      <a:r>
                        <a:rPr/>
                        <a:t> (₹999–₹2,999)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 (₹399–₹899)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Available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All products registered via the Velvera App within 30 days of purchase get an </a:t>
            </a:r>
            <a:r>
              <a:rPr sz="2000" b="1"/>
              <a:t>extra 3 months warranty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 b="1"/>
              <a:t>What’s Covered</a:t>
            </a:r>
            <a:r>
              <a:rPr/>
              <a:t>: - Hardware defects not caused by physical or liquid damage - Manufacturing faults - Software-related issues under standard usage conditions</a:t>
            </a:r>
          </a:p>
          <a:p>
            <a:pPr lvl="0" indent="0" marL="0">
              <a:buNone/>
            </a:pPr>
            <a:r>
              <a:rPr b="1"/>
              <a:t>Velvera Care+</a:t>
            </a:r>
            <a:r>
              <a:rPr/>
              <a:t> includes: - </a:t>
            </a:r>
            <a:r>
              <a:rPr b="1"/>
              <a:t>Free screen replacement</a:t>
            </a:r>
            <a:r>
              <a:rPr/>
              <a:t> - </a:t>
            </a:r>
            <a:r>
              <a:rPr b="1"/>
              <a:t>Liquid damage protection</a:t>
            </a:r>
            <a:r>
              <a:rPr/>
              <a:t> - </a:t>
            </a:r>
            <a:r>
              <a:rPr b="1"/>
              <a:t>Priority service</a:t>
            </a:r>
            <a:r>
              <a:rPr/>
              <a:t> - Two claims per coverage year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Service Network</a:t>
            </a:r>
          </a:p>
          <a:p>
            <a:pPr lvl="0" indent="0" marL="0">
              <a:buNone/>
            </a:pPr>
            <a:r>
              <a:rPr/>
              <a:t>Velvera ensures nationwide accessibility and rapid repairs, backed by professional diagnostics and genuine parts.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Authorized Service Centers</a:t>
            </a:r>
          </a:p>
          <a:p>
            <a:pPr lvl="0"/>
            <a:r>
              <a:rPr b="1"/>
              <a:t>400+ service centers</a:t>
            </a:r>
            <a:r>
              <a:rPr/>
              <a:t> across 29 states and union territories</a:t>
            </a:r>
          </a:p>
          <a:p>
            <a:pPr lvl="0"/>
            <a:r>
              <a:rPr/>
              <a:t>ISO-certified facilities with trained Velvera technicians</a:t>
            </a:r>
          </a:p>
          <a:p>
            <a:pPr lvl="0"/>
            <a:r>
              <a:rPr/>
              <a:t>Average walk-in service wait time: </a:t>
            </a:r>
            <a:r>
              <a:rPr b="1"/>
              <a:t>&lt;30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Doorstep Service</a:t>
            </a:r>
          </a:p>
          <a:p>
            <a:pPr lvl="0"/>
            <a:r>
              <a:rPr/>
              <a:t>Available in </a:t>
            </a:r>
            <a:r>
              <a:rPr b="1"/>
              <a:t>200+ cities</a:t>
            </a:r>
          </a:p>
          <a:p>
            <a:pPr lvl="0"/>
            <a:r>
              <a:rPr/>
              <a:t>Includes:</a:t>
            </a:r>
          </a:p>
          <a:p>
            <a:pPr lvl="1"/>
            <a:r>
              <a:rPr/>
              <a:t>Pick &amp; drop repair</a:t>
            </a:r>
          </a:p>
          <a:p>
            <a:pPr lvl="1"/>
            <a:r>
              <a:rPr/>
              <a:t>On-site minor repairs (battery, port, software)</a:t>
            </a:r>
          </a:p>
          <a:p>
            <a:pPr lvl="0"/>
            <a:r>
              <a:rPr/>
              <a:t>Book via the </a:t>
            </a:r>
            <a:r>
              <a:rPr>
                <a:hlinkClick r:id="rId2"/>
              </a:rPr>
              <a:t>Velvera Care App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Express Repair Program</a:t>
            </a:r>
          </a:p>
          <a:p>
            <a:pPr lvl="0"/>
            <a:r>
              <a:rPr b="1"/>
              <a:t>Same-Day Repairs</a:t>
            </a:r>
            <a:r>
              <a:rPr/>
              <a:t> for eligible issues such as:</a:t>
            </a:r>
          </a:p>
          <a:p>
            <a:pPr lvl="1"/>
            <a:r>
              <a:rPr/>
              <a:t>Display replacement</a:t>
            </a:r>
          </a:p>
          <a:p>
            <a:pPr lvl="1"/>
            <a:r>
              <a:rPr/>
              <a:t>Battery swap</a:t>
            </a:r>
          </a:p>
          <a:p>
            <a:pPr lvl="1"/>
            <a:r>
              <a:rPr/>
              <a:t>Software recovery</a:t>
            </a:r>
          </a:p>
          <a:p>
            <a:pPr lvl="0"/>
            <a:r>
              <a:rPr/>
              <a:t>Applicable for One, Edge, and Nexus series</a:t>
            </a:r>
          </a:p>
          <a:p>
            <a:pPr lvl="0"/>
            <a:r>
              <a:rPr/>
              <a:t>Service window: 10 AM–6 PM, Mon–Sat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Remote &amp; AI Support</a:t>
            </a:r>
          </a:p>
          <a:p>
            <a:pPr lvl="0"/>
            <a:r>
              <a:rPr b="1"/>
              <a:t>24x7 Support Channels</a:t>
            </a:r>
            <a:r>
              <a:rPr/>
              <a:t>:</a:t>
            </a:r>
          </a:p>
          <a:p>
            <a:pPr lvl="1"/>
            <a:r>
              <a:rPr/>
              <a:t>Live Chat via app and website</a:t>
            </a:r>
          </a:p>
          <a:p>
            <a:pPr lvl="1"/>
            <a:r>
              <a:rPr/>
              <a:t>Call: 1800-123-8358</a:t>
            </a:r>
          </a:p>
          <a:p>
            <a:pPr lvl="1"/>
            <a:r>
              <a:rPr/>
              <a:t>Video Assistance (9 AM – 9 PM)</a:t>
            </a:r>
          </a:p>
          <a:p>
            <a:pPr lvl="0"/>
            <a:r>
              <a:rPr b="1"/>
              <a:t>AI Diagnostics</a:t>
            </a:r>
            <a:r>
              <a:rPr/>
              <a:t>:</a:t>
            </a:r>
          </a:p>
          <a:p>
            <a:pPr lvl="1"/>
            <a:r>
              <a:rPr/>
              <a:t>Run via Velvera app</a:t>
            </a:r>
          </a:p>
          <a:p>
            <a:pPr lvl="1"/>
            <a:r>
              <a:rPr/>
              <a:t>Detects battery health, sensor malfunctions, memory bottlenecks</a:t>
            </a:r>
          </a:p>
          <a:p>
            <a:pPr lvl="1"/>
            <a:r>
              <a:rPr/>
              <a:t>One-tap log sharing with service team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Claim Process</a:t>
            </a:r>
          </a:p>
          <a:p>
            <a:pPr lvl="0" indent="-342900" marL="342900">
              <a:buAutoNum type="arabicPeriod"/>
            </a:pPr>
            <a:r>
              <a:rPr b="1"/>
              <a:t>Register Complaint</a:t>
            </a:r>
            <a:r>
              <a:rPr/>
              <a:t>: Via app, website, or customer care</a:t>
            </a:r>
          </a:p>
          <a:p>
            <a:pPr lvl="0" indent="-342900" marL="342900">
              <a:buAutoNum type="arabicPeriod"/>
            </a:pPr>
            <a:r>
              <a:rPr b="1"/>
              <a:t>Schedule Appointment</a:t>
            </a:r>
            <a:r>
              <a:rPr/>
              <a:t>: Choose in-store or doorstep service</a:t>
            </a:r>
          </a:p>
          <a:p>
            <a:pPr lvl="0" indent="-342900" marL="342900">
              <a:buAutoNum type="arabicPeriod"/>
            </a:pPr>
            <a:r>
              <a:rPr b="1"/>
              <a:t>Real-Time Updates</a:t>
            </a:r>
            <a:r>
              <a:rPr/>
              <a:t>: Track repair via SMS, app, or email</a:t>
            </a:r>
          </a:p>
          <a:p>
            <a:pPr lvl="0" indent="-342900" marL="342900">
              <a:buAutoNum type="arabicPeriod"/>
            </a:pPr>
            <a:r>
              <a:rPr b="1"/>
              <a:t>Post-Service Summary</a:t>
            </a:r>
            <a:r>
              <a:rPr/>
              <a:t>: Repair report + care status updated in account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Businesses</a:t>
            </a:r>
          </a:p>
          <a:p>
            <a:pPr lvl="0"/>
            <a:r>
              <a:rPr/>
              <a:t>Dedicated </a:t>
            </a:r>
            <a:r>
              <a:rPr b="1"/>
              <a:t>enterprise servicing portal</a:t>
            </a:r>
          </a:p>
          <a:p>
            <a:pPr lvl="0"/>
            <a:r>
              <a:rPr/>
              <a:t>Centralized device tracking and SLA-bound servicing</a:t>
            </a:r>
          </a:p>
          <a:p>
            <a:pPr lvl="0"/>
            <a:r>
              <a:rPr/>
              <a:t>Fleet maintenance discounts available</a:t>
            </a:r>
          </a:p>
          <a:p>
            <a:pPr lvl="0" indent="0" marL="0">
              <a:buNone/>
            </a:pPr>
            <a:r>
              <a:rPr/>
              <a:t>For enterprise queries: </a:t>
            </a:r>
            <a:r>
              <a:rPr b="1"/>
              <a:t>b2bcare@velvera.com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full warranty terms, exclusions, and support policies, visit the official documentation at:</a:t>
            </a:r>
            <a:br/>
            <a:r>
              <a:rPr>
                <a:hlinkClick r:id="rId2"/>
              </a:rPr>
              <a:t>velvera.com/warranty</a:t>
            </a:r>
            <a:br/>
            <a:r>
              <a:rPr>
                <a:hlinkClick r:id="rId3"/>
              </a:rPr>
              <a:t>velvera.com/velvera-care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2025-07-29T14:53:01Z</dcterms:created>
  <dcterms:modified xsi:type="dcterms:W3CDTF">2025-07-29T14:53:01Z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