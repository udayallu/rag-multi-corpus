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Velvera Start Series — Product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Entry-level smartphones that prioritize essential features and everyday reliability. Ideal for first-time users or anyone seeking quality on a budget.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Models Overview and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/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Start 32GB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32GB / 3GB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6.1” HD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13MP Single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₹12,999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$157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Start 64GB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64GB / 3GB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6.1” HD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13MP Single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Start Plus 64GB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64GB / 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6.3” 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16MP Dual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₹17,999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$217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Start Plus 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 / 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6.3” 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16MP Dual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$239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Available Colors:</a:t>
            </a:r>
            <a:r>
              <a:rPr/>
              <a:t> Classic Black, Pearl White, Sky Blue, Forest Green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Detailed Specifications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Velvera Start 32GB</a:t>
            </a:r>
          </a:p>
          <a:p>
            <a:pPr lvl="0"/>
            <a:r>
              <a:rPr b="1"/>
              <a:t>Storage:</a:t>
            </a:r>
            <a:r>
              <a:rPr/>
              <a:t> 32GB internal, expandable up to 256GB (microSD)</a:t>
            </a:r>
          </a:p>
          <a:p>
            <a:pPr lvl="0"/>
            <a:r>
              <a:rPr b="1"/>
              <a:t>RAM:</a:t>
            </a:r>
            <a:r>
              <a:rPr/>
              <a:t> 3GB</a:t>
            </a:r>
          </a:p>
          <a:p>
            <a:pPr lvl="0"/>
            <a:r>
              <a:rPr b="1"/>
              <a:t>Processor:</a:t>
            </a:r>
            <a:r>
              <a:rPr/>
              <a:t> Unisoc SC9863A Octa-core 1.6 GHz</a:t>
            </a:r>
          </a:p>
          <a:p>
            <a:pPr lvl="0"/>
            <a:r>
              <a:rPr b="1"/>
              <a:t>Battery:</a:t>
            </a:r>
            <a:r>
              <a:rPr/>
              <a:t> 4000mAh (non-removable), up to 22 hrs talk time</a:t>
            </a:r>
          </a:p>
          <a:p>
            <a:pPr lvl="0"/>
            <a:r>
              <a:rPr b="1"/>
              <a:t>Display:</a:t>
            </a:r>
            <a:r>
              <a:rPr/>
              <a:t> 6.1-inch HD (720 × 1560), IPS LCD, 19.5:9 aspect ratio</a:t>
            </a:r>
          </a:p>
          <a:p>
            <a:pPr lvl="0"/>
            <a:r>
              <a:rPr b="1"/>
              <a:t>Rear Camera:</a:t>
            </a:r>
            <a:r>
              <a:rPr/>
              <a:t> 13MP f/2.0, PDAF, LED flash, HDR, 1080p video @ 30fps</a:t>
            </a:r>
          </a:p>
          <a:p>
            <a:pPr lvl="0"/>
            <a:r>
              <a:rPr b="1"/>
              <a:t>Front Camera:</a:t>
            </a:r>
            <a:r>
              <a:rPr/>
              <a:t> 5MP f/2.2</a:t>
            </a:r>
          </a:p>
          <a:p>
            <a:pPr lvl="0"/>
            <a:r>
              <a:rPr b="1"/>
              <a:t>Operating System:</a:t>
            </a:r>
            <a:r>
              <a:rPr/>
              <a:t> VelOS v1.5 (Android 12 Go Edition)</a:t>
            </a:r>
          </a:p>
          <a:p>
            <a:pPr lvl="0"/>
            <a:r>
              <a:rPr b="1"/>
              <a:t>Connectivity:</a:t>
            </a:r>
            <a:r>
              <a:rPr/>
              <a:t> Dual SIM (Nano + Nano), 4G VoLTE, Wi-Fi 802.11 b/g/n, Bluetooth 4.2, GPS, microUSB 2.0</a:t>
            </a:r>
          </a:p>
          <a:p>
            <a:pPr lvl="0"/>
            <a:r>
              <a:rPr b="1"/>
              <a:t>Sensors:</a:t>
            </a:r>
            <a:r>
              <a:rPr/>
              <a:t> Accelerometer, Proximity, Light sensor</a:t>
            </a:r>
          </a:p>
          <a:p>
            <a:pPr lvl="0"/>
            <a:r>
              <a:rPr b="1"/>
              <a:t>Audio:</a:t>
            </a:r>
            <a:r>
              <a:rPr/>
              <a:t> 3.5mm headphone jack, single loudspeaker</a:t>
            </a:r>
          </a:p>
          <a:p>
            <a:pPr lvl="0"/>
            <a:r>
              <a:rPr b="1"/>
              <a:t>Build:</a:t>
            </a:r>
            <a:r>
              <a:rPr/>
              <a:t> Polycarbonate body, removable back cover</a:t>
            </a:r>
          </a:p>
          <a:p>
            <a:pPr lvl="0"/>
            <a:r>
              <a:rPr b="1"/>
              <a:t>Dimensions:</a:t>
            </a:r>
            <a:r>
              <a:rPr/>
              <a:t> 151.2 x 72.9 x 8.6 mm</a:t>
            </a:r>
          </a:p>
          <a:p>
            <a:pPr lvl="0"/>
            <a:r>
              <a:rPr b="1"/>
              <a:t>Weight:</a:t>
            </a:r>
            <a:r>
              <a:rPr/>
              <a:t> 166g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Velvera Start 64GB</a:t>
            </a:r>
          </a:p>
          <a:p>
            <a:pPr lvl="0"/>
            <a:r>
              <a:rPr b="1"/>
              <a:t>Storage:</a:t>
            </a:r>
            <a:r>
              <a:rPr/>
              <a:t> 64GB internal, expandable up to 256GB (microSD)</a:t>
            </a:r>
          </a:p>
          <a:p>
            <a:pPr lvl="0"/>
            <a:r>
              <a:rPr b="1"/>
              <a:t>RAM:</a:t>
            </a:r>
            <a:r>
              <a:rPr/>
              <a:t> 3GB</a:t>
            </a:r>
          </a:p>
          <a:p>
            <a:pPr lvl="0"/>
            <a:r>
              <a:rPr b="1"/>
              <a:t>Processor:</a:t>
            </a:r>
            <a:r>
              <a:rPr/>
              <a:t> Unisoc SC9863A Octa-core 1.6 GHz</a:t>
            </a:r>
          </a:p>
          <a:p>
            <a:pPr lvl="0"/>
            <a:r>
              <a:rPr b="1"/>
              <a:t>Battery:</a:t>
            </a:r>
            <a:r>
              <a:rPr/>
              <a:t> 4000mAh (non-removable)</a:t>
            </a:r>
          </a:p>
          <a:p>
            <a:pPr lvl="0"/>
            <a:r>
              <a:rPr b="1"/>
              <a:t>Display:</a:t>
            </a:r>
            <a:r>
              <a:rPr/>
              <a:t> 6.1-inch HD (720 × 1560), IPS LCD</a:t>
            </a:r>
          </a:p>
          <a:p>
            <a:pPr lvl="0"/>
            <a:r>
              <a:rPr b="1"/>
              <a:t>Rear Camera:</a:t>
            </a:r>
            <a:r>
              <a:rPr/>
              <a:t> 13MP f/2.0, PDAF, LED flash</a:t>
            </a:r>
          </a:p>
          <a:p>
            <a:pPr lvl="0"/>
            <a:r>
              <a:rPr b="1"/>
              <a:t>Front Camera:</a:t>
            </a:r>
            <a:r>
              <a:rPr/>
              <a:t> 5MP f/2.2</a:t>
            </a:r>
          </a:p>
          <a:p>
            <a:pPr lvl="0"/>
            <a:r>
              <a:rPr b="1"/>
              <a:t>Operating System:</a:t>
            </a:r>
            <a:r>
              <a:rPr/>
              <a:t> VelOS v1.5 (Android 12 Go Edition)</a:t>
            </a:r>
          </a:p>
          <a:p>
            <a:pPr lvl="0"/>
            <a:r>
              <a:rPr b="1"/>
              <a:t>Connectivity:</a:t>
            </a:r>
            <a:r>
              <a:rPr/>
              <a:t> Dual SIM, 4G VoLTE, Wi-Fi, Bluetooth 4.2, GPS, microUSB 2.0</a:t>
            </a:r>
          </a:p>
          <a:p>
            <a:pPr lvl="0"/>
            <a:r>
              <a:rPr b="1"/>
              <a:t>Sensors:</a:t>
            </a:r>
            <a:r>
              <a:rPr/>
              <a:t> Accelerometer, Proximity, Light sensor</a:t>
            </a:r>
          </a:p>
          <a:p>
            <a:pPr lvl="0"/>
            <a:r>
              <a:rPr b="1"/>
              <a:t>Audio:</a:t>
            </a:r>
            <a:r>
              <a:rPr/>
              <a:t> 3.5mm headphone jack</a:t>
            </a:r>
          </a:p>
          <a:p>
            <a:pPr lvl="0"/>
            <a:r>
              <a:rPr b="1"/>
              <a:t>Build:</a:t>
            </a:r>
            <a:r>
              <a:rPr/>
              <a:t> Polycarbonate body</a:t>
            </a:r>
          </a:p>
          <a:p>
            <a:pPr lvl="0"/>
            <a:r>
              <a:rPr b="1"/>
              <a:t>Dimensions:</a:t>
            </a:r>
            <a:r>
              <a:rPr/>
              <a:t> 151.2 x 72.9 x 8.6 mm</a:t>
            </a:r>
          </a:p>
          <a:p>
            <a:pPr lvl="0"/>
            <a:r>
              <a:rPr b="1"/>
              <a:t>Weight:</a:t>
            </a:r>
            <a:r>
              <a:rPr/>
              <a:t> 166g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Velvera Start Plus 64GB</a:t>
            </a:r>
          </a:p>
          <a:p>
            <a:pPr lvl="0"/>
            <a:r>
              <a:rPr b="1"/>
              <a:t>Storage:</a:t>
            </a:r>
            <a:r>
              <a:rPr/>
              <a:t> 64GB internal, expandable up to 512GB (microSD)</a:t>
            </a:r>
          </a:p>
          <a:p>
            <a:pPr lvl="0"/>
            <a:r>
              <a:rPr b="1"/>
              <a:t>RAM:</a:t>
            </a:r>
            <a:r>
              <a:rPr/>
              <a:t> 4GB</a:t>
            </a:r>
          </a:p>
          <a:p>
            <a:pPr lvl="0"/>
            <a:r>
              <a:rPr b="1"/>
              <a:t>Processor:</a:t>
            </a:r>
            <a:r>
              <a:rPr/>
              <a:t> MediaTek Helio G35 Octa-core 2.3 GHz</a:t>
            </a:r>
          </a:p>
          <a:p>
            <a:pPr lvl="0"/>
            <a:r>
              <a:rPr b="1"/>
              <a:t>Battery:</a:t>
            </a:r>
            <a:r>
              <a:rPr/>
              <a:t> 4500mAh (non-removable), up to 26 hrs talk time</a:t>
            </a:r>
          </a:p>
          <a:p>
            <a:pPr lvl="0"/>
            <a:r>
              <a:rPr b="1"/>
              <a:t>Display:</a:t>
            </a:r>
            <a:r>
              <a:rPr/>
              <a:t> 6.3-inch HD+ (720 × 1600), IPS LCD, 20:9 aspect ratio, ~270ppi</a:t>
            </a:r>
          </a:p>
          <a:p>
            <a:pPr lvl="0"/>
            <a:r>
              <a:rPr b="1"/>
              <a:t>Rear Camera:</a:t>
            </a:r>
            <a:r>
              <a:rPr/>
              <a:t> 16MP (f/1.8) + 2MP (Depth), LED flash, Panorama, HDR, 1080p@30fps</a:t>
            </a:r>
          </a:p>
          <a:p>
            <a:pPr lvl="0"/>
            <a:r>
              <a:rPr b="1"/>
              <a:t>Front Camera:</a:t>
            </a:r>
            <a:r>
              <a:rPr/>
              <a:t> 8MP f/2.0, Portrait, Beauty mode</a:t>
            </a:r>
          </a:p>
          <a:p>
            <a:pPr lvl="0"/>
            <a:r>
              <a:rPr b="1"/>
              <a:t>Operating System:</a:t>
            </a:r>
            <a:r>
              <a:rPr/>
              <a:t> VelOS v1.5 (Android 12)</a:t>
            </a:r>
          </a:p>
          <a:p>
            <a:pPr lvl="0"/>
            <a:r>
              <a:rPr b="1"/>
              <a:t>Connectivity:</a:t>
            </a:r>
            <a:r>
              <a:rPr/>
              <a:t> Dual SIM (Nano + Nano), 4G VoLTE, Wi-Fi 802.11ac, Bluetooth 5.0, GPS, USB Type-C</a:t>
            </a:r>
          </a:p>
          <a:p>
            <a:pPr lvl="0"/>
            <a:r>
              <a:rPr b="1"/>
              <a:t>Sensors:</a:t>
            </a:r>
            <a:r>
              <a:rPr/>
              <a:t> Side-mounted fingerprint sensor, Accelerometer, Proximity, Gyroscope, Light sensor</a:t>
            </a:r>
          </a:p>
          <a:p>
            <a:pPr lvl="0"/>
            <a:r>
              <a:rPr b="1"/>
              <a:t>Audio:</a:t>
            </a:r>
            <a:r>
              <a:rPr/>
              <a:t> 3.5mm headphone jack, mono loudspeaker</a:t>
            </a:r>
          </a:p>
          <a:p>
            <a:pPr lvl="0"/>
            <a:r>
              <a:rPr b="1"/>
              <a:t>Build:</a:t>
            </a:r>
            <a:r>
              <a:rPr/>
              <a:t> Polycarbonate frame, glass front</a:t>
            </a:r>
          </a:p>
          <a:p>
            <a:pPr lvl="0"/>
            <a:r>
              <a:rPr b="1"/>
              <a:t>Dimensions:</a:t>
            </a:r>
            <a:r>
              <a:rPr/>
              <a:t> 159.1 x 74.6 x 8.9 mm</a:t>
            </a:r>
          </a:p>
          <a:p>
            <a:pPr lvl="0"/>
            <a:r>
              <a:rPr b="1"/>
              <a:t>Weight:</a:t>
            </a:r>
            <a:r>
              <a:rPr/>
              <a:t> 178g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Velvera Start Plus 128GB</a:t>
            </a:r>
          </a:p>
          <a:p>
            <a:pPr lvl="0"/>
            <a:r>
              <a:rPr b="1"/>
              <a:t>Storage:</a:t>
            </a:r>
            <a:r>
              <a:rPr/>
              <a:t> 128GB internal, expandable up to 512GB (microSD)</a:t>
            </a:r>
          </a:p>
          <a:p>
            <a:pPr lvl="0"/>
            <a:r>
              <a:rPr b="1"/>
              <a:t>RAM:</a:t>
            </a:r>
            <a:r>
              <a:rPr/>
              <a:t> 4GB</a:t>
            </a:r>
          </a:p>
          <a:p>
            <a:pPr lvl="0"/>
            <a:r>
              <a:rPr b="1"/>
              <a:t>Processor:</a:t>
            </a:r>
            <a:r>
              <a:rPr/>
              <a:t> MediaTek Helio G35 Octa-core 2.3 GHz</a:t>
            </a:r>
          </a:p>
          <a:p>
            <a:pPr lvl="0"/>
            <a:r>
              <a:rPr b="1"/>
              <a:t>Battery:</a:t>
            </a:r>
            <a:r>
              <a:rPr/>
              <a:t> 4500mAh (non-removable), fast charging 15W</a:t>
            </a:r>
          </a:p>
          <a:p>
            <a:pPr lvl="0"/>
            <a:r>
              <a:rPr b="1"/>
              <a:t>Display:</a:t>
            </a:r>
            <a:r>
              <a:rPr/>
              <a:t> 6.3-inch HD+ (720 × 1600), IPS LCD, 20:9 aspect ratio, ~270ppi</a:t>
            </a:r>
          </a:p>
          <a:p>
            <a:pPr lvl="0"/>
            <a:r>
              <a:rPr b="1"/>
              <a:t>Rear Camera:</a:t>
            </a:r>
            <a:r>
              <a:rPr/>
              <a:t> 16MP (f/1.8) main + 2MP (Depth), LED flash, HDR, 1080p video</a:t>
            </a:r>
          </a:p>
          <a:p>
            <a:pPr lvl="0"/>
            <a:r>
              <a:rPr b="1"/>
              <a:t>Front Camera:</a:t>
            </a:r>
            <a:r>
              <a:rPr/>
              <a:t> 8MP f/2.0</a:t>
            </a:r>
          </a:p>
          <a:p>
            <a:pPr lvl="0"/>
            <a:r>
              <a:rPr b="1"/>
              <a:t>Operating System:</a:t>
            </a:r>
            <a:r>
              <a:rPr/>
              <a:t> VelOS v1.5 (Android 12)</a:t>
            </a:r>
          </a:p>
          <a:p>
            <a:pPr lvl="0"/>
            <a:r>
              <a:rPr b="1"/>
              <a:t>Connectivity:</a:t>
            </a:r>
            <a:r>
              <a:rPr/>
              <a:t> Dual SIM, 4G VoLTE, Wi-Fi 802.11ac, Bluetooth 5.0, GPS, USB Type-C, OTG support</a:t>
            </a:r>
          </a:p>
          <a:p>
            <a:pPr lvl="0"/>
            <a:r>
              <a:rPr b="1"/>
              <a:t>Sensors:</a:t>
            </a:r>
            <a:r>
              <a:rPr/>
              <a:t> Fingerprint sensor (side), Accelerometer, Gyroscope, Proximity, Light sensor, Face Unlock</a:t>
            </a:r>
          </a:p>
          <a:p>
            <a:pPr lvl="0"/>
            <a:r>
              <a:rPr b="1"/>
              <a:t>Audio:</a:t>
            </a:r>
            <a:r>
              <a:rPr/>
              <a:t> 3.5mm headphone jack, enhanced loudspeaker</a:t>
            </a:r>
          </a:p>
          <a:p>
            <a:pPr lvl="0"/>
            <a:r>
              <a:rPr b="1"/>
              <a:t>Build:</a:t>
            </a:r>
            <a:r>
              <a:rPr/>
              <a:t> Polycarbonate frame, glass front, matte finish rear</a:t>
            </a:r>
          </a:p>
          <a:p>
            <a:pPr lvl="0"/>
            <a:r>
              <a:rPr b="1"/>
              <a:t>Dimensions:</a:t>
            </a:r>
            <a:r>
              <a:rPr/>
              <a:t> 159.1 x 74.6 x 8.9 mm</a:t>
            </a:r>
          </a:p>
          <a:p>
            <a:pPr lvl="0"/>
            <a:r>
              <a:rPr b="1"/>
              <a:t>Weight:</a:t>
            </a:r>
            <a:r>
              <a:rPr/>
              <a:t> 180g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Features</a:t>
            </a:r>
          </a:p>
          <a:p>
            <a:pPr lvl="0"/>
            <a:r>
              <a:rPr b="1"/>
              <a:t>UI/OS:</a:t>
            </a:r>
            <a:r>
              <a:rPr/>
              <a:t> VelOS v1.5 with Smart Manager, App Vault, and Privacy Dashboard</a:t>
            </a:r>
          </a:p>
          <a:p>
            <a:pPr lvl="0"/>
            <a:r>
              <a:rPr b="1"/>
              <a:t>Security:</a:t>
            </a:r>
            <a:r>
              <a:rPr/>
              <a:t> Pattern/Pin/Password Lock, Emergency SOS</a:t>
            </a:r>
          </a:p>
          <a:p>
            <a:pPr lvl="0"/>
            <a:r>
              <a:rPr b="1"/>
              <a:t>Software Updates:</a:t>
            </a:r>
            <a:r>
              <a:rPr/>
              <a:t> 2 years of security updates</a:t>
            </a:r>
          </a:p>
          <a:p>
            <a:pPr lvl="0"/>
            <a:r>
              <a:rPr b="1"/>
              <a:t>Box Contents:</a:t>
            </a:r>
            <a:r>
              <a:rPr/>
              <a:t> Handset, Adapter, USB Cable, SIM Ejector Tool, Quick Start Guide, Protective Case (clear TPU), Screen Protector (pre-applied on device)</a:t>
            </a:r>
          </a:p>
          <a:p>
            <a:pPr lvl="0"/>
            <a:r>
              <a:rPr b="1"/>
              <a:t>Warranty:</a:t>
            </a:r>
            <a:r>
              <a:rPr/>
              <a:t> 12 months on handset, 6 months on in-box accessories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After-Sales &amp; Support</a:t>
            </a:r>
          </a:p>
          <a:p>
            <a:pPr lvl="0"/>
            <a:r>
              <a:rPr b="1"/>
              <a:t>Customer Care:</a:t>
            </a:r>
            <a:r>
              <a:rPr/>
              <a:t> Toll-free, email, and in-app support</a:t>
            </a:r>
          </a:p>
          <a:p>
            <a:pPr lvl="0"/>
            <a:r>
              <a:rPr b="1"/>
              <a:t>Service Network:</a:t>
            </a:r>
            <a:r>
              <a:rPr/>
              <a:t> 600+ authorized service centers across India, pickup &amp; drop available in select cities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 Start delivers simplicity and reliability you can trust — all at an affordable price.</a:t>
            </a:r>
          </a:p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2025-07-29T14:53:46Z</dcterms:created>
  <dcterms:modified xsi:type="dcterms:W3CDTF">2025-07-29T14:53:46Z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