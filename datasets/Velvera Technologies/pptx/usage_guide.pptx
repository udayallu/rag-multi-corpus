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velvera.com/care-app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velvera.com/warranty" TargetMode="External" /><Relationship Id="rId3" Type="http://schemas.openxmlformats.org/officeDocument/2006/relationships/hyperlink" Target="https://velvera.com/privacy" TargetMode="External" /><Relationship Id="rId4" Type="http://schemas.openxmlformats.org/officeDocument/2006/relationships/hyperlink" Target="https://velvera.com/support" TargetMode="Externa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Do’s &amp; Don’ts — Velvera Usage Guide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quick guide to help you get the best out of your Velvera products, while ensuring long-term reliability, safety, and compliance with warranty and privacy policies.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DO’s</a:t>
            </a:r>
          </a:p>
          <a:p>
            <a:pPr lvl="0"/>
            <a:r>
              <a:rPr b="1"/>
              <a:t>Register Your Product</a:t>
            </a:r>
            <a:br/>
            <a:r>
              <a:rPr/>
              <a:t>Register your Velvera device on the </a:t>
            </a:r>
            <a:r>
              <a:rPr>
                <a:hlinkClick r:id="rId2"/>
              </a:rPr>
              <a:t>Velvera Care App</a:t>
            </a:r>
            <a:r>
              <a:rPr/>
              <a:t> within 30 days to activate extended warranty benefits.</a:t>
            </a:r>
          </a:p>
          <a:p>
            <a:pPr lvl="0"/>
            <a:r>
              <a:rPr b="1"/>
              <a:t>Use Certified Accessories</a:t>
            </a:r>
            <a:br/>
            <a:r>
              <a:rPr/>
              <a:t>Always use </a:t>
            </a:r>
            <a:r>
              <a:rPr b="1"/>
              <a:t>Velvera-certified chargers, cables, and cases</a:t>
            </a:r>
            <a:r>
              <a:rPr/>
              <a:t> to maintain optimal device performance and ensure safety.</a:t>
            </a:r>
          </a:p>
          <a:p>
            <a:pPr lvl="0"/>
            <a:r>
              <a:rPr b="1"/>
              <a:t>Update Regularly</a:t>
            </a:r>
            <a:br/>
            <a:r>
              <a:rPr/>
              <a:t>Keep your device updated with the latest </a:t>
            </a:r>
            <a:r>
              <a:rPr b="1"/>
              <a:t>VelveraOS releases and security patches</a:t>
            </a:r>
            <a:r>
              <a:rPr/>
              <a:t> to benefit from new features and critical fixes.</a:t>
            </a:r>
          </a:p>
          <a:p>
            <a:pPr lvl="0"/>
            <a:r>
              <a:rPr b="1"/>
              <a:t>Back Up Your Data</a:t>
            </a:r>
            <a:br/>
            <a:r>
              <a:rPr/>
              <a:t>Use Velvera Cloud or local backup options to safely store contacts, media, and documents.</a:t>
            </a:r>
          </a:p>
          <a:p>
            <a:pPr lvl="0"/>
            <a:r>
              <a:rPr b="1"/>
              <a:t>Clean Responsibly</a:t>
            </a:r>
            <a:br/>
            <a:r>
              <a:rPr/>
              <a:t>Clean your device using </a:t>
            </a:r>
            <a:r>
              <a:rPr b="1"/>
              <a:t>microfiber cloths and non-abrasive cleaning agents</a:t>
            </a:r>
            <a:r>
              <a:rPr/>
              <a:t>. Ensure ports remain dry and lint-free.</a:t>
            </a:r>
          </a:p>
          <a:p>
            <a:pPr lvl="0"/>
            <a:r>
              <a:rPr b="1"/>
              <a:t>Use Privacy Features</a:t>
            </a:r>
            <a:br/>
            <a:r>
              <a:rPr/>
              <a:t>Explore and customize your </a:t>
            </a:r>
            <a:r>
              <a:rPr b="1"/>
              <a:t>VelveraOS Privacy Dashboard</a:t>
            </a:r>
            <a:r>
              <a:rPr/>
              <a:t> for complete control over permissions and tracking.</a:t>
            </a:r>
          </a:p>
          <a:p>
            <a:pPr lvl="0"/>
            <a:r>
              <a:rPr b="1"/>
              <a:t>Utilize Velvera Trade-in &amp; Recycling</a:t>
            </a:r>
            <a:br/>
            <a:r>
              <a:rPr/>
              <a:t>When upgrading, recycle your old device through Velvera’s </a:t>
            </a:r>
            <a:r>
              <a:rPr b="1"/>
              <a:t>TakeBack+</a:t>
            </a:r>
            <a:r>
              <a:rPr/>
              <a:t> program to earn green credits and reduce e-waste.</a:t>
            </a:r>
          </a:p>
          <a:p>
            <a:pPr lvl="0"/>
            <a:r>
              <a:rPr b="1"/>
              <a:t>Contact Authorized Support</a:t>
            </a:r>
            <a:br/>
            <a:r>
              <a:rPr/>
              <a:t>Always reach out to </a:t>
            </a:r>
            <a:r>
              <a:rPr b="1"/>
              <a:t>Velvera-authorized service centers</a:t>
            </a:r>
            <a:r>
              <a:rPr/>
              <a:t> or customer support for diagnostics, repairs, or technical issues.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DON’Ts</a:t>
            </a:r>
          </a:p>
          <a:p>
            <a:pPr lvl="0"/>
            <a:r>
              <a:rPr b="1"/>
              <a:t>Don’t Use Third-Party Fast Chargers</a:t>
            </a:r>
            <a:br/>
            <a:r>
              <a:rPr/>
              <a:t>Avoid using non-certified high-wattage chargers. This may </a:t>
            </a:r>
            <a:r>
              <a:rPr b="1"/>
              <a:t>void your warranty</a:t>
            </a:r>
            <a:r>
              <a:rPr/>
              <a:t> and cause internal damage.</a:t>
            </a:r>
          </a:p>
          <a:p>
            <a:pPr lvl="0"/>
            <a:r>
              <a:rPr b="1"/>
              <a:t>Don’t Jailbreak or Root Devices</a:t>
            </a:r>
            <a:br/>
            <a:r>
              <a:rPr/>
              <a:t>Modifying VelveraOS disables key security features and </a:t>
            </a:r>
            <a:r>
              <a:rPr b="1"/>
              <a:t>invalidates all warranty and Care+ protection plans</a:t>
            </a:r>
            <a:r>
              <a:rPr/>
              <a:t>.</a:t>
            </a:r>
          </a:p>
          <a:p>
            <a:pPr lvl="0"/>
            <a:r>
              <a:rPr b="1"/>
              <a:t>Don’t Ignore Overheating or Swelling</a:t>
            </a:r>
            <a:br/>
            <a:r>
              <a:rPr/>
              <a:t>Discontinue use and </a:t>
            </a:r>
            <a:r>
              <a:rPr b="1"/>
              <a:t>immediately contact support</a:t>
            </a:r>
            <a:r>
              <a:rPr/>
              <a:t> if you notice battery swelling, overheating, or performance drops.</a:t>
            </a:r>
          </a:p>
          <a:p>
            <a:pPr lvl="0"/>
            <a:r>
              <a:rPr b="1"/>
              <a:t>Don’t Install Unverified Apps</a:t>
            </a:r>
            <a:br/>
            <a:r>
              <a:rPr/>
              <a:t>Use only trusted sources (Velvera Store, Google Play) to avoid security risks and data compromise.</a:t>
            </a:r>
          </a:p>
          <a:p>
            <a:pPr lvl="0"/>
            <a:r>
              <a:rPr b="1"/>
              <a:t>Don’t Expose to Water Beyond Rated Depth</a:t>
            </a:r>
            <a:br/>
            <a:r>
              <a:rPr/>
              <a:t>Even with IP68/IP69K ratings, </a:t>
            </a:r>
            <a:r>
              <a:rPr b="1"/>
              <a:t>avoid prolonged water submersion</a:t>
            </a:r>
            <a:r>
              <a:rPr/>
              <a:t>, especially in salt water or soapy environments.</a:t>
            </a:r>
          </a:p>
          <a:p>
            <a:pPr lvl="0"/>
            <a:r>
              <a:rPr b="1"/>
              <a:t>Don’t Disassemble Your Device</a:t>
            </a:r>
            <a:br/>
            <a:r>
              <a:rPr/>
              <a:t>DIY repairs or tampering with internals will </a:t>
            </a:r>
            <a:r>
              <a:rPr b="1"/>
              <a:t>void your warranty</a:t>
            </a:r>
            <a:r>
              <a:rPr/>
              <a:t> and may cause further damage.</a:t>
            </a:r>
          </a:p>
          <a:p>
            <a:pPr lvl="0"/>
            <a:r>
              <a:rPr b="1"/>
              <a:t>Don’t Delay Warranty Claims</a:t>
            </a:r>
            <a:br/>
            <a:r>
              <a:rPr/>
              <a:t>Initiate warranty claims promptly. Devices showing </a:t>
            </a:r>
            <a:r>
              <a:rPr b="1"/>
              <a:t>signs of neglect or post-damage usage</a:t>
            </a:r>
            <a:r>
              <a:rPr/>
              <a:t> may be rejected.</a:t>
            </a:r>
          </a:p>
          <a:p>
            <a:pPr lvl="0"/>
            <a:r>
              <a:rPr b="1"/>
              <a:t>Don’t Share Your Velvera ID Credentials</a:t>
            </a:r>
            <a:br/>
            <a:r>
              <a:rPr/>
              <a:t>Your Velvera ID gives access to cloud services, backups, and AI features — keep it secure and enable 2FA.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full warranty, care, and usage terms, visit:</a:t>
            </a:r>
            <a:br/>
            <a:r>
              <a:rPr>
                <a:hlinkClick r:id="rId2"/>
              </a:rPr>
              <a:t>velvera.com/warranty</a:t>
            </a:r>
            <a:br/>
            <a:r>
              <a:rPr>
                <a:hlinkClick r:id="rId3"/>
              </a:rPr>
              <a:t>velvera.com/privacy</a:t>
            </a:r>
            <a:br/>
            <a:r>
              <a:rPr>
                <a:hlinkClick r:id="rId4"/>
              </a:rPr>
              <a:t>velvera.com/support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Velvera</a:t>
            </a:r>
            <a:r>
              <a:rPr/>
              <a:t> — </a:t>
            </a:r>
            <a:r>
              <a:rPr i="1"/>
              <a:t>Technology, Refined. Life, Elevated.</a:t>
            </a:r>
          </a:p>
          <a:p>
            <a:pPr lvl="0" indent="0" marL="0">
              <a:buNone/>
            </a:pPr>
            <a:r>
              <a:rPr i="1"/>
              <a:t>Crafted with precision. Powered by innovation. Designed for tomorrow.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2025-07-29T14:51:53Z</dcterms:created>
  <dcterms:modified xsi:type="dcterms:W3CDTF">2025-07-29T14:51:53Z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