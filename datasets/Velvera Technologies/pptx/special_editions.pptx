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Special Edition &amp; Anniversary Edition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celebrate milestones and offer unique collector’s pieces, Velvera unveils a curated line of Special and Anniversary Edition products. These exclusive models combine technological excellence with commemorative artistry, distinctive finishes, and bundled exclusives.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Special &amp; Anniversary Edition Smartphones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 1TB Astral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Astral Special Edition (2025)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6.9” LTPO 2.0, 144Hz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Blue titanium frame, Meteorite Black back, Engraved serial, Custom theme, Numbered units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$1,319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 512GB Aurora Gold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10th Anniversary Collector’s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AMOLED HDR10+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512GB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Aurora Gold finish, Commemorative box, Signed certificate, Anniversary UI accents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$1,059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Edge Pro 256GB Alpine White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Alpine Limited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6.1” 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12GB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Matte Alpine White, Frosted alloy sides, Exclusive wallpapers, Etched edition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₹63,999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Nexus 1 Pro 1TB Iridescent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Aurora Prism Special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HDR10+ LTPO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Iridescent glass back, AI-tuned sound pack, Aurora UI package, Limited to 600 units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$1,199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Max 256GB Forest Green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Eco+ Plant-a-Tree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Forest Green textured finish, Biodegradable case included, Tree planted per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$429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Special &amp; Collector Watch Editions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Watch Deluxe 46mm Heritage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Heritage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1.9” LTPO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ECG, SpO2, Stress, GPS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 brown leather band, Blue domed crown, Numbered caseback, Heritage interface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Watch Premium 49mm Mariner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Mariner Anniversary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2.1” Sapphire AMOLED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Pro features + Diving mode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Blue ceramic, Brass bezel, Engraved anniversary logo, Exclusive tide faces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$849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Pad &amp; Audio Special Edition Lineup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Storage/RAM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Pad Pro 12.9” 1TB Midnight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Midnight Gallery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1TB / 16GB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matte black, Artful etching, Stylus with special tip, Exclusive digital artwork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₹97,999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$1,169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Buds Deluxe Sakura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Sakura Pink Limited Edition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Metallic Sakura Pink, Cherry blossom case, Spring sound presets, Numbered 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₹19,499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Exclusive Bundles &amp; Accessories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Bundle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Included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Collector 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Ultra Astral Edition + Leather Case + 65W GaN Charger + Certificate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Numbered display stand, Commemorative book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$1,509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Anniversary Experience 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One Pro Anniversary Edition + Buds Sakura + Watch Heritage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gift wrap, Thank you letter signed by CEO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₹1,39,999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$1,689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Details</a:t>
            </a:r>
          </a:p>
          <a:p>
            <a:pPr lvl="0"/>
            <a:r>
              <a:rPr/>
              <a:t>Special &amp; Anniversary Editions are produced in limited runs, individually numbered, and authenticated with certificates of origin.</a:t>
            </a:r>
          </a:p>
          <a:p>
            <a:pPr lvl="0"/>
            <a:r>
              <a:rPr/>
              <a:t>All special models feature edition-exclusive themes, wallpapers, and packaging.</a:t>
            </a:r>
          </a:p>
          <a:p>
            <a:pPr lvl="0"/>
            <a:r>
              <a:rPr/>
              <a:t>Premium after-sales support included for Special Edition holders.</a:t>
            </a:r>
          </a:p>
          <a:p>
            <a:pPr lvl="0"/>
            <a:r>
              <a:rPr/>
              <a:t>Availability: Select online channels and flagship Velvera retail lounges.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information on pre-orders and collector’s events, contact:</a:t>
            </a:r>
            <a:br/>
            <a:r>
              <a:rPr b="1"/>
              <a:t>collectors@velvera.com</a:t>
            </a:r>
            <a:br/>
            <a:r>
              <a:rPr b="1"/>
              <a:t>Velvera Special Editions Team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2025-07-29T14:52:52Z</dcterms:created>
  <dcterms:modified xsi:type="dcterms:W3CDTF">2025-07-29T14:52:52Z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