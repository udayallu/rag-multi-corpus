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10" Type="http://schemas.openxmlformats.org/officeDocument/2006/relationships/viewProps" Target="viewProps.xml" /><Relationship Id="rId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2" Type="http://schemas.openxmlformats.org/officeDocument/2006/relationships/tableStyles" Target="tableStyles.xml" /><Relationship Id="rId1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velvera.com/trade-in" TargetMode="Externa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velvera.com/sustainability" TargetMode="Externa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Environmental Commitment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At Velvera, sustainability is not an afterthought — it’s part of our design philosophy. From ethical sourcing to green logistics, every step is optimized to minimize environmental impact without compromising performance or innovation.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Sustainability Initiatives</a:t>
            </a:r>
          </a:p>
          <a:p>
            <a:pPr lvl="0"/>
            <a:r>
              <a:rPr b="1"/>
              <a:t>Carbon Neutral Packaging</a:t>
            </a:r>
            <a:br/>
            <a:r>
              <a:rPr/>
              <a:t>All Velvera packaging is made from </a:t>
            </a:r>
            <a:r>
              <a:rPr b="1"/>
              <a:t>100% recycled paper</a:t>
            </a:r>
            <a:r>
              <a:rPr/>
              <a:t>, printed with soy-based inks, and manufactured in </a:t>
            </a:r>
            <a:r>
              <a:rPr b="1"/>
              <a:t>carbon-neutral facilities</a:t>
            </a:r>
            <a:r>
              <a:rPr/>
              <a:t>.</a:t>
            </a:r>
          </a:p>
          <a:p>
            <a:pPr lvl="0"/>
            <a:r>
              <a:rPr/>
              <a:t>** Plastic-Free Experience**</a:t>
            </a:r>
            <a:br/>
            <a:r>
              <a:rPr/>
              <a:t>Zero plastic across packaging — including tapes, wraps, and trays. Instead, we use biodegradable fiber-based cushioning and compostable seals.</a:t>
            </a:r>
          </a:p>
          <a:p>
            <a:pPr lvl="0"/>
            <a:r>
              <a:rPr/>
              <a:t>** Trade-In &amp; Recycling Program**</a:t>
            </a:r>
            <a:br/>
            <a:r>
              <a:rPr/>
              <a:t>Recycle your old Velvera or any brand’s device responsibly through our </a:t>
            </a:r>
            <a:r>
              <a:rPr b="1"/>
              <a:t>TakeBack+</a:t>
            </a:r>
            <a:r>
              <a:rPr/>
              <a:t> program.</a:t>
            </a:r>
          </a:p>
          <a:p>
            <a:pPr lvl="1"/>
            <a:r>
              <a:rPr/>
              <a:t>Instant trade-in value at </a:t>
            </a:r>
            <a:r>
              <a:rPr>
                <a:hlinkClick r:id="rId2"/>
              </a:rPr>
              <a:t>velvera.com/trade-in</a:t>
            </a:r>
            <a:br/>
          </a:p>
          <a:p>
            <a:pPr lvl="1"/>
            <a:r>
              <a:rPr/>
              <a:t>Certified e-waste recycling partners</a:t>
            </a:r>
            <a:br/>
          </a:p>
          <a:p>
            <a:pPr lvl="1"/>
            <a:r>
              <a:rPr/>
              <a:t>Earn up to ₹1,500 in green credits</a:t>
            </a:r>
          </a:p>
          <a:p>
            <a:pPr lvl="0"/>
            <a:r>
              <a:rPr b="1"/>
              <a:t>Energy Efficiency</a:t>
            </a:r>
            <a:br/>
            <a:r>
              <a:rPr/>
              <a:t>All Velvera chargers and power adapters exceed </a:t>
            </a:r>
            <a:r>
              <a:rPr b="1"/>
              <a:t>90% energy efficiency</a:t>
            </a:r>
            <a:r>
              <a:rPr/>
              <a:t> standards and are designed to minimize phantom power drain.</a:t>
            </a:r>
          </a:p>
          <a:p>
            <a:pPr lvl="0"/>
            <a:r>
              <a:rPr b="1"/>
              <a:t>Conflict-Free Materials</a:t>
            </a:r>
            <a:br/>
            <a:r>
              <a:rPr/>
              <a:t>All key components (tantalum, tin, tungsten, and gold) are sourced from </a:t>
            </a:r>
            <a:r>
              <a:rPr b="1"/>
              <a:t>conflict-free and ethically audited</a:t>
            </a:r>
            <a:r>
              <a:rPr/>
              <a:t> supply chains.</a:t>
            </a:r>
          </a:p>
          <a:p>
            <a:pPr lvl="0"/>
            <a:r>
              <a:rPr b="1"/>
              <a:t>Eco-Friendly Accessories</a:t>
            </a:r>
            <a:br/>
            <a:r>
              <a:rPr/>
              <a:t>Accessories like phone cases and watch bands made from </a:t>
            </a:r>
            <a:r>
              <a:rPr b="1"/>
              <a:t>bio-polymer</a:t>
            </a:r>
            <a:r>
              <a:rPr/>
              <a:t>, </a:t>
            </a:r>
            <a:r>
              <a:rPr b="1"/>
              <a:t>plant-based leather</a:t>
            </a:r>
            <a:r>
              <a:rPr/>
              <a:t>, and </a:t>
            </a:r>
            <a:r>
              <a:rPr b="1"/>
              <a:t>recycled ocean plastic</a:t>
            </a:r>
            <a:r>
              <a:rPr/>
              <a:t>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Green Certifications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Certification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Description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EPEAT Gold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Awarded to all Velvera tablets for meeting highest environmental criteria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Energy Star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Certified on all Velvera chargers, power banks, and audio devices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RoHS Compliant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Restricts use of hazardous substances in manufacturing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ISO 14001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Environmental management systems certified across all production facilities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RE100 Member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Committed to sourcing </a:t>
                      </a:r>
                      <a:r>
                        <a:rPr b="1"/>
                        <a:t>100% renewable electricity</a:t>
                      </a:r>
                      <a:r>
                        <a:rPr/>
                        <a:t> by 2027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Did You Know?</a:t>
            </a:r>
            <a:br/>
            <a:r>
              <a:rPr sz="2000"/>
              <a:t>Every Velvera One unit ships with 30% less packaging volume than the previous generation — reducing shipping emissions by 18% per unit.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Future Goals (2025–2030)</a:t>
            </a:r>
          </a:p>
          <a:p>
            <a:pPr lvl="0"/>
            <a:r>
              <a:rPr b="1"/>
              <a:t>Net Zero Manufacturing by 2028</a:t>
            </a:r>
            <a:br/>
            <a:r>
              <a:rPr/>
              <a:t>Fully transition to renewable energy in all manufacturing sites globally.</a:t>
            </a:r>
          </a:p>
          <a:p>
            <a:pPr lvl="0"/>
            <a:r>
              <a:rPr b="1"/>
              <a:t>Circular Design Commitment</a:t>
            </a:r>
            <a:br/>
            <a:r>
              <a:rPr/>
              <a:t>Launch modular smartphones and tablets with </a:t>
            </a:r>
            <a:r>
              <a:rPr b="1"/>
              <a:t>user-replaceable parts</a:t>
            </a:r>
            <a:r>
              <a:rPr/>
              <a:t> by 2026.</a:t>
            </a:r>
          </a:p>
          <a:p>
            <a:pPr lvl="0"/>
            <a:r>
              <a:rPr b="1"/>
              <a:t>Certified Carbon Offset Program</a:t>
            </a:r>
            <a:br/>
            <a:r>
              <a:rPr/>
              <a:t>Offer opt-in offsets for all online purchases, contributing to reforestation and clean energy projects.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more on our sustainability roadmap, visit:</a:t>
            </a:r>
            <a:br/>
            <a:r>
              <a:rPr>
                <a:hlinkClick r:id="rId2"/>
              </a:rPr>
              <a:t>velvera.com/sustainability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Velvera</a:t>
            </a:r>
            <a:r>
              <a:rPr/>
              <a:t> — </a:t>
            </a:r>
            <a:r>
              <a:rPr i="1"/>
              <a:t>Technology, Refined. Life, Elevated.</a:t>
            </a:r>
          </a:p>
          <a:p>
            <a:pPr lvl="0" indent="0" marL="0">
              <a:buNone/>
            </a:pPr>
            <a:r>
              <a:rPr i="1"/>
              <a:t>Crafted with precision. Powered by innovation. Designed for tomorrow.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2025-07-29T14:51:27Z</dcterms:created>
  <dcterms:modified xsi:type="dcterms:W3CDTF">2025-07-29T14:51:27Z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