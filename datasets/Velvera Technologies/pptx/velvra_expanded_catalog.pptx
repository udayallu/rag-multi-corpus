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Complete Product Catalog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the official comprehensive catalog for </a:t>
            </a:r>
            <a:r>
              <a:rPr b="1"/>
              <a:t>Velvera</a:t>
            </a:r>
            <a:r>
              <a:rPr/>
              <a:t> — where innovation meets elegance. Explore our complete range of smartphones, tablets, accessories, and ecosystem products designed for the modern digital lifestyle.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Flagship Series — Velvera One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 b="1"/>
              <a:t>Velvera One</a:t>
            </a:r>
            <a:r>
              <a:rPr/>
              <a:t> series represents the pinnacle of performance and craftsmanship. Built with advanced materials, tuned for efficiency, and supported for years.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One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6.5” AMOLED, 120Hz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Dual AI Cameras (50MP+12MP)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6.5” AMOLED, 120Hz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Dual AI Cameras (50MP+12MP)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6.5” AMOLED, 120Hz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Dual AI Cameras (50MP+12MP)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$759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Velvera One Pro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Pro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6.7” AMOLED HDR10+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Triple Lens + Macro (64MP)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Pro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6.7” AMOLED HDR10+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Triple Lens + Macro (64MP)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₹72,999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Pro 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6.7” AMOLED HDR10+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Triple Lens + Macro (64MP)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$1,019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Velvera One Ultra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Ultra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6.9” LTPO 2.0, 144Hz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 Camera + Periscope Zoom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$999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Ultra 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6.9” LTPO 2.0, 144Hz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 Camera + Periscope Zoom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₹97,999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$1,179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Ultra 2TB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6.9” LTPO 2.0, 144Hz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 Camera + Periscope Zoom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₹1,24,999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$1,499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Series Highlights</a:t>
            </a:r>
          </a:p>
          <a:p>
            <a:pPr lvl="0"/>
            <a:r>
              <a:rPr/>
              <a:t>Aerospace-grade aluminum body with Gorilla Glass Victus 2</a:t>
            </a:r>
          </a:p>
          <a:p>
            <a:pPr lvl="0"/>
            <a:r>
              <a:rPr/>
              <a:t>IP68 water and dust resistance + IP69K rating</a:t>
            </a:r>
          </a:p>
          <a:p>
            <a:pPr lvl="0"/>
            <a:r>
              <a:rPr/>
              <a:t>Local AI engine for offline productivity</a:t>
            </a:r>
          </a:p>
          <a:p>
            <a:pPr lvl="0"/>
            <a:r>
              <a:rPr/>
              <a:t>4 years OS + 5 years security updates</a:t>
            </a:r>
          </a:p>
          <a:p>
            <a:pPr lvl="0"/>
            <a:r>
              <a:rPr/>
              <a:t>65W fast charging + 50W wireless charging</a:t>
            </a:r>
          </a:p>
          <a:p>
            <a:pPr lvl="0"/>
            <a:r>
              <a:rPr/>
              <a:t>Available in: Titanium Gray, Deep Ocean Blue, Rose Gold, Midnight Black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Compact Series — Velvera Edge</a:t>
            </a:r>
          </a:p>
          <a:p>
            <a:pPr lvl="0" indent="0" marL="0">
              <a:buNone/>
            </a:pPr>
            <a:r>
              <a:rPr/>
              <a:t>Premium performance, perfect pocketability. The </a:t>
            </a:r>
            <a:r>
              <a:rPr b="1"/>
              <a:t>Edge</a:t>
            </a:r>
            <a:r>
              <a:rPr/>
              <a:t> series is ideal for users who prefer smaller phones without compromising on power.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Edge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Storage/RAM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Edge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Octa-core V5 Chip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 / 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Edge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Octa-core V5 Chip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₹47,999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Edge Pro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V5+ AI-Tuned SoC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Edge Pro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V5+ AI-Tuned SoC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₹61,999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$749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Available Colors</a:t>
            </a:r>
            <a:r>
              <a:rPr/>
              <a:t>: Cloud Gray, Midnight Ocean, Sage Green, Coral Pink, Arctic White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AI-Centric Series — Velvera Nexus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 b="1"/>
              <a:t>Nexus</a:t>
            </a:r>
            <a:r>
              <a:rPr/>
              <a:t> series is designed for thinkers, builders, and creators. AI-first architecture powers everything from smart photography to real-time captioning and note generation.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Nexus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Neural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Storage/RAM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Features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Nexus 1 256GB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NeuralCore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6.6” HDR10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On-device transcription, Auto-summary, Smart Edit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Nexus 1 512GB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NeuralCore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6.6” HDR10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On-device transcription, Auto-summary, Smart Edit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₹67,999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Nexus 1 Pro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NeuralCore X+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6.8” HDR10+ LTPO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 / 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Adds multi-language translation and code inference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₹74,999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Nexus 1 Pro 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NeuralCore X+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6.8” HDR10+ LTPO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 / 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Adds multi-language translation and code inference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₹86,999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$1,049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Ships with </a:t>
            </a:r>
            <a:r>
              <a:rPr b="1"/>
              <a:t>Velvera Studio</a:t>
            </a:r>
            <a:r>
              <a:rPr/>
              <a:t>, our AI productivity suite for creators.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Reliable Series — Velvera Core</a:t>
            </a:r>
          </a:p>
          <a:p>
            <a:pPr lvl="0" indent="0" marL="0">
              <a:buNone/>
            </a:pPr>
            <a:r>
              <a:rPr/>
              <a:t>Powerful, affordable, and thoughtfully designed. The </a:t>
            </a:r>
            <a:r>
              <a:rPr b="1"/>
              <a:t>Core</a:t>
            </a:r>
            <a:r>
              <a:rPr/>
              <a:t> lineup brings flagship durability and OS quality to accessible price points.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Core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/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Core M 64GB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64GB / 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6.5” 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Helio G85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₹21,999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Core M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 / 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6.5” 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Helio G85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Core Max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 / 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6.7” FHD+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695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₹26,999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Core Max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6.7” FHD+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695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Core Plus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6.8” FHD+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720G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$419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✔️ All models run VelveraOS Lite – optimized for battery and simplicity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Budget-Friendly Series — Velvera Start</a:t>
            </a:r>
          </a:p>
          <a:p>
            <a:pPr lvl="0" indent="0" marL="0">
              <a:buNone/>
            </a:pPr>
            <a:r>
              <a:rPr/>
              <a:t>Entry-level smartphones that don’t compromise on essential features. Perfect for first-time smartphone users and those seeking reliable basics.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Start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/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Start 32GB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32GB / 3GB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HD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13MP Single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Start 64GB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64GB / 3GB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HD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13MP Single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Start Plus 64GB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64GB / 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6.3” 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16MP Dual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₹17,999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Start Plus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 / 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6.3” 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16MP Dual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$239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Available Colors</a:t>
            </a:r>
            <a:r>
              <a:rPr/>
              <a:t>: Classic Black, Pearl White, Sky Blue, Forest Green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Tablet Series — Velvera Pad</a:t>
            </a:r>
          </a:p>
          <a:p>
            <a:pPr lvl="0" indent="0" marL="0">
              <a:buNone/>
            </a:pPr>
            <a:r>
              <a:rPr/>
              <a:t>Productivity and entertainment redefined. Our tablet lineup offers the perfect balance of performance, portability, and creativity tools.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Pad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Storage/RAM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Pad 11”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11” IPS LCD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870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 / 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Wi-Fi, Stereo Speakers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Pad 11”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11” IPS LCD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870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Wi-Fi, Stereo Speakers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₹37,999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Pad Pro 12.9”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12.9”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8+ Gen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 + 5G, Quad Speakers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Pad Pro 12.9”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12.9”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8+ Gen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 + 5G, Quad Speakers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Pad Pro 12.9” 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12.9”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8+ Gen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 / 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 + 5G, Quad Speakers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₹79,999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$959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Compatible with </a:t>
            </a:r>
            <a:r>
              <a:rPr b="1"/>
              <a:t>Velvera Pencil</a:t>
            </a:r>
            <a:r>
              <a:rPr/>
              <a:t> and </a:t>
            </a:r>
            <a:r>
              <a:rPr b="1"/>
              <a:t>Velvera Keyboard</a:t>
            </a:r>
            <a:r>
              <a:rPr/>
              <a:t> (sold separately)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Wearables — Velvera Watch Series</a:t>
            </a:r>
          </a:p>
          <a:p>
            <a:pPr lvl="0" indent="0" marL="0">
              <a:buNone/>
            </a:pPr>
            <a:r>
              <a:rPr/>
              <a:t>Stay connected, stay healthy. Our smartwatch lineup combines cutting-edge health monitoring with seamless smartphone integration.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Watch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Health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 Life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Watch Standard 42mm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1.7” AMOLED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Heart Rate, Sleep, Steps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Bluetooth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$239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Watch Standard 46mm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1.9” AMOLED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Heart Rate, Sleep, Steps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Bluetooth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Watch Deluxe 42mm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1.7” LTPO AMOLED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ECG, SpO2, Stress, GPS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LTE + Bluetooth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Watch Deluxe 46mm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1.9” LTPO AMOLED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ECG, SpO2, Stress, GPS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LTE + Bluetooth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₹36,999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$449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Watch Premium 49mm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2.1” Sapphire AMOLED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Pro features + Diving mode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Satellite + LTE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$659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Available Colors</a:t>
            </a:r>
            <a:r>
              <a:rPr/>
              <a:t>: Midnight Black, Silver, Gold, Rose Gold, Ocean Blue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Audio — Velvera Audio Series</a:t>
            </a:r>
          </a:p>
          <a:p>
            <a:pPr lvl="0" indent="0" marL="0">
              <a:buNone/>
            </a:pPr>
            <a:r>
              <a:rPr/>
              <a:t>Immersive sound experiences crafted for audiophiles and everyday users alike.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Audio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 Life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Buds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True Wireless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ANC, Spatial Audio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24hrs 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Buds Deluxe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True Wireless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Advanced ANC, Wireless Charging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30hrs 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Buds Premium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True Wireless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Adaptive ANC, Premium Drivers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36hrs 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$239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Headphones Deluxe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Over-ear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Studio-grade ANC, Hi-Res Audio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40hrs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Headphones Premium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Over-ear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Planar Magnetic, Audiophile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50hrs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$479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Accessories &amp; Add-ons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Charging Solutions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Compatibility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65W GaN Charger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Velvera Devices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 Charging, Compact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₹3,499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100W Desktop 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Laptops + Phones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4-Port, Wireless Pad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₹7,999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$96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Wireless Dock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Phones + Watch + Buds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3-in-1 Charging Station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SuperSafe Battery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5000mAh, Magnetic Mount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Protection &amp; Cases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Models 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Leather Case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Phone Models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Genuine Leather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Clear Case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Phone Models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Military-grade Plastic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₹1,499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Rugged Case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Phone Models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Shock-resistant TPU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₹2,299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Screen Protector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Phone Models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Sapphire Glass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Productivity Tools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Compatibility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Pencil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Pad 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Pressure Sensitive, Tilt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Keyboard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Pad 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Backlit, Magnetic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Stand Pro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Phones + Tablets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Adjustable, Wireless Charging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Important Notes &amp; Terms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General Terms</a:t>
            </a:r>
          </a:p>
          <a:p>
            <a:pPr lvl="0"/>
            <a:r>
              <a:rPr/>
              <a:t>All prices are inclusive of GST and applicable taxes</a:t>
            </a:r>
          </a:p>
          <a:p>
            <a:pPr lvl="0"/>
            <a:r>
              <a:rPr/>
              <a:t>USD conversions are approximate and subject to exchange rate fluctuations</a:t>
            </a:r>
          </a:p>
          <a:p>
            <a:pPr lvl="0"/>
            <a:r>
              <a:rPr/>
              <a:t>Product availability may vary by region and stock levels</a:t>
            </a:r>
          </a:p>
          <a:p>
            <a:pPr lvl="0"/>
            <a:r>
              <a:rPr/>
              <a:t>Specifications subject to change without prior notice</a:t>
            </a:r>
          </a:p>
          <a:p>
            <a:pPr lvl="0"/>
            <a:r>
              <a:rPr/>
              <a:t>All promotional offers are for limited time and subject to terms &amp; conditions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Privacy &amp; Data Security</a:t>
            </a:r>
          </a:p>
          <a:p>
            <a:pPr lvl="0"/>
            <a:r>
              <a:rPr/>
              <a:t>All Velvera devices come with hardware-level encryption</a:t>
            </a:r>
          </a:p>
          <a:p>
            <a:pPr lvl="0"/>
            <a:r>
              <a:rPr/>
              <a:t>Local data processing with minimal cloud dependency</a:t>
            </a:r>
          </a:p>
          <a:p>
            <a:pPr lvl="0"/>
            <a:r>
              <a:rPr/>
              <a:t>Transparent privacy controls in VelveraOS</a:t>
            </a:r>
          </a:p>
          <a:p>
            <a:pPr lvl="0"/>
            <a:r>
              <a:rPr/>
              <a:t>Regular security audits and penetration testing</a:t>
            </a:r>
          </a:p>
          <a:p>
            <a:pPr lvl="0"/>
            <a:r>
              <a:rPr/>
              <a:t>GDPR and Indian data protection law compliant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Contact Information</a:t>
            </a:r>
          </a:p>
          <a:p>
            <a:pPr lvl="0"/>
            <a:r>
              <a:rPr b="1"/>
              <a:t>Customer Care</a:t>
            </a:r>
            <a:r>
              <a:rPr/>
              <a:t>: 1800-Velvera-1 (Toll-free)</a:t>
            </a:r>
          </a:p>
          <a:p>
            <a:pPr lvl="0"/>
            <a:r>
              <a:rPr b="1"/>
              <a:t>Technical Support</a:t>
            </a:r>
            <a:r>
              <a:rPr/>
              <a:t>: support@Velvera.com</a:t>
            </a:r>
          </a:p>
          <a:p>
            <a:pPr lvl="0"/>
            <a:r>
              <a:rPr b="1"/>
              <a:t>Business Inquiries</a:t>
            </a:r>
            <a:r>
              <a:rPr/>
              <a:t>: business@Velvera.com</a:t>
            </a:r>
          </a:p>
          <a:p>
            <a:pPr lvl="0"/>
            <a:r>
              <a:rPr b="1"/>
              <a:t>Media Relations</a:t>
            </a:r>
            <a:r>
              <a:rPr/>
              <a:t>: media@Velvera.com</a:t>
            </a:r>
          </a:p>
          <a:p>
            <a:pPr lvl="0"/>
            <a:r>
              <a:rPr b="1"/>
              <a:t>Investor Relations</a:t>
            </a:r>
            <a:r>
              <a:rPr/>
              <a:t>: investors@Velvera.com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2025-07-29T14:53:55Z</dcterms:created>
  <dcterms:modified xsi:type="dcterms:W3CDTF">2025-07-29T14:53:55Z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