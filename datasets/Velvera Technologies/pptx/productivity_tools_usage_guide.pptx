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# </a:t>
            </a:r>
            <a:r>
              <a:rPr b="1"/>
              <a:t>Velvera Productivity Tools — Usage Guide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 Pencil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Getting Started</a:t>
            </a:r>
            <a:r>
              <a:rPr/>
              <a:t>: Attach to your Velvera Pad’s magnetic side dock to pair instantly. No additional app setup is required.</a:t>
            </a:r>
          </a:p>
          <a:p>
            <a:pPr lvl="0"/>
            <a:r>
              <a:rPr b="1"/>
              <a:t>Tips for Effective Use</a:t>
            </a:r>
            <a:r>
              <a:rPr/>
              <a:t>: Use light hand pressure for precise control. Double-tap near the tip to switch between pen and eraser in supported apps.</a:t>
            </a:r>
          </a:p>
          <a:p>
            <a:pPr lvl="0"/>
            <a:r>
              <a:rPr b="1"/>
              <a:t>Charging &amp; Maintenance</a:t>
            </a:r>
            <a:r>
              <a:rPr/>
              <a:t>: Charge fully on the Pad’s dock (recharges in 1 hour). Replace tip as needed—keep spare tip handy in the box.</a:t>
            </a:r>
          </a:p>
          <a:p>
            <a:pPr lvl="0"/>
            <a:r>
              <a:rPr b="1"/>
              <a:t>Safety &amp; Care</a:t>
            </a:r>
            <a:r>
              <a:rPr/>
              <a:t>: Store with magnetic cap, away from liquids. Avoid dropping to protect sensitivity.</a:t>
            </a:r>
          </a:p>
          <a:p>
            <a:pPr lvl="0"/>
            <a:r>
              <a:rPr b="1"/>
              <a:t>Troubleshooting</a:t>
            </a:r>
            <a:r>
              <a:rPr/>
              <a:t>: If not connecting, reattach to dock to reset pairing. Ensure latest Pad software is installed.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 Keyboard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Getting Started</a:t>
            </a:r>
            <a:r>
              <a:rPr/>
              <a:t>: Align magnetic connector with Pad edge; attaches securely when contact is made.</a:t>
            </a:r>
          </a:p>
          <a:p>
            <a:pPr lvl="0"/>
            <a:r>
              <a:rPr b="1"/>
              <a:t>Tips for Effective Use</a:t>
            </a:r>
            <a:r>
              <a:rPr/>
              <a:t>: Adjust keyboard backlighting for ambient lighting. Enable touchpad gestures in settings for multi-touch support.</a:t>
            </a:r>
          </a:p>
          <a:p>
            <a:pPr lvl="0"/>
            <a:r>
              <a:rPr b="1"/>
              <a:t>Charging &amp; Maintenance</a:t>
            </a:r>
            <a:r>
              <a:rPr/>
              <a:t>: Clean with a dry, lint-free cloth. Avoid exposure to excessive moisture or dust.</a:t>
            </a:r>
          </a:p>
          <a:p>
            <a:pPr lvl="0"/>
            <a:r>
              <a:rPr b="1"/>
              <a:t>Safety &amp; Care</a:t>
            </a:r>
            <a:r>
              <a:rPr/>
              <a:t>: Detach before storing tablet in tight sleeves. Do not press keys aggressively.</a:t>
            </a:r>
          </a:p>
          <a:p>
            <a:pPr lvl="0"/>
            <a:r>
              <a:rPr b="1"/>
              <a:t>Troubleshooting</a:t>
            </a:r>
            <a:r>
              <a:rPr/>
              <a:t>: Keyboard unrecognized? Detach and reattach. Clean pogo pins with a dry cloth if needed.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 Stand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Getting Started</a:t>
            </a:r>
            <a:r>
              <a:rPr/>
              <a:t>: Unfold to desired angle (15°–85°). Place phone/tablet on the silicone grip pads.</a:t>
            </a:r>
          </a:p>
          <a:p>
            <a:pPr lvl="0"/>
            <a:r>
              <a:rPr b="1"/>
              <a:t>Tips for Effective Use</a:t>
            </a:r>
            <a:r>
              <a:rPr/>
              <a:t>: Use low angles for drawing/writing; steeper for video calls. Keep cable organized in the integrated channel for desk clarity.</a:t>
            </a:r>
          </a:p>
          <a:p>
            <a:pPr lvl="0"/>
            <a:r>
              <a:rPr b="1"/>
              <a:t>Charging &amp; Maintenance</a:t>
            </a:r>
            <a:r>
              <a:rPr/>
              <a:t>: Plug in USB-C cable for Qi charger. Wipe with a soft cloth. Silicone pads can be cleaned with mild soap if needed.</a:t>
            </a:r>
          </a:p>
          <a:p>
            <a:pPr lvl="0"/>
            <a:r>
              <a:rPr b="1"/>
              <a:t>Safety &amp; Care</a:t>
            </a:r>
            <a:r>
              <a:rPr/>
              <a:t>: Do not exceed recommended device size. Ensure the stand is on a flat, stable surface.</a:t>
            </a:r>
          </a:p>
          <a:p>
            <a:pPr lvl="0"/>
            <a:r>
              <a:rPr b="1"/>
              <a:t>Troubleshooting</a:t>
            </a:r>
            <a:r>
              <a:rPr/>
              <a:t>: Wireless charging slow? Check charger cable connection or reposition device for better coil alignment.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2025-07-29T14:53:34Z</dcterms:created>
  <dcterms:modified xsi:type="dcterms:W3CDTF">2025-07-29T14:53:34Z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