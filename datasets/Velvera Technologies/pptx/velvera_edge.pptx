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Edge Series — Product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Premium performance, perfect pocketability. The </a:t>
            </a:r>
            <a:r>
              <a:rPr b="1"/>
              <a:t>Edge</a:t>
            </a:r>
            <a:r>
              <a:rPr/>
              <a:t> series is ideal for users who prefer smaller phones without compromising on power.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/>
            <a:r>
              <a:rPr b="1"/>
              <a:t>Series</a:t>
            </a:r>
            <a:r>
              <a:rPr/>
              <a:t>: Compact Series — Velvera Edge</a:t>
            </a:r>
          </a:p>
          <a:p>
            <a:pPr lvl="0"/>
            <a:r>
              <a:rPr b="1"/>
              <a:t>Target Audience</a:t>
            </a:r>
            <a:r>
              <a:rPr/>
              <a:t>: Users preferring compact smartphones with flagship performance</a:t>
            </a:r>
          </a:p>
          <a:p>
            <a:pPr lvl="0"/>
            <a:r>
              <a:rPr b="1"/>
              <a:t>Available Colors</a:t>
            </a:r>
            <a:r>
              <a:rPr/>
              <a:t>: Cloud Gray, Midnight Ocean, Sage Green, Coral Pink, Arctic White</a:t>
            </a:r>
          </a:p>
          <a:p>
            <a:pPr lvl="0"/>
            <a:r>
              <a:rPr b="1"/>
              <a:t>Display Type</a:t>
            </a:r>
            <a:r>
              <a:rPr/>
              <a:t>: 6.1” OLED, Full HD+ Resolution, HDR10+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Models &amp; Variants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Edge (128GB / 256GB)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Common Features</a:t>
            </a:r>
          </a:p>
          <a:p>
            <a:pPr lvl="0"/>
            <a:r>
              <a:rPr b="1"/>
              <a:t>Display</a:t>
            </a:r>
            <a:r>
              <a:rPr/>
              <a:t>: 6.1-inch OLED, 2400x1080 pixels, 120Hz refresh rate, HDR10+</a:t>
            </a:r>
          </a:p>
          <a:p>
            <a:pPr lvl="0"/>
            <a:r>
              <a:rPr b="1"/>
              <a:t>Processor</a:t>
            </a:r>
            <a:r>
              <a:rPr/>
              <a:t>: Octa-core Velvera V5 Chip (4x2.8GHz + 4x1.9GHz)</a:t>
            </a:r>
          </a:p>
          <a:p>
            <a:pPr lvl="0"/>
            <a:r>
              <a:rPr b="1"/>
              <a:t>GPU</a:t>
            </a:r>
            <a:r>
              <a:rPr/>
              <a:t>: Mali V530 Advanced</a:t>
            </a:r>
          </a:p>
          <a:p>
            <a:pPr lvl="0"/>
            <a:r>
              <a:rPr b="1"/>
              <a:t>Operating System</a:t>
            </a:r>
            <a:r>
              <a:rPr/>
              <a:t>: VelveraOS 14 (Android 14 based)</a:t>
            </a:r>
          </a:p>
          <a:p>
            <a:pPr lvl="0"/>
            <a:r>
              <a:rPr b="1"/>
              <a:t>Rear Cameras</a:t>
            </a:r>
            <a:r>
              <a:rPr/>
              <a:t>:</a:t>
            </a:r>
          </a:p>
          <a:p>
            <a:pPr lvl="1"/>
            <a:r>
              <a:rPr/>
              <a:t>50MP f/1.8 Wide</a:t>
            </a:r>
          </a:p>
          <a:p>
            <a:pPr lvl="1"/>
            <a:r>
              <a:rPr/>
              <a:t>12MP f/2.2 Ultra-wide (120° FOV)</a:t>
            </a:r>
          </a:p>
          <a:p>
            <a:pPr lvl="0"/>
            <a:r>
              <a:rPr b="1"/>
              <a:t>Front Camera</a:t>
            </a:r>
            <a:r>
              <a:rPr/>
              <a:t>: 16MP f/2.0</a:t>
            </a:r>
          </a:p>
          <a:p>
            <a:pPr lvl="0"/>
            <a:r>
              <a:rPr b="1"/>
              <a:t>Battery</a:t>
            </a:r>
            <a:r>
              <a:rPr/>
              <a:t>: 4400mAh Li-Ion (non-removable)</a:t>
            </a:r>
          </a:p>
          <a:p>
            <a:pPr lvl="0"/>
            <a:r>
              <a:rPr b="1"/>
              <a:t>Charging</a:t>
            </a:r>
            <a:r>
              <a:rPr/>
              <a:t>: 33W Fast Charging (wired); 15W wireless charging</a:t>
            </a:r>
          </a:p>
          <a:p>
            <a:pPr lvl="0"/>
            <a:r>
              <a:rPr b="1"/>
              <a:t>Biometrics</a:t>
            </a:r>
            <a:r>
              <a:rPr/>
              <a:t>: Under-display fingerprint, Face Unlock</a:t>
            </a:r>
          </a:p>
          <a:p>
            <a:pPr lvl="0"/>
            <a:r>
              <a:rPr b="1"/>
              <a:t>SIM</a:t>
            </a:r>
            <a:r>
              <a:rPr/>
              <a:t>: Dual Nano SIM, eSIM support</a:t>
            </a:r>
          </a:p>
          <a:p>
            <a:pPr lvl="0"/>
            <a:r>
              <a:rPr b="1"/>
              <a:t>Audio</a:t>
            </a:r>
            <a:r>
              <a:rPr/>
              <a:t>: Stereo speakers, Dolby Atmos, No 3.5mm jack</a:t>
            </a:r>
          </a:p>
          <a:p>
            <a:pPr lvl="0"/>
            <a:r>
              <a:rPr b="1"/>
              <a:t>Build</a:t>
            </a:r>
            <a:r>
              <a:rPr/>
              <a:t>: Aluminum frame, Gorilla Glass 7 front &amp; rear, IP68 water/dust resistant</a:t>
            </a:r>
          </a:p>
          <a:p>
            <a:pPr lvl="0"/>
            <a:r>
              <a:rPr b="1"/>
              <a:t>Connectivity</a:t>
            </a:r>
            <a:r>
              <a:rPr/>
              <a:t>: 5G SA/NSA, Wi-Fi 6, Bluetooth 5.3, NFC, USB-C 3.1</a:t>
            </a:r>
          </a:p>
          <a:p>
            <a:pPr lvl="0"/>
            <a:r>
              <a:rPr b="1"/>
              <a:t>Dimensions</a:t>
            </a:r>
            <a:r>
              <a:rPr/>
              <a:t>: 145.6 x 68.9 x 7.89 mm</a:t>
            </a:r>
          </a:p>
          <a:p>
            <a:pPr lvl="0"/>
            <a:r>
              <a:rPr b="1"/>
              <a:t>Weight</a:t>
            </a:r>
            <a:r>
              <a:rPr/>
              <a:t>: 162g</a:t>
            </a:r>
          </a:p>
          <a:p>
            <a:pPr lvl="0"/>
            <a:r>
              <a:rPr b="1"/>
              <a:t>Other</a:t>
            </a:r>
            <a:r>
              <a:rPr/>
              <a:t>: Haptic feedback engine, Linear vibration motor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Variants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Edge 128GB</a:t>
            </a:r>
          </a:p>
          <a:p>
            <a:pPr lvl="0"/>
            <a:r>
              <a:rPr b="1"/>
              <a:t>RAM</a:t>
            </a:r>
            <a:r>
              <a:rPr/>
              <a:t>: 8GB LPDDR5</a:t>
            </a:r>
          </a:p>
          <a:p>
            <a:pPr lvl="0"/>
            <a:r>
              <a:rPr b="1"/>
              <a:t>Storage</a:t>
            </a:r>
            <a:r>
              <a:rPr/>
              <a:t>: 128GB UFS 3.1</a:t>
            </a:r>
          </a:p>
          <a:p>
            <a:pPr lvl="0"/>
            <a:r>
              <a:rPr b="1"/>
              <a:t>Battery</a:t>
            </a:r>
            <a:r>
              <a:rPr/>
              <a:t>: 4400mAh</a:t>
            </a:r>
          </a:p>
          <a:p>
            <a:pPr lvl="0"/>
            <a:r>
              <a:rPr b="1"/>
              <a:t>Price</a:t>
            </a:r>
            <a:r>
              <a:rPr/>
              <a:t>: ₹42,999 ($519)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Edge 256GB</a:t>
            </a:r>
          </a:p>
          <a:p>
            <a:pPr lvl="0"/>
            <a:r>
              <a:rPr b="1"/>
              <a:t>RAM</a:t>
            </a:r>
            <a:r>
              <a:rPr/>
              <a:t>: 8GB LPDDR5</a:t>
            </a:r>
          </a:p>
          <a:p>
            <a:pPr lvl="0"/>
            <a:r>
              <a:rPr b="1"/>
              <a:t>Storage</a:t>
            </a:r>
            <a:r>
              <a:rPr/>
              <a:t>: 256GB UFS 3.1</a:t>
            </a:r>
          </a:p>
          <a:p>
            <a:pPr lvl="0"/>
            <a:r>
              <a:rPr b="1"/>
              <a:t>Battery</a:t>
            </a:r>
            <a:r>
              <a:rPr/>
              <a:t>: 4400mAh</a:t>
            </a:r>
          </a:p>
          <a:p>
            <a:pPr lvl="0"/>
            <a:r>
              <a:rPr b="1"/>
              <a:t>Price</a:t>
            </a:r>
            <a:r>
              <a:rPr/>
              <a:t>: ₹47,999 ($579)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Edge Pro (256GB / 512GB)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Common Upgrades Over Standard Edge</a:t>
            </a:r>
          </a:p>
          <a:p>
            <a:pPr lvl="0"/>
            <a:r>
              <a:rPr b="1"/>
              <a:t>Processor</a:t>
            </a:r>
            <a:r>
              <a:rPr/>
              <a:t>: V5+ AI-Tuned SoC (4x3.0GHz + 4x2.2GHz, enhanced for AI performance)</a:t>
            </a:r>
          </a:p>
          <a:p>
            <a:pPr lvl="0"/>
            <a:r>
              <a:rPr b="1"/>
              <a:t>GPU</a:t>
            </a:r>
            <a:r>
              <a:rPr/>
              <a:t>: Mali V535 AI-Enhanced</a:t>
            </a:r>
          </a:p>
          <a:p>
            <a:pPr lvl="0"/>
            <a:r>
              <a:rPr b="1"/>
              <a:t>RAM</a:t>
            </a:r>
            <a:r>
              <a:rPr/>
              <a:t>: 12GB LPDDR5X</a:t>
            </a:r>
          </a:p>
          <a:p>
            <a:pPr lvl="0"/>
            <a:r>
              <a:rPr b="1"/>
              <a:t>Main Camera</a:t>
            </a:r>
            <a:r>
              <a:rPr/>
              <a:t>: Additional 8MP f/2.4 Telephoto with OIS (3x Optical Zoom)</a:t>
            </a:r>
          </a:p>
          <a:p>
            <a:pPr lvl="0"/>
            <a:r>
              <a:rPr b="1"/>
              <a:t>Battery</a:t>
            </a:r>
            <a:r>
              <a:rPr/>
              <a:t>: 4600mAh Li-Ion (non-removable)</a:t>
            </a:r>
          </a:p>
          <a:p>
            <a:pPr lvl="0"/>
            <a:r>
              <a:rPr b="1"/>
              <a:t>Charging</a:t>
            </a:r>
            <a:r>
              <a:rPr/>
              <a:t>: 45W Fast Charging (wired); 18W wireless charging</a:t>
            </a:r>
          </a:p>
          <a:p>
            <a:pPr lvl="0"/>
            <a:r>
              <a:rPr b="1"/>
              <a:t>OS</a:t>
            </a:r>
            <a:r>
              <a:rPr/>
              <a:t>: VelveraOS 14 Pro (exclusive AI features)</a:t>
            </a:r>
          </a:p>
          <a:p>
            <a:pPr lvl="0"/>
            <a:r>
              <a:rPr b="1"/>
              <a:t>Audio</a:t>
            </a:r>
            <a:r>
              <a:rPr/>
              <a:t>: Enhanced stereo with Hi-Res audio support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Variants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Edge Pro 256GB</a:t>
            </a:r>
          </a:p>
          <a:p>
            <a:pPr lvl="0"/>
            <a:r>
              <a:rPr b="1"/>
              <a:t>Storage</a:t>
            </a:r>
            <a:r>
              <a:rPr/>
              <a:t>: 256GB UFS 3.1</a:t>
            </a:r>
          </a:p>
          <a:p>
            <a:pPr lvl="0"/>
            <a:r>
              <a:rPr b="1"/>
              <a:t>Battery</a:t>
            </a:r>
            <a:r>
              <a:rPr/>
              <a:t>: 4600mAh</a:t>
            </a:r>
          </a:p>
          <a:p>
            <a:pPr lvl="0"/>
            <a:r>
              <a:rPr b="1"/>
              <a:t>Price</a:t>
            </a:r>
            <a:r>
              <a:rPr/>
              <a:t>: ₹54,999 ($659)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Edge Pro 512GB</a:t>
            </a:r>
          </a:p>
          <a:p>
            <a:pPr lvl="0"/>
            <a:r>
              <a:rPr b="1"/>
              <a:t>Storage</a:t>
            </a:r>
            <a:r>
              <a:rPr/>
              <a:t>: 512GB UFS 4.0</a:t>
            </a:r>
          </a:p>
          <a:p>
            <a:pPr lvl="0"/>
            <a:r>
              <a:rPr b="1"/>
              <a:t>Battery</a:t>
            </a:r>
            <a:r>
              <a:rPr/>
              <a:t>: 4600mAh</a:t>
            </a:r>
          </a:p>
          <a:p>
            <a:pPr lvl="0"/>
            <a:r>
              <a:rPr b="1"/>
              <a:t>Price</a:t>
            </a:r>
            <a:r>
              <a:rPr/>
              <a:t>: ₹61,999 ($749)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Features (All Variants)</a:t>
            </a:r>
          </a:p>
          <a:p>
            <a:pPr lvl="0"/>
            <a:r>
              <a:rPr b="1"/>
              <a:t>Sensors</a:t>
            </a:r>
            <a:r>
              <a:rPr/>
              <a:t>: Accelerometer, Gyroscope, Proximity, Ambient Light, Magnetometer, Barometer</a:t>
            </a:r>
          </a:p>
          <a:p>
            <a:pPr lvl="0"/>
            <a:r>
              <a:rPr b="1"/>
              <a:t>Security</a:t>
            </a:r>
            <a:r>
              <a:rPr/>
              <a:t>: Secure enclave for biometric &amp; payments</a:t>
            </a:r>
          </a:p>
          <a:p>
            <a:pPr lvl="0"/>
            <a:r>
              <a:rPr b="1"/>
              <a:t>Software Updates</a:t>
            </a:r>
            <a:r>
              <a:rPr/>
              <a:t>: 3 years OS + 4 years security patches</a:t>
            </a:r>
          </a:p>
          <a:p>
            <a:pPr lvl="0"/>
            <a:r>
              <a:rPr b="1"/>
              <a:t>In-Box Accessories</a:t>
            </a:r>
            <a:r>
              <a:rPr/>
              <a:t>: 33W/45W charger (model-dependent), USB-C cable, SIM ejector, Quick Start guide, translucent cover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 Comparison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  <a:gridCol w="635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Rear Cameras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Charging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(INR/USD)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Edge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V5 Octa-core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50MP wide + 12MP ultra-wide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₹42,999 / $519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Edge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V5 Octa-core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50MP wide + 12MP ultra-wide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₹47,999 / $579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Edge Pro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V5+ AI-Tuned SoC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50MP wide + 12MP UW + 8MP telephoto+OIS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 / $659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Edge Pro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V5+ AI-Tuned SoC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50MP wide + 12MP UW + 8MP telephoto+OIS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₹61,999 / $749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Certification &amp; Warranty</a:t>
            </a:r>
          </a:p>
          <a:p>
            <a:pPr lvl="0"/>
            <a:r>
              <a:rPr b="1"/>
              <a:t>Certification</a:t>
            </a:r>
            <a:r>
              <a:rPr/>
              <a:t>: BIS, CE, FCC, RoHS</a:t>
            </a:r>
          </a:p>
          <a:p>
            <a:pPr lvl="0"/>
            <a:r>
              <a:rPr b="1"/>
              <a:t>Warranty</a:t>
            </a:r>
            <a:r>
              <a:rPr/>
              <a:t>: 1 year manufacturer warranty, 6 months for accessories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</a:t>
            </a:r>
            <a:r>
              <a:rPr/>
              <a:t>: Availability, specifications, and prices may vary by region.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2025-07-29T14:53:14Z</dcterms:created>
  <dcterms:modified xsi:type="dcterms:W3CDTF">2025-07-29T14:53:14Z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