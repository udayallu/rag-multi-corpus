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Smartphone Usage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your new Velvera smartphone. This guide will help you get started and make the most of your device, whether you have a high-performance flagship, a compact model, an AI-centric powerhouse, a reliable core phone, or a budget-friendly starter model.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Getting Started</a:t>
            </a:r>
          </a:p>
          <a:p>
            <a:pPr lvl="0" indent="-342900" marL="342900">
              <a:buAutoNum type="arabicPeriod"/>
            </a:pPr>
            <a:r>
              <a:rPr b="1"/>
              <a:t>Unbox Your Device</a:t>
            </a:r>
          </a:p>
          <a:p>
            <a:pPr lvl="1"/>
            <a:r>
              <a:rPr/>
              <a:t>Carefully remove your new Velvera phone, charging adapter, USB-C cable, SIM ejector tool, and quick start leaflet from the box.</a:t>
            </a:r>
          </a:p>
          <a:p>
            <a:pPr lvl="0" indent="-342900" marL="342900">
              <a:buAutoNum type="arabicPeriod"/>
            </a:pPr>
            <a:r>
              <a:rPr b="1"/>
              <a:t>Insert SIM Card</a:t>
            </a:r>
          </a:p>
          <a:p>
            <a:pPr lvl="1"/>
            <a:r>
              <a:rPr/>
              <a:t>Locate the SIM slot on your device. Use the ejector tool to open the tray and insert a nano SIM card.</a:t>
            </a:r>
          </a:p>
          <a:p>
            <a:pPr lvl="0" indent="-342900" marL="342900">
              <a:buAutoNum type="arabicPeriod"/>
            </a:pPr>
            <a:r>
              <a:rPr b="1"/>
              <a:t>Power On</a:t>
            </a:r>
          </a:p>
          <a:p>
            <a:pPr lvl="1"/>
            <a:r>
              <a:rPr/>
              <a:t>Press and hold the side power button until the Velvera logo appears.</a:t>
            </a:r>
          </a:p>
          <a:p>
            <a:pPr lvl="0" indent="-342900" marL="342900">
              <a:buAutoNum type="arabicPeriod"/>
            </a:pPr>
            <a:r>
              <a:rPr b="1"/>
              <a:t>Initial Setup</a:t>
            </a:r>
          </a:p>
          <a:p>
            <a:pPr lvl="1"/>
            <a:r>
              <a:rPr/>
              <a:t>Follow the on-screen prompts to select language, connect to Wi-Fi, sign in to your Velvera or Google account, and complete essentials like fingerprint or face lock setup (available on most models).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Charging and Battery Care</a:t>
            </a:r>
          </a:p>
          <a:p>
            <a:pPr lvl="0"/>
            <a:r>
              <a:rPr b="1"/>
              <a:t>Fast Charging</a:t>
            </a:r>
            <a:r>
              <a:rPr/>
              <a:t>: Use the included 65W charger (One series and up) or the provided adapter for your model. Some models support up to 50W wireless charging.</a:t>
            </a:r>
          </a:p>
          <a:p>
            <a:pPr lvl="0"/>
            <a:r>
              <a:rPr b="1"/>
              <a:t>Battery Tips</a:t>
            </a:r>
            <a:r>
              <a:rPr/>
              <a:t>: For longer lifespan, avoid letting the battery drop below 10% or charging constantly to 100%.</a:t>
            </a:r>
          </a:p>
          <a:p>
            <a:pPr lvl="0"/>
            <a:r>
              <a:rPr b="1"/>
              <a:t>Power Saving</a:t>
            </a:r>
            <a:r>
              <a:rPr/>
              <a:t>: Enable battery saver mode in VelveraOS settings.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Your Model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Flagship Series ― Velvera One / Pro / Ultra</a:t>
            </a:r>
          </a:p>
          <a:p>
            <a:pPr lvl="0"/>
            <a:r>
              <a:rPr b="1"/>
              <a:t>Performance</a:t>
            </a:r>
            <a:r>
              <a:rPr/>
              <a:t>: Top-tier speed with up to 20GB RAM and storage up to 2TB.</a:t>
            </a:r>
          </a:p>
          <a:p>
            <a:pPr lvl="0"/>
            <a:r>
              <a:rPr b="1"/>
              <a:t>Display</a:t>
            </a:r>
            <a:r>
              <a:rPr/>
              <a:t>: Smooth AMOLED or advanced LTPO 2.0 display (up to 144Hz refresh rate).</a:t>
            </a:r>
          </a:p>
          <a:p>
            <a:pPr lvl="0"/>
            <a:r>
              <a:rPr b="1"/>
              <a:t>Cameras</a:t>
            </a:r>
            <a:r>
              <a:rPr/>
              <a:t>: Dual, triple, or quad-lens setups — pro photography modes, periscope zoom (Ultra).</a:t>
            </a:r>
          </a:p>
          <a:p>
            <a:pPr lvl="0"/>
            <a:r>
              <a:rPr b="1"/>
              <a:t>Colors</a:t>
            </a:r>
            <a:r>
              <a:rPr/>
              <a:t>: Titanium Gray, Deep Ocean Blue, Rose Gold, Midnight Black.</a:t>
            </a:r>
          </a:p>
          <a:p>
            <a:pPr lvl="0"/>
            <a:r>
              <a:rPr b="1"/>
              <a:t>Best Use</a:t>
            </a:r>
            <a:r>
              <a:rPr/>
              <a:t>: Demanding apps, gaming, detailed photography, multitasking.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Compact Series ― Velvera Edge</a:t>
            </a:r>
          </a:p>
          <a:p>
            <a:pPr lvl="0"/>
            <a:r>
              <a:rPr b="1"/>
              <a:t>Compact Yet Powerful</a:t>
            </a:r>
            <a:r>
              <a:rPr/>
              <a:t>: 6.1” OLED screens, Octa-core V5 or V5+ processors.</a:t>
            </a:r>
          </a:p>
          <a:p>
            <a:pPr lvl="0"/>
            <a:r>
              <a:rPr b="1"/>
              <a:t>Battery Life</a:t>
            </a:r>
            <a:r>
              <a:rPr/>
              <a:t>: 4400–4600mAh for all-day use.</a:t>
            </a:r>
          </a:p>
          <a:p>
            <a:pPr lvl="0"/>
            <a:r>
              <a:rPr b="1"/>
              <a:t>Colors</a:t>
            </a:r>
            <a:r>
              <a:rPr/>
              <a:t>: Cloud Gray, Midnight Ocean, Sage Green, Coral Pink, Arctic White.</a:t>
            </a:r>
          </a:p>
          <a:p>
            <a:pPr lvl="0"/>
            <a:r>
              <a:rPr b="1"/>
              <a:t>Best Use</a:t>
            </a:r>
            <a:r>
              <a:rPr/>
              <a:t>: Daily carry, one-hand operation, portability.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AI-Centric Series ― Velvera Nexus</a:t>
            </a:r>
          </a:p>
          <a:p>
            <a:pPr lvl="0"/>
            <a:r>
              <a:rPr b="1"/>
              <a:t>AI First</a:t>
            </a:r>
            <a:r>
              <a:rPr/>
              <a:t>: Powerful NeuralCore X/X+ engines. Real-time transcription, captioning, translation, and auto-summary.</a:t>
            </a:r>
          </a:p>
          <a:p>
            <a:pPr lvl="0"/>
            <a:r>
              <a:rPr b="1"/>
              <a:t>Velvera Studio</a:t>
            </a:r>
            <a:r>
              <a:rPr/>
              <a:t>: Pre-installed productivity suite: notes, smart edit, code inference.</a:t>
            </a:r>
          </a:p>
          <a:p>
            <a:pPr lvl="0"/>
            <a:r>
              <a:rPr b="1"/>
              <a:t>Best Use</a:t>
            </a:r>
            <a:r>
              <a:rPr/>
              <a:t>: Creators, students, frequent note-takers, multilingual users.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Reliable Series ― Velvera Core</a:t>
            </a:r>
          </a:p>
          <a:p>
            <a:pPr lvl="0"/>
            <a:r>
              <a:rPr b="1"/>
              <a:t>Enduring Design</a:t>
            </a:r>
            <a:r>
              <a:rPr/>
              <a:t>: Large batteries (up to 6500mAh). Rugged with flagship durability, water/dust resistant.</a:t>
            </a:r>
          </a:p>
          <a:p>
            <a:pPr lvl="0"/>
            <a:r>
              <a:rPr b="1"/>
              <a:t>VelveraOS Lite</a:t>
            </a:r>
            <a:r>
              <a:rPr/>
              <a:t>: Streamlined OS for simplicity and performance.</a:t>
            </a:r>
          </a:p>
          <a:p>
            <a:pPr lvl="0"/>
            <a:r>
              <a:rPr b="1"/>
              <a:t>Best Use</a:t>
            </a:r>
            <a:r>
              <a:rPr/>
              <a:t>: Families, field work, users needing extended uptime.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Budget-Friendly Series ― Velvera Start</a:t>
            </a:r>
          </a:p>
          <a:p>
            <a:pPr lvl="0"/>
            <a:r>
              <a:rPr b="1"/>
              <a:t>Essentials Covered</a:t>
            </a:r>
            <a:r>
              <a:rPr/>
              <a:t>: Reliable basics, strong battery, quality camera.</a:t>
            </a:r>
          </a:p>
          <a:p>
            <a:pPr lvl="0"/>
            <a:r>
              <a:rPr b="1"/>
              <a:t>Colors</a:t>
            </a:r>
            <a:r>
              <a:rPr/>
              <a:t>: Classic Black, Pearl White, Sky Blue, Forest Green.</a:t>
            </a:r>
          </a:p>
          <a:p>
            <a:pPr lvl="0"/>
            <a:r>
              <a:rPr b="1"/>
              <a:t>Best Use</a:t>
            </a:r>
            <a:r>
              <a:rPr/>
              <a:t>: First smartphone users, minimalists, backup phone.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Features and Settings</a:t>
            </a:r>
          </a:p>
          <a:p>
            <a:pPr lvl="0"/>
            <a:r>
              <a:rPr b="1"/>
              <a:t>OS &amp; Updates</a:t>
            </a:r>
          </a:p>
          <a:p>
            <a:pPr lvl="1"/>
            <a:r>
              <a:rPr/>
              <a:t>All models receive 4 years OS upgrades and 5 years security updates (Core and up).</a:t>
            </a:r>
          </a:p>
          <a:p>
            <a:pPr lvl="0"/>
            <a:r>
              <a:rPr b="1"/>
              <a:t>Security</a:t>
            </a:r>
          </a:p>
          <a:p>
            <a:pPr lvl="1"/>
            <a:r>
              <a:rPr/>
              <a:t>Biometric unlock: Face and fingerprint recognition available on most models.</a:t>
            </a:r>
          </a:p>
          <a:p>
            <a:pPr lvl="1"/>
            <a:r>
              <a:rPr/>
              <a:t>App Lock and Private Space can be enabled in Security Settings.</a:t>
            </a:r>
          </a:p>
          <a:p>
            <a:pPr lvl="0"/>
            <a:r>
              <a:rPr b="1"/>
              <a:t>Customizing</a:t>
            </a:r>
          </a:p>
          <a:p>
            <a:pPr lvl="1"/>
            <a:r>
              <a:rPr/>
              <a:t>Change wallpapers, themes, and display refresh rate in Display Settings.</a:t>
            </a:r>
          </a:p>
          <a:p>
            <a:pPr lvl="1"/>
            <a:r>
              <a:rPr/>
              <a:t>Choose battery and performance modes from the Battery menu.</a:t>
            </a:r>
          </a:p>
          <a:p>
            <a:pPr lvl="0"/>
            <a:r>
              <a:rPr b="1"/>
              <a:t>AI Tools</a:t>
            </a:r>
            <a:r>
              <a:rPr/>
              <a:t> (Nexus and flagship models)</a:t>
            </a:r>
          </a:p>
          <a:p>
            <a:pPr lvl="1"/>
            <a:r>
              <a:rPr/>
              <a:t>Activate Smart Assistant, live transcription, translation, and auto-summary from the AI Hub app.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Camera and Photography</a:t>
            </a:r>
          </a:p>
          <a:p>
            <a:pPr lvl="0"/>
            <a:r>
              <a:rPr b="1"/>
              <a:t>Flagship / Ultra</a:t>
            </a:r>
            <a:r>
              <a:rPr/>
              <a:t>: Pro mode, Night mode, Portrait, RAW capture, periscope super-zoom (Ultra).</a:t>
            </a:r>
          </a:p>
          <a:p>
            <a:pPr lvl="0"/>
            <a:r>
              <a:rPr b="1"/>
              <a:t>Edge/Core/Start</a:t>
            </a:r>
            <a:r>
              <a:rPr/>
              <a:t>: HDR, Panorama, filters, and beauty tools.</a:t>
            </a:r>
          </a:p>
          <a:p>
            <a:pPr lvl="0"/>
            <a:r>
              <a:rPr b="1"/>
              <a:t>Quick Snapshot</a:t>
            </a:r>
            <a:r>
              <a:rPr/>
              <a:t>: Double-press the power button to open the camera instantly.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Connectivity &amp; Accessories</a:t>
            </a:r>
          </a:p>
          <a:p>
            <a:pPr lvl="0"/>
            <a:r>
              <a:rPr b="1"/>
              <a:t>Dual SIM</a:t>
            </a:r>
            <a:r>
              <a:rPr/>
              <a:t>: Most models support dual nano SIMs.</a:t>
            </a:r>
          </a:p>
          <a:p>
            <a:pPr lvl="0"/>
            <a:r>
              <a:rPr b="1"/>
              <a:t>5G/4G LTE</a:t>
            </a:r>
            <a:r>
              <a:rPr/>
              <a:t>: All models support at least 4G; flagship and Nexus support 5G bands.</a:t>
            </a:r>
          </a:p>
          <a:p>
            <a:pPr lvl="0"/>
            <a:r>
              <a:rPr b="1"/>
              <a:t>Bluetooth &amp; Wi-Fi</a:t>
            </a:r>
            <a:r>
              <a:rPr/>
              <a:t>: Enable via quick settings for accessories and fast internet.</a:t>
            </a:r>
          </a:p>
          <a:p>
            <a:pPr lvl="0"/>
            <a:r>
              <a:rPr b="1"/>
              <a:t>Peripheral Support</a:t>
            </a:r>
            <a:r>
              <a:rPr/>
              <a:t>: USB-C supports fast data transfer and OTG accessories.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Troubleshooting &amp; Support</a:t>
            </a:r>
          </a:p>
          <a:p>
            <a:pPr lvl="0"/>
            <a:r>
              <a:rPr b="1"/>
              <a:t>Common Issues</a:t>
            </a:r>
          </a:p>
          <a:p>
            <a:pPr lvl="1"/>
            <a:r>
              <a:rPr i="1"/>
              <a:t>Device won’t turn on</a:t>
            </a:r>
            <a:r>
              <a:rPr/>
              <a:t>: Charge with official Velvera charger for 15 minutes, then try powering on.</a:t>
            </a:r>
          </a:p>
          <a:p>
            <a:pPr lvl="1"/>
            <a:r>
              <a:rPr i="1"/>
              <a:t>Connectivity issues</a:t>
            </a:r>
            <a:r>
              <a:rPr/>
              <a:t>: Restart device, check SIM, ensure airplane mode is off.</a:t>
            </a:r>
          </a:p>
          <a:p>
            <a:pPr lvl="0"/>
            <a:r>
              <a:rPr b="1"/>
              <a:t>Contact Velvera Support</a:t>
            </a:r>
          </a:p>
          <a:p>
            <a:pPr lvl="1"/>
            <a:r>
              <a:rPr/>
              <a:t>Visit the Velvera Support app, open Help &amp; Feedback in VelveraOS, or call the regional hotline from your warranty leaflet.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Warranty &amp; Care</a:t>
            </a:r>
          </a:p>
          <a:p>
            <a:pPr lvl="0"/>
            <a:r>
              <a:rPr b="1"/>
              <a:t>Warranty Period</a:t>
            </a:r>
            <a:r>
              <a:rPr/>
              <a:t>: All devices include a 1-year manufacturer warranty; extended warranty available on purchase.</a:t>
            </a:r>
          </a:p>
          <a:p>
            <a:pPr lvl="0"/>
            <a:r>
              <a:rPr b="1"/>
              <a:t>Care Tips</a:t>
            </a:r>
          </a:p>
          <a:p>
            <a:pPr lvl="1"/>
            <a:r>
              <a:rPr/>
              <a:t>Use a certified case and screen protector.</a:t>
            </a:r>
          </a:p>
          <a:p>
            <a:pPr lvl="1"/>
            <a:r>
              <a:rPr/>
              <a:t>Avoid extreme temperatures and water submersion beyond IP rating limits.</a:t>
            </a:r>
          </a:p>
          <a:p>
            <a:pPr lvl="1"/>
            <a:r>
              <a:rPr/>
              <a:t>Clean with a soft, dry cloth.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</a:t>
            </a:r>
            <a:r>
              <a:rPr/>
              <a:t> — Elevate your experience. For detailed FAQs, visit https://velvera.com/support or refer to your model’s official manual.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2025-07-29T14:53:10Z</dcterms:created>
  <dcterms:modified xsi:type="dcterms:W3CDTF">2025-07-29T14:53:10Z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