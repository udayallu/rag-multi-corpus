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nterprise.velvera.co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Corporate Booking Plan — Customizability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offers a flexible, enterprise-ready Corporate Booking Plan designed for organizations seeking tailored procurement, deployment, and management of Velvera products at scale. The plan emphasizes customizability, volume-based benefits, and dedicated support to align with diverse corporate needs.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Plan Inclusions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Bulk Device Booking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 smartphones, tablets, wearables, and accessories in customizable bundles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Dedicated Account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point-of-contact for all business queries and escalation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Device Configuration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Pre-load corporate apps, Wi-Fi credentials, device policies, and asset tags before dispatch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Flexible Delivery Scheduling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Staggered or consolidated shipments according to business milestones or regional rollouts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Priority Support &amp; SLAs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Priority resolution timelines, 24/7 remote tech support, and site visit scheduling on request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 Lifecycle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Advance-replacement service, warranty &amp; accidental damage upgrade options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Dashboard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tracking of order progress, device inventory, and service tickets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Flexible Payment Options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Credit terms up to 60 days, staged payments, and consolidated invoicing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E-waste &amp; Upgrade Programs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Reverse logistics for retired devices, discounted upgrade paths for existing fleet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Customizability Options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Product Selection Flexibility</a:t>
            </a:r>
          </a:p>
          <a:p>
            <a:pPr lvl="0"/>
            <a:r>
              <a:rPr/>
              <a:t>Mix and match any combination of smartphones, tablets, watches, and accessories.</a:t>
            </a:r>
          </a:p>
          <a:p>
            <a:pPr lvl="0"/>
            <a:r>
              <a:rPr/>
              <a:t>Support for model-specific or color-specific bookings (e.g., 75 × Velvera One Ultra 1TB in Titanium Gray, 120 × Edge Pro 256GB in Sage Green).</a:t>
            </a:r>
          </a:p>
          <a:p>
            <a:pPr lvl="0"/>
            <a:r>
              <a:rPr/>
              <a:t>Option to include ecosystem bundles—e.g., pairing Velvera Pad Pro units with Pencil/Keyboard add-ons.</a:t>
            </a:r>
          </a:p>
          <a:p>
            <a:pPr lvl="0" indent="0" marL="0">
              <a:buNone/>
            </a:pPr>
            <a:r>
              <a:rPr b="1"/>
              <a:t>Example</a:t>
            </a:r>
            <a:r>
              <a:rPr/>
              <a:t>:</a:t>
            </a:r>
            <a:br/>
            <a:r>
              <a:rPr/>
              <a:t>A corporate customer books 350 devices:</a:t>
            </a:r>
            <a:br/>
            <a:r>
              <a:rPr/>
              <a:t>- 200 × Velvera One Pro 256GB (Deep Ocean Blue)</a:t>
            </a:r>
            <a:br/>
            <a:r>
              <a:rPr/>
              <a:t>- 90 × Velvera Pad Pro 12.9” 256GB (with Velvera Keyboard &amp; Pencil)</a:t>
            </a:r>
            <a:br/>
            <a:r>
              <a:rPr/>
              <a:t>- 60 × Velvera Watch Deluxe 46mm (Silver)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Custom Firmware &amp; Profile Installation</a:t>
            </a:r>
          </a:p>
          <a:p>
            <a:pPr lvl="0"/>
            <a:r>
              <a:rPr/>
              <a:t>Devices can be pre-loaded with:</a:t>
            </a:r>
          </a:p>
          <a:p>
            <a:pPr lvl="1"/>
            <a:r>
              <a:rPr/>
              <a:t>Enterprise software (EMM/MDM clients; corporate VPN apps)</a:t>
            </a:r>
          </a:p>
          <a:p>
            <a:pPr lvl="1"/>
            <a:r>
              <a:rPr/>
              <a:t>Security settings (password/encryption policies, restricted app stores)</a:t>
            </a:r>
          </a:p>
          <a:p>
            <a:pPr lvl="1"/>
            <a:r>
              <a:rPr/>
              <a:t>Company branding (custom wallpapers, app icons, ringtones)</a:t>
            </a:r>
          </a:p>
          <a:p>
            <a:pPr lvl="0"/>
            <a:r>
              <a:rPr/>
              <a:t>Option for zero-touch enrollment compatible with leading MDM providers.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Asset Tagging &amp; Packaging</a:t>
            </a:r>
          </a:p>
          <a:p>
            <a:pPr lvl="0"/>
            <a:r>
              <a:rPr/>
              <a:t>Asset ID labels (barcode or RFID) applied at factory as per company schema.</a:t>
            </a:r>
          </a:p>
          <a:p>
            <a:pPr lvl="0"/>
            <a:r>
              <a:rPr/>
              <a:t>Customized packaging with company logo or department-based labeling.</a:t>
            </a:r>
          </a:p>
          <a:p>
            <a:pPr lvl="0"/>
            <a:r>
              <a:rPr/>
              <a:t>Option for single-location or drop-shipment to branch offices.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Staged Rollout &amp; Replacement</a:t>
            </a:r>
          </a:p>
          <a:p>
            <a:pPr lvl="0"/>
            <a:r>
              <a:rPr/>
              <a:t>Advance delivery phasing: e.g., 150 devices in Q1, 200 in Q2, per regional expansion plans.</a:t>
            </a:r>
          </a:p>
          <a:p>
            <a:pPr lvl="0"/>
            <a:r>
              <a:rPr/>
              <a:t>On-site replacement logistics planning for high-priority roles (executive or field staff).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Support Level Customization</a:t>
            </a:r>
          </a:p>
          <a:p>
            <a:pPr lvl="0"/>
            <a:r>
              <a:rPr/>
              <a:t>SLA upgrades (6hr or next-business-day replacement)</a:t>
            </a:r>
          </a:p>
          <a:p>
            <a:pPr lvl="0"/>
            <a:r>
              <a:rPr/>
              <a:t>Dedicated tele-support lines for IT administrators.</a:t>
            </a:r>
          </a:p>
          <a:p>
            <a:pPr lvl="0"/>
            <a:r>
              <a:rPr/>
              <a:t>Optional training workshops (virtual or on-site) for device onboarding.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Invoice &amp; Documentation Customization</a:t>
            </a:r>
          </a:p>
          <a:p>
            <a:pPr lvl="0"/>
            <a:r>
              <a:rPr/>
              <a:t>Single consolidated invoices per project, department, or shipment</a:t>
            </a:r>
          </a:p>
          <a:p>
            <a:pPr lvl="0"/>
            <a:r>
              <a:rPr/>
              <a:t>Custom PO/requisition number mapping to corporate systems</a:t>
            </a:r>
          </a:p>
          <a:p>
            <a:pPr lvl="0"/>
            <a:r>
              <a:rPr/>
              <a:t>Delivery challan with device serial and asset ID lists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Booking Process — Stepwise Overview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 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Requirement Gathering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Account Manager conducts needs analysis (device types, color, configuration, quantities, rollout schedule)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Proposal &amp; Quotation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Tailored quote including all selected models, accessories, configuration, and delivery terms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Booking Confirmation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Commercial agreement signed; advance payment or PO submitted as per agreement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Customization &amp;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Devices configured as per specifications; asset tagging and packaging prepared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Dispatch &amp;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Devices shipped per agreed schedule; tracking details shared via dashboard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 Delivery &amp; Handover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Delivery with handover documentation, asset register, and support contact sheet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 Post-Delivery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24/7 support, training (if elected), lifecycle management, and reporting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Illustrative Booking Scenarios</a:t>
            </a:r>
          </a:p>
          <a:p>
            <a:pPr lvl="0" indent="0" marL="0">
              <a:buNone/>
            </a:pPr>
            <a:r>
              <a:rPr b="1"/>
              <a:t>Scenario 1: Financial Services Firm, Pan-India Deployment</a:t>
            </a:r>
            <a:br/>
            <a:r>
              <a:rPr/>
              <a:t>- 500 × Velvera Nexus 1 Pro 512GB (company logo on boot screen, pre-loaded with secured banking apps) - 250 × Velvera Watch Standard 42mm (battery-optimized firmware) - Delivery to 25 regional offices, with asset tagging mapped to branch codes - Invoice split by region with GST compliance</a:t>
            </a:r>
          </a:p>
          <a:p>
            <a:pPr lvl="0" indent="0" marL="0">
              <a:buNone/>
            </a:pPr>
            <a:r>
              <a:rPr b="1"/>
              <a:t>Scenario 2: Creative Agency, BYOD Transition</a:t>
            </a:r>
            <a:br/>
            <a:r>
              <a:rPr/>
              <a:t>- 150 × Velvera Edge Pro 512GB (custom wallpapers, pre-installed design apps) - 60 × Velvera Pad 11” 256GB, bundled with Velvera Pencil - Phased rollout: 80% in April, 20% in June with additional introductory training session - Lifetime accidental damage coverage add-on selected</a:t>
            </a:r>
          </a:p>
          <a:p>
            <a:pPr lvl="0" indent="0" marL="0">
              <a:buNone/>
            </a:pPr>
            <a:r>
              <a:rPr b="1"/>
              <a:t>Scenario 3: Manufacturing Enterprise, Field Operations Kit</a:t>
            </a:r>
            <a:br/>
            <a:r>
              <a:rPr/>
              <a:t>- 300 × Velvera Core Max 256GB (Rugged Case + Screen Protector included in package) - 120 × Velvera Watch Premium 49mm (Ocean Blue) - Barcode asset tagging compatible with enterprise inventory - Shipment consolidated to central warehouse, with express support SLA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&amp; Next Steps</a:t>
            </a:r>
          </a:p>
          <a:p>
            <a:pPr lvl="0" indent="0" marL="0">
              <a:buNone/>
            </a:pPr>
            <a:r>
              <a:rPr/>
              <a:t>To initiate a corporate booking or request a demonstration: - </a:t>
            </a:r>
            <a:r>
              <a:rPr b="1"/>
              <a:t>Corporate Sales Desk</a:t>
            </a:r>
            <a:r>
              <a:rPr/>
              <a:t>: corpbusiness@velvera.com - </a:t>
            </a:r>
            <a:r>
              <a:rPr b="1"/>
              <a:t>Phone (Business Support)</a:t>
            </a:r>
            <a:r>
              <a:rPr/>
              <a:t>: +91-22-4800-7541 - </a:t>
            </a:r>
            <a:r>
              <a:rPr b="1"/>
              <a:t>Dedicated Account Manager Assignment</a:t>
            </a:r>
            <a:r>
              <a:rPr/>
              <a:t> within 48 hours of inquiry receipt</a:t>
            </a:r>
          </a:p>
          <a:p>
            <a:pPr lvl="0" indent="0" marL="0">
              <a:buNone/>
            </a:pPr>
            <a:r>
              <a:rPr/>
              <a:t>For full schedule of plan benefits and options, log in to the </a:t>
            </a:r>
            <a:r>
              <a:rPr>
                <a:hlinkClick r:id="rId2"/>
              </a:rPr>
              <a:t>Velvera Enterprise Portal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 Corporate Booking Plan — Scalable, Secure, Personalized.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2025-07-29T14:51:31Z</dcterms:created>
  <dcterms:modified xsi:type="dcterms:W3CDTF">2025-07-29T14:51:31Z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