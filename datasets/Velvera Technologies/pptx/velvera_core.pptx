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velvera.com/core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Velvera Core — Product Specifications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 b="1"/>
              <a:t>Velvera Core</a:t>
            </a:r>
            <a:r>
              <a:rPr/>
              <a:t> series combines robust durability, a streamlined OS, and accessible pricing to deliver a flagship-grade experience for everyone. Below you’ll find a comprehensive specification breakdown for all models in the Velvera Core lineup.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Table of Models &amp; Key Specs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Storage / 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Battery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Processor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(INR)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Price (USD)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Core M 64GB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64GB / 4GB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5000mAh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6.5” HD+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Helio G85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₹21,999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$265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Core M 128GB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128GB / 4GB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5000mAh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6.5” HD+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Helio G85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₹24,999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$299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Core Max 128GB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128GB / 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6000mAh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6.7” FHD+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Snapdragon 695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₹26,999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$325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Core Max 256GB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256GB / 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6000mAh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6.7” FHD+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Snapdragon 695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₹29,999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$359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Velvera Core Plus 256GB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256GB / 8GB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6500mAh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6.8” FHD+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Snapdragon 720G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₹34,999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$419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Common Features</a:t>
            </a:r>
          </a:p>
          <a:p>
            <a:pPr lvl="0"/>
            <a:r>
              <a:rPr b="1"/>
              <a:t>Operating System</a:t>
            </a:r>
            <a:r>
              <a:rPr/>
              <a:t>: VelveraOS Lite (Android 13-based, optimized for performance and battery)</a:t>
            </a:r>
          </a:p>
          <a:p>
            <a:pPr lvl="0"/>
            <a:r>
              <a:rPr b="1"/>
              <a:t>Build</a:t>
            </a:r>
            <a:r>
              <a:rPr/>
              <a:t>: Reinforced polycarbonate unibody, Gorilla Glass 5 front</a:t>
            </a:r>
          </a:p>
          <a:p>
            <a:pPr lvl="0"/>
            <a:r>
              <a:rPr b="1"/>
              <a:t>SIM</a:t>
            </a:r>
            <a:r>
              <a:rPr/>
              <a:t>: Dual Nano SIM + microSD (dedicated)</a:t>
            </a:r>
          </a:p>
          <a:p>
            <a:pPr lvl="0"/>
            <a:r>
              <a:rPr b="1"/>
              <a:t>Network</a:t>
            </a:r>
            <a:r>
              <a:rPr/>
              <a:t>: 4G LTE (Core M Series), 5G (Core Max/Plus Series)</a:t>
            </a:r>
          </a:p>
          <a:p>
            <a:pPr lvl="0"/>
            <a:r>
              <a:rPr b="1"/>
              <a:t>Security</a:t>
            </a:r>
            <a:r>
              <a:rPr/>
              <a:t>: Side-mounted fingerprint sensor, Face Unlock</a:t>
            </a:r>
          </a:p>
          <a:p>
            <a:pPr lvl="0"/>
            <a:r>
              <a:rPr b="1"/>
              <a:t>Audio</a:t>
            </a:r>
            <a:r>
              <a:rPr/>
              <a:t>: Stereo speakers, 3.5mm headphone jack, noise-canceling microphones</a:t>
            </a:r>
          </a:p>
          <a:p>
            <a:pPr lvl="0"/>
            <a:r>
              <a:rPr b="1"/>
              <a:t>Connectivity</a:t>
            </a:r>
            <a:r>
              <a:rPr/>
              <a:t>: Wi-Fi 802.11ac, Bluetooth 5.1, GPS/GLONASS</a:t>
            </a:r>
          </a:p>
          <a:p>
            <a:pPr lvl="0"/>
            <a:r>
              <a:rPr b="1"/>
              <a:t>Ports</a:t>
            </a:r>
            <a:r>
              <a:rPr/>
              <a:t>: USB-C 2.0, OTG supported</a:t>
            </a:r>
          </a:p>
          <a:p>
            <a:pPr lvl="0"/>
            <a:r>
              <a:rPr b="1"/>
              <a:t>Other</a:t>
            </a:r>
            <a:r>
              <a:rPr/>
              <a:t>: Water-repellent nano-coating (IP52), AI system optimization, 2 years security updates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Model-specific Specifications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Velvera Core M Series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Velvera Core M 64GB / 128GB</a:t>
            </a:r>
          </a:p>
          <a:p>
            <a:pPr lvl="0"/>
            <a:r>
              <a:rPr b="1"/>
              <a:t>Color Options:</a:t>
            </a:r>
            <a:r>
              <a:rPr/>
              <a:t> Sapphire Blue, Iron Grey, Pearl White</a:t>
            </a:r>
          </a:p>
          <a:p>
            <a:pPr lvl="0"/>
            <a:r>
              <a:rPr b="1"/>
              <a:t>Processor:</a:t>
            </a:r>
            <a:r>
              <a:rPr/>
              <a:t> MediaTek Helio G85 Octa-core (2x2.0 GHz Cortex-A75 &amp; 6x1.8 GHz Cortex-A55)</a:t>
            </a:r>
          </a:p>
          <a:p>
            <a:pPr lvl="0"/>
            <a:r>
              <a:rPr b="1"/>
              <a:t>GPU:</a:t>
            </a:r>
            <a:r>
              <a:rPr/>
              <a:t> Mali-G52 MC2</a:t>
            </a:r>
          </a:p>
          <a:p>
            <a:pPr lvl="0"/>
            <a:r>
              <a:rPr b="1"/>
              <a:t>Display:</a:t>
            </a:r>
            <a:r>
              <a:rPr/>
              <a:t> 6.5-inch HD+ (1600 x 720), IPS LCD, 90Hz refresh rate, 400 nits brightness</a:t>
            </a:r>
          </a:p>
          <a:p>
            <a:pPr lvl="0"/>
            <a:r>
              <a:rPr b="1"/>
              <a:t>Storage:</a:t>
            </a:r>
            <a:r>
              <a:rPr/>
              <a:t> 64GB / 128GB eMMC 5.1, expandable up to 1TB via microSD</a:t>
            </a:r>
          </a:p>
          <a:p>
            <a:pPr lvl="0"/>
            <a:r>
              <a:rPr b="1"/>
              <a:t>RAM:</a:t>
            </a:r>
            <a:r>
              <a:rPr/>
              <a:t> 4GB LPDDR4X</a:t>
            </a:r>
          </a:p>
          <a:p>
            <a:pPr lvl="0"/>
            <a:r>
              <a:rPr b="1"/>
              <a:t>Battery:</a:t>
            </a:r>
            <a:r>
              <a:rPr/>
              <a:t> 5000mAh, 18W fast charging (USB-C)</a:t>
            </a:r>
          </a:p>
          <a:p>
            <a:pPr lvl="0"/>
            <a:r>
              <a:rPr b="1"/>
              <a:t>Rear Camera:</a:t>
            </a:r>
            <a:r>
              <a:rPr/>
              <a:t> 48MP (f/1.8, PDAF) + 2MP depth + 2MP macro</a:t>
            </a:r>
          </a:p>
          <a:p>
            <a:pPr lvl="0"/>
            <a:r>
              <a:rPr b="1"/>
              <a:t>Front Camera:</a:t>
            </a:r>
            <a:r>
              <a:rPr/>
              <a:t> 8MP (f/2.0), fixed focus</a:t>
            </a:r>
          </a:p>
          <a:p>
            <a:pPr lvl="0"/>
            <a:r>
              <a:rPr b="1"/>
              <a:t>Dimensions:</a:t>
            </a:r>
            <a:r>
              <a:rPr/>
              <a:t> 164 x 76 x 9 mm </a:t>
            </a:r>
            <a:r>
              <a:rPr i="1"/>
              <a:t>(approximate)</a:t>
            </a:r>
          </a:p>
          <a:p>
            <a:pPr lvl="0"/>
            <a:r>
              <a:rPr b="1"/>
              <a:t>Weight:</a:t>
            </a:r>
            <a:r>
              <a:rPr/>
              <a:t> 194g</a:t>
            </a:r>
          </a:p>
          <a:p>
            <a:pPr lvl="0"/>
            <a:r>
              <a:rPr b="1"/>
              <a:t>Sensors:</a:t>
            </a:r>
            <a:r>
              <a:rPr/>
              <a:t> Accelerometer, Gyro, Proximity, Compass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Velvera Core Max Series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Velvera Core Max 128GB / 256GB</a:t>
            </a:r>
          </a:p>
          <a:p>
            <a:pPr lvl="0"/>
            <a:r>
              <a:rPr b="1"/>
              <a:t>Color Options:</a:t>
            </a:r>
            <a:r>
              <a:rPr/>
              <a:t> Stellar Black, Forest Green, Sunset Gold</a:t>
            </a:r>
          </a:p>
          <a:p>
            <a:pPr lvl="0"/>
            <a:r>
              <a:rPr b="1"/>
              <a:t>Processor:</a:t>
            </a:r>
            <a:r>
              <a:rPr/>
              <a:t> Qualcomm Snapdragon 695 5G (2x2.2 GHz Kryo 660 Gold &amp; 6x1.7 GHz Kryo 660 Silver)</a:t>
            </a:r>
          </a:p>
          <a:p>
            <a:pPr lvl="0"/>
            <a:r>
              <a:rPr b="1"/>
              <a:t>GPU:</a:t>
            </a:r>
            <a:r>
              <a:rPr/>
              <a:t> Adreno 619</a:t>
            </a:r>
          </a:p>
          <a:p>
            <a:pPr lvl="0"/>
            <a:r>
              <a:rPr b="1"/>
              <a:t>Display:</a:t>
            </a:r>
            <a:r>
              <a:rPr/>
              <a:t> 6.7-inch FHD+ (2400 x 1080), IPS LCD, 120Hz refresh rate, 480 nits brightness</a:t>
            </a:r>
          </a:p>
          <a:p>
            <a:pPr lvl="0"/>
            <a:r>
              <a:rPr b="1"/>
              <a:t>Storage:</a:t>
            </a:r>
            <a:r>
              <a:rPr/>
              <a:t> 128GB / 256GB UFS 2.2, expandable up to 1TB via microSD</a:t>
            </a:r>
          </a:p>
          <a:p>
            <a:pPr lvl="0"/>
            <a:r>
              <a:rPr b="1"/>
              <a:t>RAM:</a:t>
            </a:r>
            <a:r>
              <a:rPr/>
              <a:t> 6GB LPDDR4X</a:t>
            </a:r>
          </a:p>
          <a:p>
            <a:pPr lvl="0"/>
            <a:r>
              <a:rPr b="1"/>
              <a:t>Battery:</a:t>
            </a:r>
            <a:r>
              <a:rPr/>
              <a:t> 6000mAh, 25W fast charging (USB-C)</a:t>
            </a:r>
          </a:p>
          <a:p>
            <a:pPr lvl="0"/>
            <a:r>
              <a:rPr b="1"/>
              <a:t>Rear Camera:</a:t>
            </a:r>
          </a:p>
          <a:p>
            <a:pPr lvl="1"/>
            <a:r>
              <a:rPr/>
              <a:t>64MP main (f/1.7, PDAF)</a:t>
            </a:r>
          </a:p>
          <a:p>
            <a:pPr lvl="1"/>
            <a:r>
              <a:rPr/>
              <a:t>8MP ultra-wide (118°, f/2.2)</a:t>
            </a:r>
          </a:p>
          <a:p>
            <a:pPr lvl="1"/>
            <a:r>
              <a:rPr/>
              <a:t>2MP macro (f/2.4)</a:t>
            </a:r>
          </a:p>
          <a:p>
            <a:pPr lvl="0"/>
            <a:r>
              <a:rPr b="1"/>
              <a:t>Front Camera:</a:t>
            </a:r>
            <a:r>
              <a:rPr/>
              <a:t> 16MP (f/2.0), AI beauty mode</a:t>
            </a:r>
          </a:p>
          <a:p>
            <a:pPr lvl="0"/>
            <a:r>
              <a:rPr b="1"/>
              <a:t>Dimensions:</a:t>
            </a:r>
            <a:r>
              <a:rPr/>
              <a:t> 168 x 77 x 8.8 mm</a:t>
            </a:r>
          </a:p>
          <a:p>
            <a:pPr lvl="0"/>
            <a:r>
              <a:rPr b="1"/>
              <a:t>Weight:</a:t>
            </a:r>
            <a:r>
              <a:rPr/>
              <a:t> 208g</a:t>
            </a:r>
          </a:p>
          <a:p>
            <a:pPr lvl="0"/>
            <a:r>
              <a:rPr b="1"/>
              <a:t>Sensors:</a:t>
            </a:r>
            <a:r>
              <a:rPr/>
              <a:t> Accelerometer, Gyro, Proximity, Compass, Ambient light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Velvera Core Plus Series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Velvera Core Plus 256GB</a:t>
            </a:r>
          </a:p>
          <a:p>
            <a:pPr lvl="0"/>
            <a:r>
              <a:rPr b="1"/>
              <a:t>Color Options:</a:t>
            </a:r>
            <a:r>
              <a:rPr/>
              <a:t> Cosmic Slate, Aurora Blue, Crimson Red</a:t>
            </a:r>
          </a:p>
          <a:p>
            <a:pPr lvl="0"/>
            <a:r>
              <a:rPr b="1"/>
              <a:t>Processor:</a:t>
            </a:r>
            <a:r>
              <a:rPr/>
              <a:t> Qualcomm Snapdragon 720G (2x2.3 GHz Kryo 465 Gold &amp; 6x1.8 GHz Kryo 465 Silver)</a:t>
            </a:r>
          </a:p>
          <a:p>
            <a:pPr lvl="0"/>
            <a:r>
              <a:rPr b="1"/>
              <a:t>GPU:</a:t>
            </a:r>
            <a:r>
              <a:rPr/>
              <a:t> Adreno 618</a:t>
            </a:r>
          </a:p>
          <a:p>
            <a:pPr lvl="0"/>
            <a:r>
              <a:rPr b="1"/>
              <a:t>Display:</a:t>
            </a:r>
            <a:r>
              <a:rPr/>
              <a:t> 6.8-inch FHD+ (2460 x 1080), IPS LCD, 120Hz refresh rate, HDR10</a:t>
            </a:r>
          </a:p>
          <a:p>
            <a:pPr lvl="0"/>
            <a:r>
              <a:rPr b="1"/>
              <a:t>Storage:</a:t>
            </a:r>
            <a:r>
              <a:rPr/>
              <a:t> 256GB UFS 2.2, expandable up to 1TB via microSD</a:t>
            </a:r>
          </a:p>
          <a:p>
            <a:pPr lvl="0"/>
            <a:r>
              <a:rPr b="1"/>
              <a:t>RAM:</a:t>
            </a:r>
            <a:r>
              <a:rPr/>
              <a:t> 8GB LPDDR4X</a:t>
            </a:r>
          </a:p>
          <a:p>
            <a:pPr lvl="0"/>
            <a:r>
              <a:rPr b="1"/>
              <a:t>Battery:</a:t>
            </a:r>
            <a:r>
              <a:rPr/>
              <a:t> 6500mAh, 30W fast charging (USB-C)</a:t>
            </a:r>
          </a:p>
          <a:p>
            <a:pPr lvl="0"/>
            <a:r>
              <a:rPr b="1"/>
              <a:t>Rear Camera:</a:t>
            </a:r>
          </a:p>
          <a:p>
            <a:pPr lvl="1"/>
            <a:r>
              <a:rPr/>
              <a:t>108MP main (f/1.6, OIS, PDAF)</a:t>
            </a:r>
          </a:p>
          <a:p>
            <a:pPr lvl="1"/>
            <a:r>
              <a:rPr/>
              <a:t>8MP ultra-wide (120°, f/2.2)</a:t>
            </a:r>
          </a:p>
          <a:p>
            <a:pPr lvl="1"/>
            <a:r>
              <a:rPr/>
              <a:t>5MP macro (f/2.4)</a:t>
            </a:r>
          </a:p>
          <a:p>
            <a:pPr lvl="1"/>
            <a:r>
              <a:rPr/>
              <a:t>2MP depth (f/2.4)</a:t>
            </a:r>
          </a:p>
          <a:p>
            <a:pPr lvl="0"/>
            <a:r>
              <a:rPr b="1"/>
              <a:t>Front Camera:</a:t>
            </a:r>
            <a:r>
              <a:rPr/>
              <a:t> 32MP (f/2.0), screen flash, AI scene detection</a:t>
            </a:r>
          </a:p>
          <a:p>
            <a:pPr lvl="0"/>
            <a:r>
              <a:rPr b="1"/>
              <a:t>Dimensions:</a:t>
            </a:r>
            <a:r>
              <a:rPr/>
              <a:t> 171 x 78 x 9.2 mm</a:t>
            </a:r>
          </a:p>
          <a:p>
            <a:pPr lvl="0"/>
            <a:r>
              <a:rPr b="1"/>
              <a:t>Weight:</a:t>
            </a:r>
            <a:r>
              <a:rPr/>
              <a:t> 220g</a:t>
            </a:r>
          </a:p>
          <a:p>
            <a:pPr lvl="0"/>
            <a:r>
              <a:rPr b="1"/>
              <a:t>Sensors:</a:t>
            </a:r>
            <a:r>
              <a:rPr/>
              <a:t> Accelerometer, Gyro, Proximity, Compass, Ambient Light, Barometer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Battery &amp; Charging</a:t>
            </a:r>
          </a:p>
          <a:p>
            <a:pPr lvl="0"/>
            <a:r>
              <a:rPr b="1"/>
              <a:t>Standard Charging:</a:t>
            </a:r>
            <a:r>
              <a:rPr/>
              <a:t> Core M - 18W, Max - 25W, Plus - 30W fast charging, USB-C cable and adapter in-box</a:t>
            </a:r>
          </a:p>
          <a:p>
            <a:pPr lvl="0"/>
            <a:r>
              <a:rPr b="1"/>
              <a:t>Battery Health:</a:t>
            </a:r>
            <a:r>
              <a:rPr/>
              <a:t> Adaptive charging to reduce battery aging, AI battery manager included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Software &amp; Updates</a:t>
            </a:r>
          </a:p>
          <a:p>
            <a:pPr lvl="0"/>
            <a:r>
              <a:rPr b="1"/>
              <a:t>VelveraOS Lite</a:t>
            </a:r>
            <a:r>
              <a:rPr/>
              <a:t>: Streamlined, bloatware-free; includes Battery Doctor, Night Mode, Simple Mode for seniors</a:t>
            </a:r>
          </a:p>
          <a:p>
            <a:pPr lvl="0"/>
            <a:r>
              <a:rPr b="1"/>
              <a:t>Major Updates:</a:t>
            </a:r>
            <a:r>
              <a:rPr/>
              <a:t> 1-year OS, 2 years security updates</a:t>
            </a:r>
          </a:p>
          <a:p>
            <a:pPr lvl="0"/>
            <a:r>
              <a:rPr b="1"/>
              <a:t>Custom Features:</a:t>
            </a:r>
            <a:r>
              <a:rPr/>
              <a:t> Private Vault, App Twin (dual app instances), System-wide dark mode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Packaging &amp; Accessories</a:t>
            </a:r>
          </a:p>
          <a:p>
            <a:pPr lvl="0"/>
            <a:r>
              <a:rPr b="1"/>
              <a:t>Box Contents</a:t>
            </a:r>
            <a:r>
              <a:rPr/>
              <a:t>: Device, 18-30W Power Adapter (model dependent), USB-C cable, SIM ejector, Basic TPU clear case, Quick Start Guide, Warranty Card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Warranty</a:t>
            </a:r>
          </a:p>
          <a:p>
            <a:pPr lvl="0"/>
            <a:r>
              <a:rPr b="1"/>
              <a:t>Warranty</a:t>
            </a:r>
            <a:r>
              <a:rPr/>
              <a:t>: 1 year on device, 6 months on accessories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Certifications</a:t>
            </a:r>
          </a:p>
          <a:p>
            <a:pPr lvl="0"/>
            <a:r>
              <a:rPr b="1"/>
              <a:t>Safety</a:t>
            </a:r>
            <a:r>
              <a:rPr/>
              <a:t>: BIS certified (India), CE compliant (EU)</a:t>
            </a:r>
          </a:p>
          <a:p>
            <a:pPr lvl="0"/>
            <a:r>
              <a:rPr b="1"/>
              <a:t>Environmental</a:t>
            </a:r>
            <a:r>
              <a:rPr/>
              <a:t>: RoHS, box and packing &gt;90% recyclable content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further details, visit </a:t>
            </a:r>
            <a:r>
              <a:rPr>
                <a:hlinkClick r:id="rId2"/>
              </a:rPr>
              <a:t>velvera.com/core</a:t>
            </a:r>
          </a:p>
          <a:p>
            <a:pPr lvl="0" indent="0" marL="0">
              <a:buNone/>
            </a:pPr>
            <a:r>
              <a:rPr b="1"/>
              <a:t>Velvera</a:t>
            </a:r>
            <a:r>
              <a:rPr/>
              <a:t> — </a:t>
            </a:r>
            <a:r>
              <a:rPr i="1"/>
              <a:t>Technology, Refined. Life, Elevated.</a:t>
            </a:r>
          </a:p>
          <a:p>
            <a:pPr lvl="0" indent="0" marL="0">
              <a:buNone/>
            </a:pPr>
            <a:r>
              <a:rPr i="1"/>
              <a:t>Crafted with precision. Powered by innovation. Designed for tomorrow.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2025-07-29T14:53:50Z</dcterms:created>
  <dcterms:modified xsi:type="dcterms:W3CDTF">2025-07-29T14:53:50Z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