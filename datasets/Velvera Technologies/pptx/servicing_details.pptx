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Servicing Details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 Center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Coverage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Average Turnaround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Walk-in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Home Pickup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Language Support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Bengaluru – Koramangala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Karnataka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080-4633-1278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Smartphones, Tablets, Audio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3-5 business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English, Kannada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Mumbai – Andheri East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Maharashtra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022-4947-2302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Smartphones, 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2-4 business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English, Marathi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Delhi – Karol Bagh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NCR, Haryana, 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011-2391-8830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Categories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3-7 business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English, Hindi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Hyderabad – Banjara Hills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Telangana, Andhra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040-3571-9940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Smartwatches, Tablets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2-3 business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English, Telugu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Chennai – T.Nagar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Tamil Nadu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044-4017-7725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Smartphones, Audio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3-5 business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English, Tamil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Kolkata – Salt Lake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West Bengal, Odisha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033-6814-7699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Categories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3-6 business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English, Bengali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Pune – Shivajinagar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Maharashtra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020-6170-4433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Smartwatches, Tablets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2-4 business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English, Marathi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Jaipur – C-Scheme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Rajasthan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0141-7156-950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Smartphones, Audio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3-5 business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English, Hindi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Ahmedabad – Navrangpura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Gujarat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079-4891-8452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Tablets, Audio, 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2-4 business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English, Gujarati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Kochi – MG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Kerala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0484-409-2216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Smartphones, 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2-5 business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English, Malayalam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Service Process Overview:</a:t>
            </a:r>
            <a:r>
              <a:rPr/>
              <a:t> - </a:t>
            </a:r>
            <a:r>
              <a:rPr b="1"/>
              <a:t>Service booking:</a:t>
            </a:r>
            <a:r>
              <a:rPr/>
              <a:t> Initiate via Velvera App, website, or by contacting the nearest service center. - </a:t>
            </a:r>
            <a:r>
              <a:rPr b="1"/>
              <a:t>Diagnosis:</a:t>
            </a:r>
            <a:r>
              <a:rPr/>
              <a:t> Certified engineers assess reported issues, typically within 24 hours of product receipt. - </a:t>
            </a:r>
            <a:r>
              <a:rPr b="1"/>
              <a:t>Quote &amp; Approval:</a:t>
            </a:r>
            <a:r>
              <a:rPr/>
              <a:t> Estimate shared for any non-warranty services or accidental damage; repairs begin post-approval. - </a:t>
            </a:r>
            <a:r>
              <a:rPr b="1"/>
              <a:t>Status Tracking:</a:t>
            </a:r>
            <a:r>
              <a:rPr/>
              <a:t> Transparent updates through app, SMS, and email notifications. - </a:t>
            </a:r>
            <a:r>
              <a:rPr b="1"/>
              <a:t>Delivery &amp; Feedback:</a:t>
            </a:r>
            <a:r>
              <a:rPr/>
              <a:t> Products can be collected in person or delivered to the customer’s address upon request.</a:t>
            </a:r>
          </a:p>
          <a:p>
            <a:pPr lvl="0" indent="0" marL="0">
              <a:buNone/>
            </a:pPr>
            <a:r>
              <a:rPr b="1"/>
              <a:t>Additional Support:</a:t>
            </a:r>
            <a:r>
              <a:rPr/>
              <a:t> - Same-day screen replacement at select centers for Velvera Care+ users (subject to slot availability). - Genuine Velvera parts and 90-day post-repair warranty for paid repairs. - Dedicated support hotline for Care+ members: 1800-210-5030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2025-07-29T14:51:57Z</dcterms:created>
  <dcterms:modified xsi:type="dcterms:W3CDTF">2025-07-29T14:51:57Z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