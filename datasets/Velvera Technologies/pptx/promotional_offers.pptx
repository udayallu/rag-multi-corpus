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Bundle Offers &amp; Packages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Premium Bundles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Bundle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Included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Add-ons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Bundle 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Save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Creator Pro Pack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One Pro 512GB + Velvera Pad Pro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Smart Stylus, Keyboard, Magnetic Pad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₹1,37,998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₹1,19,999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₹17,999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Ultimate Power Kit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One Ultra 1TB + Velvera Watch Pro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Wireless Dock, Premium Case, Buds Pro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₹1,48,998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₹1,29,999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₹18,999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 Productivity Suite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Nexus 1 Pro 1TB + Velvera Pad 11”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Studio Pro, Cloud Storage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₹1,24,998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₹1,09,999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₹14,999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Family Connect Pack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2x Velvera Core Max 256GB + 2x Velvera Watch 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Family Cloud Plan, 4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₹1,05,996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₹15,997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Student &amp; Young Professional Offers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Bundle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Included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 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Regular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Save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Student Essential Kit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Edge 256GB + Velvera Buds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₹56,998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₹3,999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Young Pro Starter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Nexus 1 256GB + Velvera Watch 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₹74,999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₹79,998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₹4,999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Valid student ID required. Offer available for students and professionals under 25.</a:t>
            </a:r>
          </a:p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2025-07-29T14:53:26Z</dcterms:created>
  <dcterms:modified xsi:type="dcterms:W3CDTF">2025-07-29T14:53:26Z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