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Technologies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Corporate Booking Plan — Frequently Asked Questions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I customize device configurations for different departments?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Yes, configurations (apps, settings, asset tags) can be department or region-specific, managed via the booking portal or through your Account Manager.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Are there any minimum order quantities for customizations?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 configurations (firmware, asset labeling, packaging) are available for orders starting at 25 units per model.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Does the plan support post-purchase add-ons?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Yes, you can purchase add-ons (accessories, service packs) at any time, with invoicing integrated into the main account.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reporting options are available?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Enterprise Dashboard provides real-time device status, deployment tracking, warranty remainder, and support ticket history.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2025-07-29T14:52:56Z</dcterms:created>
  <dcterms:modified xsi:type="dcterms:W3CDTF">2025-07-29T14:52:56Z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