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velvera.com/trade-in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/offers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Availability &amp; Purchase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devices are accessible through a wide network of online and offline channels, supported by a variety of financing, exchange, and promotional programs to suit every kind of buyer — from individual consumers to corporate clients.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to Buy</a:t>
            </a:r>
          </a:p>
          <a:p>
            <a:pPr lvl="0"/>
            <a:r>
              <a:rPr b="1"/>
              <a:t>Official Website</a:t>
            </a:r>
            <a:r>
              <a:rPr/>
              <a:t>:</a:t>
            </a:r>
            <a:br/>
            <a:r>
              <a:rPr/>
              <a:t>Purchase directly from </a:t>
            </a:r>
            <a:r>
              <a:rPr>
                <a:hlinkClick r:id="rId2"/>
              </a:rPr>
              <a:t>Velvera.com</a:t>
            </a:r>
            <a:r>
              <a:rPr/>
              <a:t> and enjoy exclusive online-only deals, custom configurations, and early access to new releases.</a:t>
            </a:r>
          </a:p>
          <a:p>
            <a:pPr lvl="0"/>
            <a:r>
              <a:rPr b="1"/>
              <a:t>Retail Partners</a:t>
            </a:r>
            <a:r>
              <a:rPr/>
              <a:t>:</a:t>
            </a:r>
            <a:br/>
            <a:r>
              <a:rPr/>
              <a:t>Available across </a:t>
            </a:r>
            <a:r>
              <a:rPr b="1"/>
              <a:t>2,500+ authorized stores</a:t>
            </a:r>
            <a:r>
              <a:rPr/>
              <a:t> in India including Croma, Reliance Digital, Vijay Sales, and select Apple Premium Resellers.</a:t>
            </a:r>
          </a:p>
          <a:p>
            <a:pPr lvl="0"/>
            <a:r>
              <a:rPr b="1"/>
              <a:t>Flagship Experience Centers</a:t>
            </a:r>
            <a:r>
              <a:rPr/>
              <a:t>:</a:t>
            </a:r>
            <a:br/>
            <a:r>
              <a:rPr/>
              <a:t>Try before you buy at our premium showrooms in:</a:t>
            </a:r>
          </a:p>
          <a:p>
            <a:pPr lvl="1"/>
            <a:r>
              <a:rPr b="1"/>
              <a:t>Mumbai</a:t>
            </a:r>
            <a:r>
              <a:rPr/>
              <a:t> – Phoenix Palladium, Lower Parel</a:t>
            </a:r>
            <a:br/>
          </a:p>
          <a:p>
            <a:pPr lvl="1"/>
            <a:r>
              <a:rPr b="1"/>
              <a:t>Delhi</a:t>
            </a:r>
            <a:r>
              <a:rPr/>
              <a:t> – Select Citywalk, Saket</a:t>
            </a:r>
            <a:br/>
          </a:p>
          <a:p>
            <a:pPr lvl="1"/>
            <a:r>
              <a:rPr b="1"/>
              <a:t>Bangalore</a:t>
            </a:r>
            <a:r>
              <a:rPr/>
              <a:t> – UB City</a:t>
            </a:r>
            <a:br/>
          </a:p>
          <a:p>
            <a:pPr lvl="1"/>
            <a:r>
              <a:rPr b="1"/>
              <a:t>Chennai</a:t>
            </a:r>
            <a:r>
              <a:rPr/>
              <a:t> – Express Avenue</a:t>
            </a:r>
            <a:br/>
          </a:p>
          <a:p>
            <a:pPr lvl="1"/>
            <a:r>
              <a:rPr b="1"/>
              <a:t>Hyderabad</a:t>
            </a:r>
            <a:r>
              <a:rPr/>
              <a:t> – Jubilee Hills</a:t>
            </a:r>
            <a:br/>
          </a:p>
          <a:p>
            <a:pPr lvl="1"/>
            <a:r>
              <a:rPr b="1"/>
              <a:t>Pune</a:t>
            </a:r>
            <a:r>
              <a:rPr/>
              <a:t> – Phoenix Market City</a:t>
            </a:r>
            <a:br/>
          </a:p>
          <a:p>
            <a:pPr lvl="1"/>
            <a:r>
              <a:rPr b="1"/>
              <a:t>Kolkata</a:t>
            </a:r>
            <a:r>
              <a:rPr/>
              <a:t> – South City Mall</a:t>
            </a:r>
          </a:p>
          <a:p>
            <a:pPr lvl="0"/>
            <a:r>
              <a:rPr b="1"/>
              <a:t>Express Delivery</a:t>
            </a:r>
            <a:r>
              <a:rPr/>
              <a:t>:</a:t>
            </a:r>
          </a:p>
          <a:p>
            <a:pPr lvl="1"/>
            <a:r>
              <a:rPr b="1"/>
              <a:t>Same-Day</a:t>
            </a:r>
            <a:r>
              <a:rPr/>
              <a:t>: Available in </a:t>
            </a:r>
            <a:r>
              <a:rPr b="1"/>
              <a:t>45 major metro cities</a:t>
            </a:r>
            <a:r>
              <a:rPr/>
              <a:t> including Mumbai, Delhi, Bengaluru, and Hyderabad.</a:t>
            </a:r>
          </a:p>
          <a:p>
            <a:pPr lvl="1"/>
            <a:r>
              <a:rPr b="1"/>
              <a:t>Next-Day</a:t>
            </a:r>
            <a:r>
              <a:rPr/>
              <a:t>: Delivered in </a:t>
            </a:r>
            <a:r>
              <a:rPr b="1"/>
              <a:t>120+ tier-2 and tier-3 cities</a:t>
            </a:r>
            <a:r>
              <a:rPr/>
              <a:t> with real-time tracking.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Payment &amp; Financing Options</a:t>
            </a:r>
          </a:p>
          <a:p>
            <a:pPr lvl="0" indent="0" marL="0">
              <a:buNone/>
            </a:pPr>
            <a:r>
              <a:rPr/>
              <a:t>Velvera offers flexible payment solutions designed for affordability and accessibility.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EMI &amp; Financing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Tenure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Interest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Availability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models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Flagship &amp; Edge series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4.99% APR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Select premium variants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Partners include </a:t>
            </a:r>
            <a:r>
              <a:rPr b="1"/>
              <a:t>HDFC Bank, ICICI Bank, Axis Bank, Bajaj Finserv</a:t>
            </a:r>
            <a:r>
              <a:rPr/>
              <a:t>, and more.</a:t>
            </a:r>
          </a:p>
          <a:p>
            <a:pPr lvl="0"/>
            <a:r>
              <a:rPr/>
              <a:t>Instant approval on most credit cards and select debit cards.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Exchange Program</a:t>
            </a:r>
          </a:p>
          <a:p>
            <a:pPr lvl="0"/>
            <a:r>
              <a:rPr/>
              <a:t>Get </a:t>
            </a:r>
            <a:r>
              <a:rPr b="1"/>
              <a:t>up to ₹15,000 off</a:t>
            </a:r>
            <a:r>
              <a:rPr/>
              <a:t> when exchanging your old smartphone.</a:t>
            </a:r>
          </a:p>
          <a:p>
            <a:pPr lvl="0"/>
            <a:r>
              <a:rPr/>
              <a:t>Instant quote available via </a:t>
            </a:r>
            <a:r>
              <a:rPr>
                <a:hlinkClick r:id="rId2"/>
              </a:rPr>
              <a:t>Velvera Trade-in Portal</a:t>
            </a:r>
            <a:r>
              <a:rPr/>
              <a:t>.</a:t>
            </a:r>
          </a:p>
          <a:p>
            <a:pPr lvl="0"/>
            <a:r>
              <a:rPr/>
              <a:t>Eligible for both doorstep pickup and in-store drop-off.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Corporate &amp; Enterprise Deals</a:t>
            </a:r>
          </a:p>
          <a:p>
            <a:pPr lvl="0"/>
            <a:r>
              <a:rPr/>
              <a:t>Custom pricing for orders of </a:t>
            </a:r>
            <a:r>
              <a:rPr b="1"/>
              <a:t>10+ units</a:t>
            </a:r>
            <a:r>
              <a:rPr/>
              <a:t>.</a:t>
            </a:r>
          </a:p>
          <a:p>
            <a:pPr lvl="0"/>
            <a:r>
              <a:rPr/>
              <a:t>Priority support, centralized billing, and volume-based discounts.</a:t>
            </a:r>
          </a:p>
          <a:p>
            <a:pPr lvl="0"/>
            <a:r>
              <a:rPr/>
              <a:t>Get in touch at </a:t>
            </a:r>
            <a:r>
              <a:rPr b="1"/>
              <a:t>enterprise@velvera.com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Student Benefits</a:t>
            </a:r>
          </a:p>
          <a:p>
            <a:pPr lvl="0"/>
            <a:r>
              <a:rPr/>
              <a:t>Exclusive </a:t>
            </a:r>
            <a:r>
              <a:rPr b="1"/>
              <a:t>5% student discount</a:t>
            </a:r>
            <a:r>
              <a:rPr/>
              <a:t> on Velvera One and Nexus series.</a:t>
            </a:r>
          </a:p>
          <a:p>
            <a:pPr lvl="0"/>
            <a:r>
              <a:rPr/>
              <a:t>Requires verification through UniDays or student ID upload.</a:t>
            </a:r>
          </a:p>
          <a:p>
            <a:pPr lvl="0"/>
            <a:r>
              <a:rPr/>
              <a:t>Limited to 2 devices per academic year.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Cashback &amp; Offers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Payment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Cashback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Cashback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Eligibility Conditions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HDFC Credit Cards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Min. transaction ₹30,000, EMI optional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Paytm Wallet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 prepaid orders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e-Gift Cards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Applicable on select flagship models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Offers updated monthly — check </a:t>
            </a:r>
            <a:r>
              <a:rPr>
                <a:hlinkClick r:id="rId2"/>
              </a:rPr>
              <a:t>Velvera Offers</a:t>
            </a:r>
            <a:r>
              <a:rPr/>
              <a:t> for current deals.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Shipping &amp; Delivery</a:t>
            </a:r>
          </a:p>
          <a:p>
            <a:pPr lvl="0"/>
            <a:r>
              <a:rPr b="1"/>
              <a:t>Free Standard Delivery</a:t>
            </a:r>
            <a:r>
              <a:rPr/>
              <a:t>: 2–5 business days nationwide.</a:t>
            </a:r>
          </a:p>
          <a:p>
            <a:pPr lvl="0"/>
            <a:r>
              <a:rPr b="1"/>
              <a:t>Same-Day Delivery</a:t>
            </a:r>
            <a:r>
              <a:rPr/>
              <a:t>: Available in top 45 cities for orders placed before 2 PM.</a:t>
            </a:r>
          </a:p>
          <a:p>
            <a:pPr lvl="0"/>
            <a:r>
              <a:rPr b="1"/>
              <a:t>Eco-Packaging</a:t>
            </a:r>
            <a:r>
              <a:rPr/>
              <a:t>: All shipments use 100% recyclable packaging with no plastic fillers.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Invoicing &amp; GST Benefits</a:t>
            </a:r>
          </a:p>
          <a:p>
            <a:pPr lvl="0"/>
            <a:r>
              <a:rPr/>
              <a:t>GST-compliant invoices provided for all purchases.</a:t>
            </a:r>
          </a:p>
          <a:p>
            <a:pPr lvl="0"/>
            <a:r>
              <a:rPr/>
              <a:t>Input tax credit available for business accounts.</a:t>
            </a:r>
          </a:p>
          <a:p>
            <a:pPr lvl="0"/>
            <a:r>
              <a:rPr/>
              <a:t>Option to generate invoice with company GSTIN during checkout.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📞 Purchase Assistance</a:t>
            </a:r>
          </a:p>
          <a:p>
            <a:pPr lvl="0" indent="0" marL="0">
              <a:buNone/>
            </a:pPr>
            <a:r>
              <a:rPr/>
              <a:t>Need help choosing the right Velvera device?</a:t>
            </a:r>
          </a:p>
          <a:p>
            <a:pPr lvl="0"/>
            <a:r>
              <a:rPr b="1"/>
              <a:t>Live Chat</a:t>
            </a:r>
            <a:r>
              <a:rPr/>
              <a:t>: 9 AM – 10 PM IST on </a:t>
            </a:r>
            <a:r>
              <a:rPr>
                <a:hlinkClick r:id="rId2"/>
              </a:rPr>
              <a:t>Velvera.com</a:t>
            </a:r>
          </a:p>
          <a:p>
            <a:pPr lvl="0"/>
            <a:r>
              <a:rPr b="1"/>
              <a:t>Phone Support</a:t>
            </a:r>
            <a:r>
              <a:rPr/>
              <a:t>: 1800-123-VELVERA (toll-free)</a:t>
            </a:r>
          </a:p>
          <a:p>
            <a:pPr lvl="0"/>
            <a:r>
              <a:rPr b="1"/>
              <a:t>WhatsApp</a:t>
            </a:r>
            <a:r>
              <a:rPr/>
              <a:t>: Message us at +91 91234 56789</a:t>
            </a:r>
          </a:p>
          <a:p>
            <a:pPr lvl="0" indent="0" marL="0">
              <a:buNone/>
            </a:pPr>
            <a:r>
              <a:rPr/>
              <a:t>Let our advisors assist you in finding the perfect fit.</a:t>
            </a:r>
          </a:p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2025-07-29T14:52:30Z</dcterms:created>
  <dcterms:modified xsi:type="dcterms:W3CDTF">2025-07-29T14:52:30Z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