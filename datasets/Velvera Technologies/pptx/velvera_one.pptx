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One — Product Specifications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Velvera One</a:t>
            </a:r>
            <a:r>
              <a:rPr/>
              <a:t> is part of Velvera’s Flagship Series, offering premium materials, durable build, and long-term software support. Designed for users seeking high performance and refined aesthetics, it delivers a future-ready experience with storage options suited for all needs.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&amp; Pricing Variants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Internal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 / 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₹49,999 / $599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 / 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₹62,999 / $759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Series:</a:t>
            </a:r>
            <a:r>
              <a:rPr/>
              <a:t> Velvera One</a:t>
            </a:r>
          </a:p>
          <a:p>
            <a:pPr lvl="0"/>
            <a:r>
              <a:rPr b="1"/>
              <a:t>Color Options:</a:t>
            </a:r>
            <a:r>
              <a:rPr/>
              <a:t> Titanium Gray, Deep Ocean Blue, Rose Gold, Midnight Black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Type:</a:t>
            </a:r>
            <a:r>
              <a:rPr/>
              <a:t> AMOLED</a:t>
            </a:r>
          </a:p>
          <a:p>
            <a:pPr lvl="0"/>
            <a:r>
              <a:rPr b="1"/>
              <a:t>Size:</a:t>
            </a:r>
            <a:r>
              <a:rPr/>
              <a:t> 6.5 inches</a:t>
            </a:r>
          </a:p>
          <a:p>
            <a:pPr lvl="0"/>
            <a:r>
              <a:rPr b="1"/>
              <a:t>Refresh Rate:</a:t>
            </a:r>
            <a:r>
              <a:rPr/>
              <a:t> 120Hz</a:t>
            </a:r>
          </a:p>
          <a:p>
            <a:pPr lvl="0"/>
            <a:r>
              <a:rPr b="1"/>
              <a:t>Resolution:</a:t>
            </a:r>
            <a:r>
              <a:rPr/>
              <a:t> 2400 x 1080 pixels (FHD+)</a:t>
            </a:r>
          </a:p>
          <a:p>
            <a:pPr lvl="0"/>
            <a:r>
              <a:rPr b="1"/>
              <a:t>Protection:</a:t>
            </a:r>
            <a:r>
              <a:rPr/>
              <a:t> Corning Gorilla Glass Victus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Frame:</a:t>
            </a:r>
            <a:r>
              <a:rPr/>
              <a:t> Aerospace-grade aluminum</a:t>
            </a:r>
          </a:p>
          <a:p>
            <a:pPr lvl="0"/>
            <a:r>
              <a:rPr b="1"/>
              <a:t>Front/Back:</a:t>
            </a:r>
            <a:r>
              <a:rPr/>
              <a:t> Corning Gorilla Glass Victus 2</a:t>
            </a:r>
          </a:p>
          <a:p>
            <a:pPr lvl="0"/>
            <a:r>
              <a:rPr b="1"/>
              <a:t>Water Resistance:</a:t>
            </a:r>
            <a:r>
              <a:rPr/>
              <a:t> IP68 (up to 1.5m for 30 min)</a:t>
            </a:r>
          </a:p>
          <a:p>
            <a:pPr lvl="0"/>
            <a:r>
              <a:rPr b="1"/>
              <a:t>Additional Durability:</a:t>
            </a:r>
            <a:r>
              <a:rPr/>
              <a:t> IP69K (high-pressure water and dust protection)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Processor:</a:t>
            </a:r>
            <a:r>
              <a:rPr/>
              <a:t> VelveraVision X1 (Octa-core, 4nm)</a:t>
            </a:r>
          </a:p>
          <a:p>
            <a:pPr lvl="0"/>
            <a:r>
              <a:rPr b="1"/>
              <a:t>GPU:</a:t>
            </a:r>
            <a:r>
              <a:rPr/>
              <a:t> Adreno V900</a:t>
            </a:r>
          </a:p>
          <a:p>
            <a:pPr lvl="0"/>
            <a:r>
              <a:rPr b="1"/>
              <a:t>Expandable Storage:</a:t>
            </a:r>
            <a:r>
              <a:rPr/>
              <a:t> Up to 1TB via microSD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Rear Camera:</a:t>
            </a:r>
            <a:r>
              <a:rPr/>
              <a:t> Dual AI Camera Setup</a:t>
            </a:r>
          </a:p>
          <a:p>
            <a:pPr lvl="1"/>
            <a:r>
              <a:rPr/>
              <a:t>Main: 50MP f/1.8, OIS</a:t>
            </a:r>
            <a:br/>
          </a:p>
          <a:p>
            <a:pPr lvl="1"/>
            <a:r>
              <a:rPr/>
              <a:t>Ultra-Wide: 12MP f/2.2, 123° FOV</a:t>
            </a:r>
          </a:p>
          <a:p>
            <a:pPr lvl="0"/>
            <a:r>
              <a:rPr b="1"/>
              <a:t>Front Camera:</a:t>
            </a:r>
            <a:r>
              <a:rPr/>
              <a:t> 32MP f/2.0</a:t>
            </a:r>
          </a:p>
          <a:p>
            <a:pPr lvl="0"/>
            <a:r>
              <a:rPr b="1"/>
              <a:t>Camera Features:</a:t>
            </a:r>
            <a:r>
              <a:rPr/>
              <a:t> Night Mode, Portrait AI, 4K HDR Video, AI Scene Detection</a:t>
            </a:r>
          </a:p>
          <a:p>
            <a:pPr lvl="0"/>
            <a:r>
              <a:rPr b="1"/>
              <a:t>Video Recording:</a:t>
            </a:r>
          </a:p>
          <a:p>
            <a:pPr lvl="1"/>
            <a:r>
              <a:rPr/>
              <a:t>Rear: 4K @ 60fps, 1080p @ 240fps</a:t>
            </a:r>
            <a:br/>
          </a:p>
          <a:p>
            <a:pPr lvl="1"/>
            <a:r>
              <a:rPr/>
              <a:t>Front: 4K @ 30fps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Battery &amp; Charging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Battery Capacity:</a:t>
            </a:r>
            <a:r>
              <a:rPr/>
              <a:t> 5000mAh (non-removable)</a:t>
            </a:r>
          </a:p>
          <a:p>
            <a:pPr lvl="0"/>
            <a:r>
              <a:rPr b="1"/>
              <a:t>Wired Charging:</a:t>
            </a:r>
            <a:r>
              <a:rPr/>
              <a:t> 65W Fast Charging (0–100% in 38 minutes)</a:t>
            </a:r>
          </a:p>
          <a:p>
            <a:pPr lvl="0"/>
            <a:r>
              <a:rPr b="1"/>
              <a:t>Wireless Charging:</a:t>
            </a:r>
            <a:r>
              <a:rPr/>
              <a:t> 50W Qi-compatible</a:t>
            </a:r>
          </a:p>
          <a:p>
            <a:pPr lvl="0"/>
            <a:r>
              <a:rPr b="1"/>
              <a:t>Reverse Wireless Charging:</a:t>
            </a:r>
            <a:r>
              <a:rPr/>
              <a:t> 15W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5G Bands:</a:t>
            </a:r>
            <a:r>
              <a:rPr/>
              <a:t> n1/n3/n5/n7/n28/n78</a:t>
            </a:r>
          </a:p>
          <a:p>
            <a:pPr lvl="0"/>
            <a:r>
              <a:rPr b="1"/>
              <a:t>SIM Slots:</a:t>
            </a:r>
            <a:r>
              <a:rPr/>
              <a:t> Dual Nano-SIM (5G + 5G)</a:t>
            </a:r>
          </a:p>
          <a:p>
            <a:pPr lvl="0"/>
            <a:r>
              <a:rPr b="1"/>
              <a:t>Wi-Fi:</a:t>
            </a:r>
            <a:r>
              <a:rPr/>
              <a:t> Wi-Fi 6E (802.11ax)</a:t>
            </a:r>
          </a:p>
          <a:p>
            <a:pPr lvl="0"/>
            <a:r>
              <a:rPr b="1"/>
              <a:t>Bluetooth:</a:t>
            </a:r>
            <a:r>
              <a:rPr/>
              <a:t> 5.3 with aptX Adaptive</a:t>
            </a:r>
          </a:p>
          <a:p>
            <a:pPr lvl="0"/>
            <a:r>
              <a:rPr b="1"/>
              <a:t>USB:</a:t>
            </a:r>
            <a:r>
              <a:rPr/>
              <a:t> USB-C 3.2 Gen 2</a:t>
            </a:r>
          </a:p>
          <a:p>
            <a:pPr lvl="0"/>
            <a:r>
              <a:rPr b="1"/>
              <a:t>NFC:</a:t>
            </a:r>
            <a:r>
              <a:rPr/>
              <a:t> Yes</a:t>
            </a:r>
          </a:p>
          <a:p>
            <a:pPr lvl="0"/>
            <a:r>
              <a:rPr b="1"/>
              <a:t>GPS:</a:t>
            </a:r>
            <a:r>
              <a:rPr/>
              <a:t> Dual-band (A-GPS, GLONASS, Galileo, BeiDou)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Software &amp;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Operating System:</a:t>
            </a:r>
            <a:r>
              <a:rPr/>
              <a:t> VelveraOS 2.0 (based on Android 14)</a:t>
            </a:r>
          </a:p>
          <a:p>
            <a:pPr lvl="0"/>
            <a:r>
              <a:rPr b="1"/>
              <a:t>OS Updates:</a:t>
            </a:r>
            <a:r>
              <a:rPr/>
              <a:t> 4 years (guaranteed)</a:t>
            </a:r>
          </a:p>
          <a:p>
            <a:pPr lvl="0"/>
            <a:r>
              <a:rPr b="1"/>
              <a:t>Security Updates:</a:t>
            </a:r>
            <a:r>
              <a:rPr/>
              <a:t> 5 years (guaranteed)</a:t>
            </a:r>
          </a:p>
          <a:p>
            <a:pPr lvl="0"/>
            <a:r>
              <a:rPr b="1"/>
              <a:t>AI Features:</a:t>
            </a:r>
          </a:p>
          <a:p>
            <a:pPr lvl="1"/>
            <a:r>
              <a:rPr/>
              <a:t>Offline AI Assistant</a:t>
            </a:r>
            <a:br/>
          </a:p>
          <a:p>
            <a:pPr lvl="1"/>
            <a:r>
              <a:rPr/>
              <a:t>AI Summarization</a:t>
            </a:r>
            <a:br/>
          </a:p>
          <a:p>
            <a:pPr lvl="1"/>
            <a:r>
              <a:rPr/>
              <a:t>Smart Camera Suggestions</a:t>
            </a:r>
            <a:br/>
          </a:p>
          <a:p>
            <a:pPr lvl="1"/>
            <a:r>
              <a:rPr/>
              <a:t>On-device Translation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Premium aerospace-grade build and design</a:t>
            </a:r>
          </a:p>
          <a:p>
            <a:pPr lvl="0"/>
            <a:r>
              <a:rPr/>
              <a:t>Corning Gorilla Glass Victus 2 on both sides</a:t>
            </a:r>
          </a:p>
          <a:p>
            <a:pPr lvl="0"/>
            <a:r>
              <a:rPr/>
              <a:t>IP68 &amp; IP69K water/dust/high-pressure resistance</a:t>
            </a:r>
          </a:p>
          <a:p>
            <a:pPr lvl="0"/>
            <a:r>
              <a:rPr/>
              <a:t>Fast wired and wireless charging with reverse charge</a:t>
            </a:r>
          </a:p>
          <a:p>
            <a:pPr lvl="0"/>
            <a:r>
              <a:rPr/>
              <a:t>AI-driven features that work offline</a:t>
            </a:r>
          </a:p>
          <a:p>
            <a:pPr lvl="0"/>
            <a:r>
              <a:rPr/>
              <a:t>Long-term software and security support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2025-07-29T14:51:36Z</dcterms:created>
  <dcterms:modified xsi:type="dcterms:W3CDTF">2025-07-29T14:51:36Z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