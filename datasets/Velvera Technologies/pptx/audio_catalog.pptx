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Audio — </a:t>
            </a:r>
            <a:r>
              <a:rPr b="1"/>
              <a:t>Velvera Audio Series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Immersive sound experiences crafted for audiophiles and everyday users alike.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Audio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ANC, Spatial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ANC, Wireless Charging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ANC, Premium Drivers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Studio-grade ANC, Hi-Res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Planar Magnetic, Audiophile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$479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2025-07-29T14:51:49Z</dcterms:created>
  <dcterms:modified xsi:type="dcterms:W3CDTF">2025-07-29T14:51:49Z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