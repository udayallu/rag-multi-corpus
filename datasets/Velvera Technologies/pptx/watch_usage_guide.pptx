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Velvera Watch Series — Usage Guide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What’s in the Box</a:t>
            </a:r>
            <a:r>
              <a:rPr/>
              <a:t> - Velvera Watch (choose your model) - Magnetic Charging Cable (Standard/Deluxe) or Wireless Charger (Deluxe/Premium) - Quick Start Guide - Additional Ocean Band Strap (included with Premium model)</a:t>
            </a:r>
          </a:p>
          <a:p>
            <a:pPr lvl="0" indent="0" marL="0">
              <a:buNone/>
            </a:pPr>
            <a:r>
              <a:rPr b="1"/>
              <a:t>2. Charging the Watch</a:t>
            </a:r>
            <a:r>
              <a:rPr/>
              <a:t> - Connect the magnetic charger or place the watch on the wireless charging pad. - Attach the charger to a certified power adapter (5V/2A recommended). - The watch will vibrate briefly and display the charging symbol. - Fast charging available: achieve 50% charge in 30 minutes (Standard 42mm); 80% in 40 minutes (Premium 49mm).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Setting Up Your Velvera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Power On</a:t>
            </a:r>
            <a:r>
              <a:rPr/>
              <a:t> - Press and hold the side button until the Velvera logo appears.</a:t>
            </a:r>
          </a:p>
          <a:p>
            <a:pPr lvl="0" indent="0" marL="0">
              <a:buNone/>
            </a:pPr>
            <a:r>
              <a:rPr b="1"/>
              <a:t>2. Pairing With Your Smartphone</a:t>
            </a:r>
            <a:r>
              <a:rPr/>
              <a:t> - On your phone, download the “Velvera App” from Google Play or Apple App Store. - Enable Bluetooth and open the app. - Tap “Add Device” and select your Velvera Watch model. - Confirm the pairing code shown on both devices.</a:t>
            </a:r>
          </a:p>
          <a:p>
            <a:pPr lvl="0" indent="0" marL="0">
              <a:buNone/>
            </a:pPr>
            <a:r>
              <a:rPr b="1"/>
              <a:t>3. Device Compatibility</a:t>
            </a:r>
            <a:r>
              <a:rPr/>
              <a:t> - Requires Android 9.0+ or iOS 13+. - Ensure Bluetooth and location services are enabled for seamless connectivity.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Wearing Your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Strap your Velvera Watch snugly on your wrist, about 1 finger’s width above your wrist bone.</a:t>
            </a:r>
          </a:p>
          <a:p>
            <a:pPr lvl="0"/>
            <a:r>
              <a:rPr/>
              <a:t>Adjust straps for comfort—choose between Fluoroelastomer, Leather, Milanese Loop, or Ocean Band (additional straps sold separately).</a:t>
            </a:r>
          </a:p>
          <a:p>
            <a:pPr lvl="0"/>
            <a:r>
              <a:rPr/>
              <a:t>For water activities or diving (Premium 49mm), secure the Ocean Band strap provided.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Navigating the Watch</a:t>
            </a:r>
          </a:p>
          <a:p>
            <a:pPr lvl="0"/>
            <a:r>
              <a:rPr b="1"/>
              <a:t>Side Button</a:t>
            </a:r>
            <a:r>
              <a:rPr/>
              <a:t>: Wake screen, open apps, long-press for voice assistant.</a:t>
            </a:r>
          </a:p>
          <a:p>
            <a:pPr lvl="0"/>
            <a:r>
              <a:rPr b="1"/>
              <a:t>Swipe Gestures</a:t>
            </a:r>
            <a:r>
              <a:rPr/>
              <a:t>:</a:t>
            </a:r>
          </a:p>
          <a:p>
            <a:pPr lvl="1"/>
            <a:r>
              <a:rPr/>
              <a:t>Up/Down: View notifications, control center.</a:t>
            </a:r>
          </a:p>
          <a:p>
            <a:pPr lvl="1"/>
            <a:r>
              <a:rPr/>
              <a:t>Left/Right: Access widgets and customizable watch faces.</a:t>
            </a:r>
          </a:p>
          <a:p>
            <a:pPr lvl="0"/>
            <a:r>
              <a:rPr b="1"/>
              <a:t>Always-On Display</a:t>
            </a:r>
            <a:r>
              <a:rPr/>
              <a:t>: Enabled by default. Adjust in Settings &gt; Display.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Notifications</a:t>
            </a:r>
          </a:p>
          <a:p>
            <a:pPr lvl="0"/>
            <a:r>
              <a:rPr/>
              <a:t>Receive calls, messages, emails, and app alerts instantly.</a:t>
            </a:r>
          </a:p>
          <a:p>
            <a:pPr lvl="0"/>
            <a:r>
              <a:rPr/>
              <a:t>Swipe down to open Notification Center.</a:t>
            </a:r>
          </a:p>
          <a:p>
            <a:pPr lvl="0"/>
            <a:r>
              <a:rPr/>
              <a:t>Tap to reply (preset replies on Android, voice input on iOS/Android).</a:t>
            </a:r>
          </a:p>
          <a:p>
            <a:pPr lvl="0"/>
            <a:r>
              <a:rPr/>
              <a:t>Customize notification preferences within the Velvera App.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Health and Fitness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Monitoring Health</a:t>
            </a:r>
          </a:p>
          <a:p>
            <a:pPr lvl="0"/>
            <a:r>
              <a:rPr b="1"/>
              <a:t>Heart Rate</a:t>
            </a:r>
            <a:r>
              <a:rPr/>
              <a:t>: Continuous monitoring with reminders on abnormal readings.</a:t>
            </a:r>
          </a:p>
          <a:p>
            <a:pPr lvl="0"/>
            <a:r>
              <a:rPr b="1"/>
              <a:t>Sleep Tracking</a:t>
            </a:r>
            <a:r>
              <a:rPr/>
              <a:t>: Auto-detects sleep stages (Deep, Light, REM); view summaries in the Velvera Health App.</a:t>
            </a:r>
          </a:p>
          <a:p>
            <a:pPr lvl="0"/>
            <a:r>
              <a:rPr b="1"/>
              <a:t>Step Counter</a:t>
            </a:r>
            <a:r>
              <a:rPr/>
              <a:t>: Tracks steps, calories, and distance daily.</a:t>
            </a:r>
          </a:p>
          <a:p>
            <a:pPr lvl="0"/>
            <a:r>
              <a:rPr b="1"/>
              <a:t>ECG (Deluxe &amp; Premium)</a:t>
            </a:r>
            <a:r>
              <a:rPr/>
              <a:t>: Open ECG app, rest your finger on the side sensor for 30 seconds to record.</a:t>
            </a:r>
          </a:p>
          <a:p>
            <a:pPr lvl="0"/>
            <a:r>
              <a:rPr b="1"/>
              <a:t>Blood Oxygen (SpO₂)</a:t>
            </a:r>
            <a:r>
              <a:rPr/>
              <a:t>: Tap SpO₂ icon, keep wrist steady; results appear in 15 seconds.</a:t>
            </a:r>
          </a:p>
          <a:p>
            <a:pPr lvl="0"/>
            <a:r>
              <a:rPr b="1"/>
              <a:t>Stress Detection (Deluxe &amp; Premium)</a:t>
            </a:r>
            <a:r>
              <a:rPr/>
              <a:t>: Review stress index and receive guided breathing exercises.</a:t>
            </a:r>
          </a:p>
          <a:p>
            <a:pPr lvl="0"/>
            <a:r>
              <a:rPr b="1"/>
              <a:t>Skin Temperature (Premium 49mm)</a:t>
            </a:r>
            <a:r>
              <a:rPr/>
              <a:t>: Measured periodically while worn; alerts for abnormal variations.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Fitness Tracking</a:t>
            </a:r>
          </a:p>
          <a:p>
            <a:pPr lvl="0"/>
            <a:r>
              <a:rPr/>
              <a:t>Select activity from Multi-Sport Modes (run, swim, bike, yoga, etc.).</a:t>
            </a:r>
          </a:p>
          <a:p>
            <a:pPr lvl="0"/>
            <a:r>
              <a:rPr/>
              <a:t>For outdoor activities, enable integrated GPS (Deluxe &amp; Premium).</a:t>
            </a:r>
          </a:p>
          <a:p>
            <a:pPr lvl="0"/>
            <a:r>
              <a:rPr/>
              <a:t>Swimming &amp; Diving (Premium 49mm only): Water resistance up to 100m, records dive depth, duration, and water temperature.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Connectivity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Bluetooth</a:t>
            </a:r>
            <a:r>
              <a:rPr/>
              <a:t>: Standard (v5.2/5.3, model-specific); auto reconnects to paired device.</a:t>
            </a:r>
          </a:p>
          <a:p>
            <a:pPr lvl="0"/>
            <a:r>
              <a:rPr b="1"/>
              <a:t>LTE (Deluxe/Premium)</a:t>
            </a:r>
            <a:r>
              <a:rPr/>
              <a:t>: Activate embedded SIM via carrier for untethered calls/messages.</a:t>
            </a:r>
          </a:p>
          <a:p>
            <a:pPr lvl="0"/>
            <a:r>
              <a:rPr b="1"/>
              <a:t>Satellite (Premium only)</a:t>
            </a:r>
            <a:r>
              <a:rPr/>
              <a:t>: For location sharing and SOS functionality in remote areas.</a:t>
            </a:r>
          </a:p>
          <a:p>
            <a:pPr lvl="0"/>
            <a:r>
              <a:rPr b="1"/>
              <a:t>Wi-Fi &amp; NFC</a:t>
            </a:r>
            <a:r>
              <a:rPr/>
              <a:t>: Enable in Settings for app downloads, wireless payments, and quick device transfers.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Apps &amp;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App Store Access</a:t>
            </a:r>
            <a:r>
              <a:rPr/>
              <a:t>: Download popular fitness, productivity, and lifestyle apps.</a:t>
            </a:r>
          </a:p>
          <a:p>
            <a:pPr lvl="0"/>
            <a:r>
              <a:rPr b="1"/>
              <a:t>Velvera Voice/Assistant</a:t>
            </a:r>
            <a:r>
              <a:rPr/>
              <a:t>: Press side button or say “Hey Velvera” to activate smart assistant.</a:t>
            </a:r>
          </a:p>
          <a:p>
            <a:pPr lvl="0"/>
            <a:r>
              <a:rPr b="1"/>
              <a:t>Music Storage</a:t>
            </a:r>
            <a:r>
              <a:rPr/>
              <a:t>: Store up to 8GB of music; pair Bluetooth headphones for cordless listening.</a:t>
            </a:r>
          </a:p>
          <a:p>
            <a:pPr lvl="0"/>
            <a:r>
              <a:rPr b="1"/>
              <a:t>Camera Shutter</a:t>
            </a:r>
            <a:r>
              <a:rPr/>
              <a:t>: Use watch as a remote camera control for your paired smartphone.</a:t>
            </a:r>
          </a:p>
          <a:p>
            <a:pPr lvl="0"/>
            <a:r>
              <a:rPr b="1"/>
              <a:t>Find My Phone</a:t>
            </a:r>
            <a:r>
              <a:rPr/>
              <a:t>: Ping your connected device when misplaced.</a:t>
            </a:r>
          </a:p>
          <a:p>
            <a:pPr lvl="0"/>
            <a:r>
              <a:rPr b="1"/>
              <a:t>Wireless Payments</a:t>
            </a:r>
            <a:r>
              <a:rPr/>
              <a:t>: Register cards in the Velvera App and make NFC payments securely on the go.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Watch Faces &amp;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Long-press the main screen to browse and select from over 100+ watch faces.</a:t>
            </a:r>
          </a:p>
          <a:p>
            <a:pPr lvl="0"/>
            <a:r>
              <a:rPr/>
              <a:t>Personalize complications: weather, calendar, health stats, music, and more.</a:t>
            </a:r>
          </a:p>
          <a:p>
            <a:pPr lvl="0"/>
            <a:r>
              <a:rPr/>
              <a:t>Adjust brightness and always-on settings for battery optimization.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Clean regularly using a soft, lint-free cloth.</a:t>
            </a:r>
          </a:p>
          <a:p>
            <a:pPr lvl="0"/>
            <a:r>
              <a:rPr/>
              <a:t>For water exposure (swimming/diving), rinse gently with fresh water and dry before use.</a:t>
            </a:r>
          </a:p>
          <a:p>
            <a:pPr lvl="0"/>
            <a:r>
              <a:rPr/>
              <a:t>Avoid harsh chemicals to preserve finish (especially Gold, Rose Gold, Ocean Blue).</a:t>
            </a:r>
          </a:p>
          <a:p>
            <a:pPr lvl="0"/>
            <a:r>
              <a:rPr/>
              <a:t>For strap replacement, squeeze the release pins on the back and swap with compatible Velvera bands.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&amp;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Rated 5ATM (50m, Standard/Deluxe) or 10ATM (100m, Premium) for water resistance; avoid pressing buttons underwater.</a:t>
            </a:r>
          </a:p>
          <a:p>
            <a:pPr lvl="0"/>
            <a:r>
              <a:rPr/>
              <a:t>Sapphire Crystal (Deluxe &amp; Premium) ensures high scratch protection.</a:t>
            </a:r>
          </a:p>
          <a:p>
            <a:pPr lvl="0"/>
            <a:r>
              <a:rPr/>
              <a:t>Emergency SOS (Premium): Long-press side button for 5 seconds—initiates location sharing and notifies emergency contacts.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setup or pairing issues: Restart both watch and phone; ensure Bluetooth and permissions are active.</a:t>
            </a:r>
          </a:p>
          <a:p>
            <a:pPr lvl="0"/>
            <a:r>
              <a:rPr/>
              <a:t>If battery drains quickly: Check for always-on GPS, disable unused notifications or background apps.</a:t>
            </a:r>
          </a:p>
          <a:p>
            <a:pPr lvl="0"/>
            <a:r>
              <a:rPr/>
              <a:t>For warranty claims or premium concierge support: Visit www.velvera.com/support or call 1-800-VELVERA.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Warranty &amp; Certifications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Standard 1-year warranty on manufacturing defects.</a:t>
            </a:r>
          </a:p>
          <a:p>
            <a:pPr lvl="0"/>
            <a:r>
              <a:rPr/>
              <a:t>Premium support with 24/7 hotline for Premium model owners.</a:t>
            </a:r>
          </a:p>
          <a:p>
            <a:pPr lvl="0"/>
            <a:r>
              <a:rPr/>
              <a:t>Certified to CE, FCC, IP68, and respective water resistance standards.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Software updates improve features and security—enable auto-update via the Velvera App.</a:t>
            </a:r>
          </a:p>
          <a:p>
            <a:pPr lvl="0"/>
            <a:r>
              <a:rPr/>
              <a:t>Only use Velvera-certified chargers and accessories for safe operation.</a:t>
            </a:r>
          </a:p>
          <a:p>
            <a:pPr lvl="0"/>
            <a:r>
              <a:rPr/>
              <a:t>Regularly back up health and fitness data to your linked account.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full manual and advanced usage tips, visit www.velvera.com/manuals.</a:t>
            </a:r>
          </a:p>
          <a:p>
            <a:pPr lvl="0" indent="0" marL="0">
              <a:buNone/>
            </a:pPr>
            <a:r>
              <a:rPr/>
              <a:t>Velvera — Technology, Refined. Life, Elevated.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2025-07-29T14:52:05Z</dcterms:created>
  <dcterms:modified xsi:type="dcterms:W3CDTF">2025-07-29T14:52:05Z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