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Phones Catalog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the official comprehensive catalog for </a:t>
            </a:r>
            <a:r>
              <a:rPr b="1"/>
              <a:t>Velvera</a:t>
            </a:r>
            <a:r>
              <a:rPr/>
              <a:t> — where innovation meets elegance. Explore our complete range of smartphones designed for the modern digital lifestyle.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Flagship Series — Velvera One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Velvera One</a:t>
            </a:r>
            <a:r>
              <a:rPr/>
              <a:t> series represents the pinnacle of performance and craftsmanship. Built with advanced materials, tuned for efficiency, and supported for years.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AMOLED, 120Hz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 AI Cameras (50MP+12MP)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$759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Pro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Pro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Triple Lens + Macro (64MP)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One Ultra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$999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One Ultra 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Quad Camera + Periscope Zoom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$1,499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Series Highlights</a:t>
            </a:r>
          </a:p>
          <a:p>
            <a:pPr lvl="0"/>
            <a:r>
              <a:rPr/>
              <a:t>Aerospace-grade aluminum body with Gorilla Glass Victus 2</a:t>
            </a:r>
          </a:p>
          <a:p>
            <a:pPr lvl="0"/>
            <a:r>
              <a:rPr/>
              <a:t>IP68 water and dust resistance + IP69K rating</a:t>
            </a:r>
          </a:p>
          <a:p>
            <a:pPr lvl="0"/>
            <a:r>
              <a:rPr/>
              <a:t>Local AI engine for offline productivity</a:t>
            </a:r>
          </a:p>
          <a:p>
            <a:pPr lvl="0"/>
            <a:r>
              <a:rPr/>
              <a:t>4 years OS + 5 years security updates</a:t>
            </a:r>
          </a:p>
          <a:p>
            <a:pPr lvl="0"/>
            <a:r>
              <a:rPr/>
              <a:t>65W fast charging + 50W wireless charging</a:t>
            </a:r>
          </a:p>
          <a:p>
            <a:pPr lvl="0"/>
            <a:r>
              <a:rPr/>
              <a:t>Available in: Titanium Gray, Deep Ocean Blue, Rose Gold, Midnight Black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Compact Series — Velvera Edge</a:t>
            </a:r>
          </a:p>
          <a:p>
            <a:pPr lvl="0" indent="0" marL="0">
              <a:buNone/>
            </a:pPr>
            <a:r>
              <a:rPr/>
              <a:t>Premium performance, perfect pocketability. The </a:t>
            </a:r>
            <a:r>
              <a:rPr b="1"/>
              <a:t>Edge</a:t>
            </a:r>
            <a:r>
              <a:rPr/>
              <a:t> series is ideal for users who prefer smaller phones without compromising on power.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Edge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Octa-core V5 Chip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Pro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$659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Edge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V5+ AI-Tuned SoC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</a:t>
            </a:r>
            <a:r>
              <a:rPr/>
              <a:t>: Cloud Gray, Midnight Ocean, Sage Green, Coral Pink, Arctic White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AI-Centric Series — Velvera Nexus</a:t>
            </a:r>
          </a:p>
          <a:p>
            <a:pPr lvl="0" indent="0" marL="0">
              <a:buNone/>
            </a:pPr>
            <a:r>
              <a:rPr/>
              <a:t>The </a:t>
            </a:r>
            <a:r>
              <a:rPr b="1"/>
              <a:t>Nexus</a:t>
            </a:r>
            <a:r>
              <a:rPr/>
              <a:t> series is designed for thinkers, builders, and creators. AI-first architecture powers everything from smart photography to real-time captioning and note generation.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Nexus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Features Included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6.6” HDR10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On-device transcription, Auto-summary, Smart 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6.6” HDR10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On-device transcription, Auto-summary, Smart 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Pro 512GB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 multi-language translation and code inference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Nexus 1 Pro 1TB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NeuralCore X+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 multi-language translation and code inference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Ships with </a:t>
            </a:r>
            <a:r>
              <a:rPr b="1"/>
              <a:t>Velvera Studio</a:t>
            </a:r>
            <a:r>
              <a:rPr/>
              <a:t>, our AI productivity suite for creators.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Reliable Series — Velvera Core</a:t>
            </a:r>
          </a:p>
          <a:p>
            <a:pPr lvl="0" indent="0" marL="0">
              <a:buNone/>
            </a:pPr>
            <a:r>
              <a:rPr/>
              <a:t>Powerful, affordable, and thoughtfully designed. The </a:t>
            </a:r>
            <a:r>
              <a:rPr b="1"/>
              <a:t>Core</a:t>
            </a:r>
            <a:r>
              <a:rPr/>
              <a:t> lineup brings flagship durability and OS quality to accessible price points.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Max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Max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Core Plus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720G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models run VelveraOS Lite – optimized for battery and simplicity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Budget-Friendly Series — Velvera Start</a:t>
            </a:r>
          </a:p>
          <a:p>
            <a:pPr lvl="0" indent="0" marL="0">
              <a:buNone/>
            </a:pPr>
            <a:r>
              <a:rPr/>
              <a:t>Entry-level smartphones that don’t compromise on essential features. Perfect for first-time smartphone users and those seeking reliable basics.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Start Models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32GB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₹12,999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3GB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HD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13MP Single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$179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Velvera Start Plus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6.3”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16MP Dual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Available Colors</a:t>
            </a:r>
            <a:r>
              <a:rPr/>
              <a:t>: Classic Black, Pearl White, Sky Blue, Forest Green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2025-07-29T14:53:30Z</dcterms:created>
  <dcterms:modified xsi:type="dcterms:W3CDTF">2025-07-29T14:53:30Z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