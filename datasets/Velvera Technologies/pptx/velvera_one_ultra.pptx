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Velvera One Ultra — Product Specifications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Velvera One Ultra</a:t>
            </a:r>
            <a:r>
              <a:rPr/>
              <a:t> represents the pinnacle of Velvera’s smartphone innovation. With cutting-edge LTPO display technology, elite-level cameras with periscope zoom, and a rugged yet refined design, it is purpose-built for creators, professionals, and enthusiasts who demand the very best.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Storage &amp; Pricing Variants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Internal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 / 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₹84,999 / $999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₹97,999 / $1,179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₹1,24,999 / $1,499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Series:</a:t>
            </a:r>
            <a:r>
              <a:rPr/>
              <a:t> Velvera One Ultra</a:t>
            </a:r>
          </a:p>
          <a:p>
            <a:pPr lvl="0"/>
            <a:r>
              <a:rPr b="1"/>
              <a:t>Color Options:</a:t>
            </a:r>
            <a:r>
              <a:rPr/>
              <a:t> Titanium Gray, Deep Ocean Blue, Rose Gold, Midnight Black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Type:</a:t>
            </a:r>
            <a:r>
              <a:rPr/>
              <a:t> LTPO 2.0 AMOLED, HDR10+</a:t>
            </a:r>
          </a:p>
          <a:p>
            <a:pPr lvl="0"/>
            <a:r>
              <a:rPr b="1"/>
              <a:t>Size:</a:t>
            </a:r>
            <a:r>
              <a:rPr/>
              <a:t> 6.9 inches</a:t>
            </a:r>
          </a:p>
          <a:p>
            <a:pPr lvl="0"/>
            <a:r>
              <a:rPr b="1"/>
              <a:t>Refresh Rate:</a:t>
            </a:r>
            <a:r>
              <a:rPr/>
              <a:t> 1–144Hz adaptive</a:t>
            </a:r>
          </a:p>
          <a:p>
            <a:pPr lvl="0"/>
            <a:r>
              <a:rPr b="1"/>
              <a:t>Resolution:</a:t>
            </a:r>
            <a:r>
              <a:rPr/>
              <a:t> 3200 × 1440 (QHD+)</a:t>
            </a:r>
          </a:p>
          <a:p>
            <a:pPr lvl="0"/>
            <a:r>
              <a:rPr b="1"/>
              <a:t>Brightness:</a:t>
            </a:r>
            <a:r>
              <a:rPr/>
              <a:t> 1800 nits peak</a:t>
            </a:r>
          </a:p>
          <a:p>
            <a:pPr lvl="0"/>
            <a:r>
              <a:rPr b="1"/>
              <a:t>Protection:</a:t>
            </a:r>
            <a:r>
              <a:rPr/>
              <a:t> Corning Gorilla Glass Victus 2 (front and back)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&amp; 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Frame:</a:t>
            </a:r>
            <a:r>
              <a:rPr/>
              <a:t> Aerospace-grade aluminum chassis</a:t>
            </a:r>
          </a:p>
          <a:p>
            <a:pPr lvl="0"/>
            <a:r>
              <a:rPr b="1"/>
              <a:t>Front/Back:</a:t>
            </a:r>
            <a:r>
              <a:rPr/>
              <a:t> Corning Gorilla Glass Victus 2</a:t>
            </a:r>
          </a:p>
          <a:p>
            <a:pPr lvl="0"/>
            <a:r>
              <a:rPr b="1"/>
              <a:t>Water Resistance:</a:t>
            </a:r>
            <a:r>
              <a:rPr/>
              <a:t> IP68 (submersion up to 1.5m for 30 mins)</a:t>
            </a:r>
          </a:p>
          <a:p>
            <a:pPr lvl="0"/>
            <a:r>
              <a:rPr b="1"/>
              <a:t>Additional Durability:</a:t>
            </a:r>
            <a:r>
              <a:rPr/>
              <a:t> IP69K (high-pressure, high-temperature water and dust protection)</a:t>
            </a:r>
          </a:p>
          <a:p>
            <a:pPr lvl="0"/>
            <a:r>
              <a:rPr b="1"/>
              <a:t>Certification:</a:t>
            </a:r>
            <a:r>
              <a:rPr/>
              <a:t> MIL-STD-810H ruggedization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Processor:</a:t>
            </a:r>
            <a:r>
              <a:rPr/>
              <a:t> VelveraX Elite SoC (Octa-core, 4nm, 3.3GHz performance cores)</a:t>
            </a:r>
          </a:p>
          <a:p>
            <a:pPr lvl="0"/>
            <a:r>
              <a:rPr b="1"/>
              <a:t>GPU:</a:t>
            </a:r>
            <a:r>
              <a:rPr/>
              <a:t> Adreno V1000 Elite</a:t>
            </a:r>
          </a:p>
          <a:p>
            <a:pPr lvl="0"/>
            <a:r>
              <a:rPr b="1"/>
              <a:t>Storage Type:</a:t>
            </a:r>
            <a:r>
              <a:rPr/>
              <a:t> UFS 4.0 (non-expandable)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Rear Camera Setup:</a:t>
            </a:r>
            <a:r>
              <a:rPr/>
              <a:t> Quad Camera + Periscope</a:t>
            </a:r>
          </a:p>
          <a:p>
            <a:pPr lvl="1"/>
            <a:r>
              <a:rPr/>
              <a:t>Main: 108MP f/1.6 with OIS</a:t>
            </a:r>
            <a:br/>
          </a:p>
          <a:p>
            <a:pPr lvl="1"/>
            <a:r>
              <a:rPr/>
              <a:t>Ultra-Wide: 16MP f/2.2, 123° FOV</a:t>
            </a:r>
            <a:br/>
          </a:p>
          <a:p>
            <a:pPr lvl="1"/>
            <a:r>
              <a:rPr/>
              <a:t>Telephoto: 12MP f/2.4, 3x Optical Zoom</a:t>
            </a:r>
            <a:br/>
          </a:p>
          <a:p>
            <a:pPr lvl="1"/>
            <a:r>
              <a:rPr/>
              <a:t>Periscope: 10MP f/3.5, 10x Optical Zoom, 100x Digital Zoom</a:t>
            </a:r>
          </a:p>
          <a:p>
            <a:pPr lvl="0"/>
            <a:r>
              <a:rPr b="1"/>
              <a:t>Front Camera:</a:t>
            </a:r>
            <a:r>
              <a:rPr/>
              <a:t> 40MP f/2.0 with autofocus</a:t>
            </a:r>
          </a:p>
          <a:p>
            <a:pPr lvl="0"/>
            <a:r>
              <a:rPr b="1"/>
              <a:t>Camera Features:</a:t>
            </a:r>
          </a:p>
          <a:p>
            <a:pPr lvl="1"/>
            <a:r>
              <a:rPr/>
              <a:t>AI-enhanced scene detection</a:t>
            </a:r>
            <a:br/>
          </a:p>
          <a:p>
            <a:pPr lvl="1"/>
            <a:r>
              <a:rPr/>
              <a:t>NightSight Ultra</a:t>
            </a:r>
            <a:br/>
          </a:p>
          <a:p>
            <a:pPr lvl="1"/>
            <a:r>
              <a:rPr/>
              <a:t>Cinematic Portrait &amp; Video</a:t>
            </a:r>
            <a:br/>
          </a:p>
          <a:p>
            <a:pPr lvl="1"/>
            <a:r>
              <a:rPr/>
              <a:t>ProRAW and 8K HDR+ Video</a:t>
            </a:r>
            <a:br/>
          </a:p>
          <a:p>
            <a:pPr lvl="1"/>
            <a:r>
              <a:rPr/>
              <a:t>Super Steady mode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Battery &amp; Charging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Battery Capacity:</a:t>
            </a:r>
            <a:r>
              <a:rPr/>
              <a:t> 5400mAh high-density Li-Po</a:t>
            </a:r>
          </a:p>
          <a:p>
            <a:pPr lvl="0"/>
            <a:r>
              <a:rPr b="1"/>
              <a:t>Wired Charging:</a:t>
            </a:r>
            <a:r>
              <a:rPr/>
              <a:t> 65W Velvera HyperCharge (USB-C PD 3.1)</a:t>
            </a:r>
          </a:p>
          <a:p>
            <a:pPr lvl="0"/>
            <a:r>
              <a:rPr b="1"/>
              <a:t>Wireless Charging:</a:t>
            </a:r>
            <a:r>
              <a:rPr/>
              <a:t> 50W Fast Wireless (Qi 2.0 certified)</a:t>
            </a:r>
          </a:p>
          <a:p>
            <a:pPr lvl="0"/>
            <a:r>
              <a:rPr b="1"/>
              <a:t>Reverse Wireless Charging:</a:t>
            </a:r>
            <a:r>
              <a:rPr/>
              <a:t> 15W</a:t>
            </a:r>
          </a:p>
          <a:p>
            <a:pPr lvl="0"/>
            <a:r>
              <a:rPr b="1"/>
              <a:t>Charging Time:</a:t>
            </a:r>
            <a:r>
              <a:rPr/>
              <a:t> 0–100% in ~36 minutes (wired)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5G Bands:</a:t>
            </a:r>
            <a:r>
              <a:rPr/>
              <a:t> Global (Sub-6GHz and mmWave) with SA/NSA</a:t>
            </a:r>
          </a:p>
          <a:p>
            <a:pPr lvl="0"/>
            <a:r>
              <a:rPr b="1"/>
              <a:t>SIM Slots:</a:t>
            </a:r>
            <a:r>
              <a:rPr/>
              <a:t> Dual Nano-SIM + eSIM support</a:t>
            </a:r>
          </a:p>
          <a:p>
            <a:pPr lvl="0"/>
            <a:r>
              <a:rPr b="1"/>
              <a:t>Wi-Fi:</a:t>
            </a:r>
            <a:r>
              <a:rPr/>
              <a:t> Wi-Fi 7 (802.11be, tri-band)</a:t>
            </a:r>
          </a:p>
          <a:p>
            <a:pPr lvl="0"/>
            <a:r>
              <a:rPr b="1"/>
              <a:t>Bluetooth:</a:t>
            </a:r>
            <a:r>
              <a:rPr/>
              <a:t> v5.4 with LE Audio, aptX Lossless</a:t>
            </a:r>
          </a:p>
          <a:p>
            <a:pPr lvl="0"/>
            <a:r>
              <a:rPr b="1"/>
              <a:t>USB:</a:t>
            </a:r>
            <a:r>
              <a:rPr/>
              <a:t> USB-C 4.0 (40Gbps, DisplayPort Alt Mode)</a:t>
            </a:r>
          </a:p>
          <a:p>
            <a:pPr lvl="0"/>
            <a:r>
              <a:rPr b="1"/>
              <a:t>NFC:</a:t>
            </a:r>
            <a:r>
              <a:rPr/>
              <a:t> Yes (full payment support)</a:t>
            </a:r>
          </a:p>
          <a:p>
            <a:pPr lvl="0"/>
            <a:r>
              <a:rPr b="1"/>
              <a:t>GPS:</a:t>
            </a:r>
            <a:r>
              <a:rPr/>
              <a:t> L1+L5 Dual-band GNSS (A-GPS, GLONASS, Galileo, QZSS, BeiDou)</a:t>
            </a:r>
          </a:p>
          <a:p>
            <a:pPr lvl="0"/>
            <a:r>
              <a:rPr b="1"/>
              <a:t>UWB:</a:t>
            </a:r>
            <a:r>
              <a:rPr/>
              <a:t> Yes (Ultra-Wideband for spatial tracking &amp; secure sharing)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Software &amp;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Operating System:</a:t>
            </a:r>
            <a:r>
              <a:rPr/>
              <a:t> VelveraOS 2.0 (based on Android 14)</a:t>
            </a:r>
          </a:p>
          <a:p>
            <a:pPr lvl="0"/>
            <a:r>
              <a:rPr b="1"/>
              <a:t>OS Updates:</a:t>
            </a:r>
            <a:r>
              <a:rPr/>
              <a:t> 4 years guaranteed</a:t>
            </a:r>
          </a:p>
          <a:p>
            <a:pPr lvl="0"/>
            <a:r>
              <a:rPr b="1"/>
              <a:t>Security Updates:</a:t>
            </a:r>
            <a:r>
              <a:rPr/>
              <a:t> 5 years guaranteed</a:t>
            </a:r>
          </a:p>
          <a:p>
            <a:pPr lvl="0"/>
            <a:r>
              <a:rPr b="1"/>
              <a:t>AI Features:</a:t>
            </a:r>
          </a:p>
          <a:p>
            <a:pPr lvl="1"/>
            <a:r>
              <a:rPr/>
              <a:t>Offline AI Assistant with context memory</a:t>
            </a:r>
            <a:br/>
          </a:p>
          <a:p>
            <a:pPr lvl="1"/>
            <a:r>
              <a:rPr/>
              <a:t>On-device generative summarization</a:t>
            </a:r>
            <a:br/>
          </a:p>
          <a:p>
            <a:pPr lvl="1"/>
            <a:r>
              <a:rPr/>
              <a:t>AI-enhanced camera post-processing</a:t>
            </a:r>
            <a:br/>
          </a:p>
          <a:p>
            <a:pPr lvl="1"/>
            <a:r>
              <a:rPr/>
              <a:t>Multimodal voice control</a:t>
            </a:r>
            <a:br/>
          </a:p>
          <a:p>
            <a:pPr lvl="1"/>
            <a:r>
              <a:rPr/>
              <a:t>Document scanner + translator (offline)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Adaptive 144Hz LTPO display with HDR10+ and 1800 nits brightness</a:t>
            </a:r>
          </a:p>
          <a:p>
            <a:pPr lvl="0"/>
            <a:r>
              <a:rPr/>
              <a:t>Quad-lens camera system with 100x digital zoom &amp; 8K HDR+ recording</a:t>
            </a:r>
          </a:p>
          <a:p>
            <a:pPr lvl="0"/>
            <a:r>
              <a:rPr/>
              <a:t>Corning Gorilla Glass Victus 2 on both sides for elite durability</a:t>
            </a:r>
          </a:p>
          <a:p>
            <a:pPr lvl="0"/>
            <a:r>
              <a:rPr/>
              <a:t>Aerospace-grade frame with IP68 + IP69K + MIL-STD-810H rating</a:t>
            </a:r>
          </a:p>
          <a:p>
            <a:pPr lvl="0"/>
            <a:r>
              <a:rPr/>
              <a:t>Flagship-tier storage and memory (up to 2TB / 20GB RAM)</a:t>
            </a:r>
          </a:p>
          <a:p>
            <a:pPr lvl="0"/>
            <a:r>
              <a:rPr/>
              <a:t>Reverse wireless charging and 50W wireless fast charge</a:t>
            </a:r>
          </a:p>
          <a:p>
            <a:pPr lvl="0"/>
            <a:r>
              <a:rPr/>
              <a:t>AI-first design with local, privacy-respecting intelligence</a:t>
            </a:r>
          </a:p>
          <a:p>
            <a:pPr lvl="0"/>
            <a:r>
              <a:rPr/>
              <a:t>USB 4.0 port with display out and ultra-fast data transfer</a:t>
            </a:r>
          </a:p>
          <a:p>
            <a:pPr lvl="0"/>
            <a:r>
              <a:rPr/>
              <a:t>Long-term software commitment (4+5 years)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2025-07-29T14:53:38Z</dcterms:created>
  <dcterms:modified xsi:type="dcterms:W3CDTF">2025-07-29T14:53:38Z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