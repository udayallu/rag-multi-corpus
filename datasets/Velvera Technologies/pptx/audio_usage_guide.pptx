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Velvera Audio Series — Usage Guide</a:t>
            </a:r>
          </a:p>
        </p:txBody>
      </p:sp>
      <p:sp>
        <p:nvSpPr>
          <p:cNvPr id="3" name="Content Placeholder 2"/>
          <p:cNvSpPr>
            <a:spLocks noGrp="1"/>
          </p:cNvSpPr>
          <p:nvPr>
            <p:ph idx="1"/>
          </p:nvPr>
        </p:nvSpPr>
        <p:spPr/>
        <p:txBody>
          <a:bodyPr/>
          <a:lstStyle/>
          <a:p>
            <a:pPr lvl="0" indent="0" marL="0">
              <a:buNone/>
            </a:pPr>
            <a:r>
              <a:rPr/>
              <a:t>Maximize your audio experience by following this comprehensive usage guide for each model in the Velvera Audio Series. These instructions are tailored to ensure optimal setup, performance, and maintenance of your Velvera audio devices.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Velvera Buds</a:t>
            </a:r>
          </a:p>
          <a:p>
            <a:pPr lvl="0" indent="0" marL="0">
              <a:buNone/>
            </a:pPr>
            <a:r>
              <a:rPr b="1"/>
              <a:t>Getting Started:</a:t>
            </a:r>
            <a:br/>
            <a:r>
              <a:rPr/>
              <a:t>1. Charge the earbuds using the supplied USB-C cable or place them in the charging case to top up power.</a:t>
            </a:r>
            <a:br/>
            <a:r>
              <a:rPr/>
              <a:t>2. Open the case lid; the buds enter pairing mode automatically the first time.</a:t>
            </a:r>
            <a:br/>
            <a:r>
              <a:rPr/>
              <a:t>3. On your smartphone, enable Bluetooth and select “Velvera Buds” from the devices.</a:t>
            </a:r>
          </a:p>
          <a:p>
            <a:pPr lvl="0" indent="0" marL="0">
              <a:buNone/>
            </a:pPr>
            <a:r>
              <a:rPr b="1"/>
              <a:t>Controls:</a:t>
            </a:r>
            <a:br/>
            <a:r>
              <a:rPr/>
              <a:t>- Tap once: Play/Pause music, Answer/End call</a:t>
            </a:r>
            <a:br/>
            <a:r>
              <a:rPr/>
              <a:t>- Tap twice: Skip to next track</a:t>
            </a:r>
            <a:br/>
            <a:r>
              <a:rPr/>
              <a:t>- Long press (1.5s): Activate voice assistant</a:t>
            </a:r>
            <a:br/>
            <a:r>
              <a:rPr/>
              <a:t>- Tap and hold both buds: Turn ANC on/off</a:t>
            </a:r>
            <a:br/>
            <a:r>
              <a:rPr/>
              <a:t>- Remove earbud: Auto-pause audio</a:t>
            </a:r>
          </a:p>
          <a:p>
            <a:pPr lvl="0" indent="0" marL="0">
              <a:buNone/>
            </a:pPr>
            <a:r>
              <a:rPr b="1"/>
              <a:t>Fit &amp; Comfort:</a:t>
            </a:r>
            <a:br/>
            <a:r>
              <a:rPr/>
              <a:t>- Try all included ear tips (S/M/L) for a secure fit.</a:t>
            </a:r>
            <a:br/>
            <a:r>
              <a:rPr/>
              <a:t>- Buds are IPX4 rated—safe for workouts and light rain.</a:t>
            </a:r>
          </a:p>
          <a:p>
            <a:pPr lvl="0" indent="0" marL="0">
              <a:buNone/>
            </a:pPr>
            <a:r>
              <a:rPr b="1"/>
              <a:t>Charging Tips:</a:t>
            </a:r>
            <a:br/>
            <a:r>
              <a:rPr/>
              <a:t>- 15 minutes charge provides up to 1.5 hours playback.</a:t>
            </a:r>
            <a:br/>
            <a:r>
              <a:rPr/>
              <a:t>- Place both earbuds in case before storing.</a:t>
            </a:r>
          </a:p>
          <a:p>
            <a:pPr lvl="0" indent="0" marL="0">
              <a:buNone/>
            </a:pPr>
            <a:r>
              <a:rPr b="1"/>
              <a:t>Care:</a:t>
            </a:r>
            <a:br/>
            <a:r>
              <a:rPr/>
              <a:t>- Wipe earbuds with a dry cloth after use.</a:t>
            </a:r>
            <a:br/>
            <a:r>
              <a:rPr/>
              <a:t>- Avoid submerging in water.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Velvera Buds Deluxe</a:t>
            </a:r>
          </a:p>
          <a:p>
            <a:pPr lvl="0" indent="0" marL="0">
              <a:buNone/>
            </a:pPr>
            <a:r>
              <a:rPr b="1"/>
              <a:t>Getting Started:</a:t>
            </a:r>
            <a:br/>
            <a:r>
              <a:rPr/>
              <a:t>1. Charge in the case via USB-C or a certified Qi wireless charger.</a:t>
            </a:r>
            <a:br/>
            <a:r>
              <a:rPr/>
              <a:t>2. Open lid to auto-pair; follow on-screen prompts for first-time setup.</a:t>
            </a:r>
            <a:br/>
            <a:r>
              <a:rPr/>
              <a:t>3. For manual pairing, hold both buds’ touch panels for 3 seconds.</a:t>
            </a:r>
          </a:p>
          <a:p>
            <a:pPr lvl="0" indent="0" marL="0">
              <a:buNone/>
            </a:pPr>
            <a:r>
              <a:rPr b="1"/>
              <a:t>Controls:</a:t>
            </a:r>
            <a:br/>
            <a:r>
              <a:rPr/>
              <a:t>- Tap: Play/Pause</a:t>
            </a:r>
            <a:br/>
            <a:r>
              <a:rPr/>
              <a:t>- Double tap (right): Volume up | Double tap (left): Volume down</a:t>
            </a:r>
            <a:br/>
            <a:r>
              <a:rPr/>
              <a:t>- Long press: Switch ANC/Transparency/Normal mode</a:t>
            </a:r>
            <a:br/>
            <a:r>
              <a:rPr/>
              <a:t>- Tap and hold (2s): Voice assistant activation</a:t>
            </a:r>
          </a:p>
          <a:p>
            <a:pPr lvl="0" indent="0" marL="0">
              <a:buNone/>
            </a:pPr>
            <a:r>
              <a:rPr b="1"/>
              <a:t>Advanced Features:</a:t>
            </a:r>
            <a:br/>
            <a:r>
              <a:rPr/>
              <a:t>- Enable “Low Latency Mode” in the Velvera Audio app for seamless gaming/video sync.</a:t>
            </a:r>
            <a:br/>
            <a:r>
              <a:rPr/>
              <a:t>- Memory foam tips support all-day comfort.</a:t>
            </a:r>
          </a:p>
          <a:p>
            <a:pPr lvl="0" indent="0" marL="0">
              <a:buNone/>
            </a:pPr>
            <a:r>
              <a:rPr b="1"/>
              <a:t>Charging Notes:</a:t>
            </a:r>
            <a:br/>
            <a:r>
              <a:rPr/>
              <a:t>- Up to 7 hours use per charge; 30 hours total with case.</a:t>
            </a:r>
          </a:p>
          <a:p>
            <a:pPr lvl="0" indent="0" marL="0">
              <a:buNone/>
            </a:pPr>
            <a:r>
              <a:rPr b="1"/>
              <a:t>Maintenance:</a:t>
            </a:r>
            <a:br/>
            <a:r>
              <a:rPr/>
              <a:t>- Wipe with a damp cloth as needed (IPX5 rated for improved water resistance).</a:t>
            </a:r>
            <a:br/>
            <a:r>
              <a:rPr/>
              <a:t>- Update firmware via the Velvera Audio app regularly.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Velvera Buds Premium</a:t>
            </a:r>
          </a:p>
          <a:p>
            <a:pPr lvl="0" indent="0" marL="0">
              <a:buNone/>
            </a:pPr>
            <a:r>
              <a:rPr b="1"/>
              <a:t>Getting Started:</a:t>
            </a:r>
            <a:br/>
            <a:r>
              <a:rPr/>
              <a:t>1. Charge the case using Qi wireless pad or USB-C.</a:t>
            </a:r>
            <a:br/>
            <a:r>
              <a:rPr/>
              <a:t>2. Open the lid for instant pairing; re-pair via holding both bud buttons for 5s.</a:t>
            </a:r>
          </a:p>
          <a:p>
            <a:pPr lvl="0" indent="0" marL="0">
              <a:buNone/>
            </a:pPr>
            <a:r>
              <a:rPr b="1"/>
              <a:t>Controls:</a:t>
            </a:r>
            <a:br/>
            <a:r>
              <a:rPr/>
              <a:t>- Single tap: Play/Pause</a:t>
            </a:r>
            <a:br/>
            <a:r>
              <a:rPr/>
              <a:t>- Triple tap: Cycle ANC modes</a:t>
            </a:r>
            <a:br/>
            <a:r>
              <a:rPr/>
              <a:t>- Tap and hold: Customizable function (set in Velvera Audio app)</a:t>
            </a:r>
            <a:br/>
            <a:r>
              <a:rPr/>
              <a:t>- Remove to auto-pause via sensor</a:t>
            </a:r>
          </a:p>
          <a:p>
            <a:pPr lvl="0" indent="0" marL="0">
              <a:buNone/>
            </a:pPr>
            <a:r>
              <a:rPr b="1"/>
              <a:t>Feature Highlights:</a:t>
            </a:r>
            <a:br/>
            <a:r>
              <a:rPr/>
              <a:t>- Adaptive ANC adapts to surroundings; use the app to adjust EQ and ANC intensity.</a:t>
            </a:r>
            <a:br/>
            <a:r>
              <a:rPr/>
              <a:t>- Supports Bluetooth multi-point—connect to two devices simultaneously.</a:t>
            </a:r>
          </a:p>
          <a:p>
            <a:pPr lvl="0" indent="0" marL="0">
              <a:buNone/>
            </a:pPr>
            <a:r>
              <a:rPr b="1"/>
              <a:t>Comfort:</a:t>
            </a:r>
            <a:br/>
            <a:r>
              <a:rPr/>
              <a:t>- Hybrid silicone/foam tips ensure snug and passive noise isolation.</a:t>
            </a:r>
          </a:p>
          <a:p>
            <a:pPr lvl="0" indent="0" marL="0">
              <a:buNone/>
            </a:pPr>
            <a:r>
              <a:rPr b="1"/>
              <a:t>Care &amp; Cleaning:</a:t>
            </a:r>
            <a:br/>
            <a:r>
              <a:rPr/>
              <a:t>- IPX5 water resistance guards against sweat and splashes.</a:t>
            </a:r>
            <a:br/>
            <a:r>
              <a:rPr/>
              <a:t>- Clean tips and charging contacts weekly.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Velvera Headphones Deluxe</a:t>
            </a:r>
          </a:p>
          <a:p>
            <a:pPr lvl="0" indent="0" marL="0">
              <a:buNone/>
            </a:pPr>
            <a:r>
              <a:rPr b="1"/>
              <a:t>Setup:</a:t>
            </a:r>
            <a:br/>
            <a:r>
              <a:rPr/>
              <a:t>1. Fully charge headphones with the included USB-C cable.</a:t>
            </a:r>
            <a:br/>
            <a:r>
              <a:rPr/>
              <a:t>2. For pairing, slide power switch up and hold for 2 seconds; LED will blink blue.</a:t>
            </a:r>
            <a:br/>
            <a:r>
              <a:rPr/>
              <a:t>3. Select “Velvera Headphones Deluxe” on your device.</a:t>
            </a:r>
          </a:p>
          <a:p>
            <a:pPr lvl="0" indent="0" marL="0">
              <a:buNone/>
            </a:pPr>
            <a:r>
              <a:rPr b="1"/>
              <a:t>Controls:</a:t>
            </a:r>
            <a:br/>
            <a:r>
              <a:rPr/>
              <a:t>- Tap right earcup: Play/Pause</a:t>
            </a:r>
            <a:br/>
            <a:r>
              <a:rPr/>
              <a:t>- Volume slider: Adjust level</a:t>
            </a:r>
            <a:br/>
            <a:r>
              <a:rPr/>
              <a:t>- Double tap: Skip track</a:t>
            </a:r>
            <a:br/>
            <a:r>
              <a:rPr/>
              <a:t>- Long press (left earcup): Toggle ANC/Ambient/Off</a:t>
            </a:r>
          </a:p>
          <a:p>
            <a:pPr lvl="0" indent="0" marL="0">
              <a:buNone/>
            </a:pPr>
            <a:r>
              <a:rPr b="1"/>
              <a:t>Wired/Wireless Modes:</a:t>
            </a:r>
            <a:br/>
            <a:r>
              <a:rPr/>
              <a:t>- Use 3.5mm audio jack for wired listening (cable provided in hard-shell case).</a:t>
            </a:r>
            <a:br/>
            <a:r>
              <a:rPr/>
              <a:t>- Multipoint Bluetooth lets you connect to two devices at once.</a:t>
            </a:r>
          </a:p>
          <a:p>
            <a:pPr lvl="0" indent="0" marL="0">
              <a:buNone/>
            </a:pPr>
            <a:r>
              <a:rPr b="1"/>
              <a:t>Fit &amp; Storage:</a:t>
            </a:r>
            <a:br/>
            <a:r>
              <a:rPr/>
              <a:t>- Adjust headband for comfort; fold headphones into the case for travel.</a:t>
            </a:r>
            <a:br/>
            <a:r>
              <a:rPr/>
              <a:t>- Plush memory foam cushions suit extended listening.</a:t>
            </a:r>
          </a:p>
          <a:p>
            <a:pPr lvl="0" indent="0" marL="0">
              <a:buNone/>
            </a:pPr>
            <a:r>
              <a:rPr b="1"/>
              <a:t>Care:</a:t>
            </a:r>
            <a:br/>
            <a:r>
              <a:rPr/>
              <a:t>- Use a microfiber cloth to clean ear cushions and exterior.</a:t>
            </a:r>
            <a:br/>
            <a:r>
              <a:rPr/>
              <a:t>- Store in the hard-shell case when not in use.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Velvera Headphones Premium</a:t>
            </a:r>
          </a:p>
          <a:p>
            <a:pPr lvl="0" indent="0" marL="0">
              <a:buNone/>
            </a:pPr>
            <a:r>
              <a:rPr b="1"/>
              <a:t>Setup:</a:t>
            </a:r>
            <a:br/>
            <a:r>
              <a:rPr/>
              <a:t>1. Charge with USB-C; connect to PC or phone for high-res audio via included DAC cable.</a:t>
            </a:r>
            <a:br/>
            <a:r>
              <a:rPr/>
              <a:t>2. To pair wirelessly: Press and hold power for 2 seconds — LED turns blue.</a:t>
            </a:r>
            <a:br/>
            <a:r>
              <a:rPr/>
              <a:t>3. Select “Velvera Headphones Premium” from available Bluetooth devices.</a:t>
            </a:r>
          </a:p>
          <a:p>
            <a:pPr lvl="0" indent="0" marL="0">
              <a:buNone/>
            </a:pPr>
            <a:r>
              <a:rPr b="1"/>
              <a:t>Controls &amp; Smart Features:</a:t>
            </a:r>
            <a:br/>
            <a:r>
              <a:rPr/>
              <a:t>- Touch gestures: Swipe to change track; tap to play/pause</a:t>
            </a:r>
            <a:br/>
            <a:r>
              <a:rPr/>
              <a:t>- Adaptive headband evenly distributes weight</a:t>
            </a:r>
            <a:br/>
            <a:r>
              <a:rPr/>
              <a:t>- Wear sensors: Auto-pause when removed</a:t>
            </a:r>
          </a:p>
          <a:p>
            <a:pPr lvl="0" indent="0" marL="0">
              <a:buNone/>
            </a:pPr>
            <a:r>
              <a:rPr b="1"/>
              <a:t>High-Performance Listening:</a:t>
            </a:r>
            <a:br/>
            <a:r>
              <a:rPr/>
              <a:t>- Planar magnetic drivers deliver ultra-low distortion.</a:t>
            </a:r>
            <a:br/>
            <a:r>
              <a:rPr/>
              <a:t>- App-based EQ customization and firmware updates available (via Velvera Audio app).</a:t>
            </a:r>
            <a:br/>
            <a:r>
              <a:rPr/>
              <a:t>- LDAC codec ensures lossless high-res Bluetooth streaming.</a:t>
            </a:r>
          </a:p>
          <a:p>
            <a:pPr lvl="0" indent="0" marL="0">
              <a:buNone/>
            </a:pPr>
            <a:r>
              <a:rPr b="1"/>
              <a:t>Wired Mode:</a:t>
            </a:r>
            <a:br/>
            <a:r>
              <a:rPr/>
              <a:t>- Connect via USB-C or 3.5mm for balanced studio-quality playback.</a:t>
            </a:r>
          </a:p>
          <a:p>
            <a:pPr lvl="0" indent="0" marL="0">
              <a:buNone/>
            </a:pPr>
            <a:r>
              <a:rPr b="1"/>
              <a:t>Care &amp; Comfort:</a:t>
            </a:r>
            <a:br/>
            <a:r>
              <a:rPr/>
              <a:t>- Vegan leather earpads and carbon fiber frame: wipe gently with dry cloth.</a:t>
            </a:r>
            <a:br/>
            <a:r>
              <a:rPr/>
              <a:t>- Keep headphones in the premium case when not in use.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All Models: General Care &amp; Support</a:t>
            </a:r>
          </a:p>
          <a:p>
            <a:pPr lvl="0"/>
            <a:r>
              <a:rPr/>
              <a:t>Register your product in the Velvera Audio app for warranty and software updates.</a:t>
            </a:r>
          </a:p>
          <a:p>
            <a:pPr lvl="0"/>
            <a:r>
              <a:rPr/>
              <a:t>Avoid exposing devices to extreme heat, humidity, or direct sunlight.</a:t>
            </a:r>
          </a:p>
          <a:p>
            <a:pPr lvl="0"/>
            <a:r>
              <a:rPr/>
              <a:t>For troubleshooting or support, visit www.velvera.com/support or call 1800-123-VELVERA.</a:t>
            </a:r>
          </a:p>
          <a:p>
            <a:pPr lvl="0" indent="0" marL="0">
              <a:buNone/>
            </a:pPr>
            <a:r>
              <a:rPr i="1"/>
              <a:t>Enjoy elevated listening—Velvera, where technology meets refinement.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2025-07-29T14:53:59Z</dcterms:created>
  <dcterms:modified xsi:type="dcterms:W3CDTF">2025-07-29T14:53:59Z</dcterms:modified>
</cp:coreProperties>
</file>

<file path=docProps/custom.xml><?xml version="1.0" encoding="utf-8"?>
<Properties xmlns="http://schemas.openxmlformats.org/officeDocument/2006/custom-properties" xmlns:vt="http://schemas.openxmlformats.org/officeDocument/2006/docPropsVTypes"/>
</file>