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os-updates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Software &amp;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smartphones run on </a:t>
            </a:r>
            <a:r>
              <a:rPr b="1"/>
              <a:t>VelveraOS</a:t>
            </a:r>
            <a:r>
              <a:rPr/>
              <a:t>, a secure, AI-enhanced, and privacy-respecting operating system optimized for performance and longevity. Software support and feature availability vary by series to best match user needs — whether you’re a power user, gamer, student, or first-time smartphone owner.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VelveraOS Features by Series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Edge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Nexus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 Series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VelveraOS 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 Lite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 Go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 Assistant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Gaming 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Desktop 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Multi-Window Multitask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Privacy 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Live Translate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(AI-enhanced)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Studio</a:t>
                      </a:r>
                      <a:r>
                        <a:rPr/>
                        <a:t> (AI Suite)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Pre-installed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Supported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Supported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Update Timeline</a:t>
            </a:r>
          </a:p>
          <a:p>
            <a:pPr lvl="0" indent="0" marL="0">
              <a:buNone/>
            </a:pPr>
            <a:r>
              <a:rPr/>
              <a:t>Velvera ensures long-term device viability through a clear and transparent software lifecycle policy.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Major OS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Patches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 of Official Support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One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December 2030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October 2029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Nexus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December 2030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Core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August 2028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Start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Update Frequency</a:t>
            </a:r>
            <a:r>
              <a:rPr sz="2000"/>
              <a:t>:</a:t>
            </a:r>
            <a:br/>
            <a:r>
              <a:rPr sz="2000"/>
              <a:t>- </a:t>
            </a:r>
            <a:r>
              <a:rPr sz="2000" b="1"/>
              <a:t>OS Upgrades</a:t>
            </a:r>
            <a:r>
              <a:rPr sz="2000"/>
              <a:t>: Annually in Q2 (e.g., VelveraOS 7 in Q2 2026)</a:t>
            </a:r>
            <a:br/>
            <a:r>
              <a:rPr sz="2000"/>
              <a:t>- </a:t>
            </a:r>
            <a:r>
              <a:rPr sz="2000" b="1"/>
              <a:t>Security Patches</a:t>
            </a:r>
            <a:r>
              <a:rPr sz="2000"/>
              <a:t>: Monthly (1st Monday of each month)</a:t>
            </a:r>
            <a:br/>
            <a:r>
              <a:rPr sz="2000"/>
              <a:t>- </a:t>
            </a:r>
            <a:r>
              <a:rPr sz="2000" b="1"/>
              <a:t>Bug Fixes &amp; App Updates</a:t>
            </a:r>
            <a:r>
              <a:rPr sz="2000"/>
              <a:t>: Rolled out bi-weekly via Velvera System Updater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Software Integrity &amp; Privacy</a:t>
            </a:r>
          </a:p>
          <a:p>
            <a:pPr lvl="0" indent="0" marL="0">
              <a:buNone/>
            </a:pPr>
            <a:r>
              <a:rPr/>
              <a:t>All updates are: - </a:t>
            </a:r>
            <a:r>
              <a:rPr b="1"/>
              <a:t>Digitally Signed</a:t>
            </a:r>
            <a:r>
              <a:rPr/>
              <a:t> and delivered over encrypted channels. - </a:t>
            </a:r>
            <a:r>
              <a:rPr b="1"/>
              <a:t>Privacy-Audited</a:t>
            </a:r>
            <a:r>
              <a:rPr/>
              <a:t> and </a:t>
            </a:r>
            <a:r>
              <a:rPr b="1"/>
              <a:t>Ad-Free</a:t>
            </a:r>
            <a:r>
              <a:rPr/>
              <a:t>, in line with Velvera’s no-tracking policy. - Rolled out in </a:t>
            </a:r>
            <a:r>
              <a:rPr b="1"/>
              <a:t>phased batches</a:t>
            </a:r>
            <a:r>
              <a:rPr/>
              <a:t>, with staged rollout status viewable in the “Updates” section of the device settings.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Upgrade Recommendations</a:t>
            </a:r>
          </a:p>
          <a:p>
            <a:pPr lvl="0"/>
            <a:r>
              <a:rPr b="1"/>
              <a:t>For Power Users</a:t>
            </a:r>
            <a:r>
              <a:rPr/>
              <a:t>: Stick with One or Nexus series to enjoy full feature continuity through OS 7, 8, and beyond.</a:t>
            </a:r>
          </a:p>
          <a:p>
            <a:pPr lvl="0"/>
            <a:r>
              <a:rPr b="1"/>
              <a:t>For Budget Users</a:t>
            </a:r>
            <a:r>
              <a:rPr/>
              <a:t>: Core and Start Series still get essential security updates and performance enhancements for peace of mind.</a:t>
            </a:r>
          </a:p>
          <a:p>
            <a:pPr lvl="0"/>
            <a:r>
              <a:rPr b="1"/>
              <a:t>For Developers &amp; Early Adopters</a:t>
            </a:r>
            <a:r>
              <a:rPr/>
              <a:t>: Nexus series gets </a:t>
            </a:r>
            <a:r>
              <a:rPr b="1"/>
              <a:t>Beta Access</a:t>
            </a:r>
            <a:r>
              <a:rPr/>
              <a:t> to future VelveraOS versions through the </a:t>
            </a:r>
            <a:r>
              <a:rPr b="1"/>
              <a:t>Velvera Labs Program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 update status by region or model, visit: </a:t>
            </a:r>
            <a:r>
              <a:rPr>
                <a:hlinkClick r:id="rId2"/>
              </a:rPr>
              <a:t>velvera.com/os-updates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2025-07-29T14:52:17Z</dcterms:created>
  <dcterms:modified xsi:type="dcterms:W3CDTF">2025-07-29T14:52:17Z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