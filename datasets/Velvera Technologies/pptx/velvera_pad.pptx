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Velvera Pad Series — Product Specification Document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Velvera Pad Series delivers a compelling combination of productivity and entertainment in a premium tablet form-factor. Designed for creativity and performance, these tablets are ideal for work, play, and everything in between.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Product Range Overview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Processor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Storage / 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(INR)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(USD)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Pad 11” 128GB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11” IPS LCD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Snapdragon 870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128GB / 8GB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Wi-Fi, Stereo Speakers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₹32,999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$399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Pad 11” 256GB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11” IPS LCD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Snapdragon 870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256GB / 8GB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Wi-Fi, Stereo Speakers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₹37,999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$459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Pad Pro 12.9” 256GB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12.9” OLED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Snapdragon 8+ Gen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256GB / 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Wi-Fi + 5G, Quad Speakers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₹54,999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$659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Pad Pro 12.9” 512GB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12.9” OLED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Snapdragon 8+ Gen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512GB / 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Wi-Fi + 5G, Quad Speakers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₹64,999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$779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Pad Pro 12.9” 1TB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12.9” OLED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Snapdragon 8+ Gen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1TB / 16GB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Wi-Fi + 5G, Quad Speakers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₹79,999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$959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Note</a:t>
            </a:r>
            <a:r>
              <a:rPr/>
              <a:t>: All models are compatible with optional Velvera Pencil and Velvera Keyboard.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Detailed Specifications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Velvera Pad 11”</a:t>
            </a:r>
          </a:p>
          <a:p>
            <a:pPr lvl="0" indent="0" marL="0">
              <a:buNone/>
            </a:pPr>
            <a:r>
              <a:rPr b="1"/>
              <a:t>Models:</a:t>
            </a:r>
            <a:r>
              <a:rPr/>
              <a:t> 128GB / 256GB</a:t>
            </a:r>
            <a:br/>
            <a:r>
              <a:rPr b="1"/>
              <a:t>Display:</a:t>
            </a:r>
            <a:r>
              <a:rPr/>
              <a:t> - 11-inch IPS LCD, 2560 x 1600 resolution - 120Hz refresh rate - 500 nits peak brightness</a:t>
            </a:r>
          </a:p>
          <a:p>
            <a:pPr lvl="0" indent="0" marL="0">
              <a:buNone/>
            </a:pPr>
            <a:r>
              <a:rPr b="1"/>
              <a:t>Processor:</a:t>
            </a:r>
            <a:r>
              <a:rPr/>
              <a:t> - Qualcomm Snapdragon 870</a:t>
            </a:r>
          </a:p>
          <a:p>
            <a:pPr lvl="0" indent="0" marL="0">
              <a:buNone/>
            </a:pPr>
            <a:r>
              <a:rPr b="1"/>
              <a:t>Memory &amp; Storage:</a:t>
            </a:r>
            <a:r>
              <a:rPr/>
              <a:t> - 8GB LPDDR4X RAM - 128GB or 256GB UFS 3.1 Storage</a:t>
            </a:r>
          </a:p>
          <a:p>
            <a:pPr lvl="0" indent="0" marL="0">
              <a:buNone/>
            </a:pPr>
            <a:r>
              <a:rPr b="1"/>
              <a:t>Operating System:</a:t>
            </a:r>
            <a:r>
              <a:rPr/>
              <a:t> - Velvera UI based on Android 13</a:t>
            </a:r>
          </a:p>
          <a:p>
            <a:pPr lvl="0" indent="0" marL="0">
              <a:buNone/>
            </a:pPr>
            <a:r>
              <a:rPr b="1"/>
              <a:t>Connectivity:</a:t>
            </a:r>
            <a:r>
              <a:rPr/>
              <a:t> - Wi-Fi 6 (802.11ax) - Bluetooth 5.2 - USB-C (USB 3.1 Gen1)</a:t>
            </a:r>
          </a:p>
          <a:p>
            <a:pPr lvl="0" indent="0" marL="0">
              <a:buNone/>
            </a:pPr>
            <a:r>
              <a:rPr b="1"/>
              <a:t>Audio:</a:t>
            </a:r>
            <a:r>
              <a:rPr/>
              <a:t> - Dual stereo speakers, tuned for immersive sound - 3.5mm headphone jack</a:t>
            </a:r>
          </a:p>
          <a:p>
            <a:pPr lvl="0" indent="0" marL="0">
              <a:buNone/>
            </a:pPr>
            <a:r>
              <a:rPr b="1"/>
              <a:t>Cameras:</a:t>
            </a:r>
            <a:r>
              <a:rPr/>
              <a:t> - Rear: 13MP autofocus - Front: 8MP wide-angle</a:t>
            </a:r>
          </a:p>
          <a:p>
            <a:pPr lvl="0" indent="0" marL="0">
              <a:buNone/>
            </a:pPr>
            <a:r>
              <a:rPr b="1"/>
              <a:t>Battery:</a:t>
            </a:r>
            <a:r>
              <a:rPr/>
              <a:t> - 8,500mAh - Up to 12 hours usage - 33W fast charging</a:t>
            </a:r>
          </a:p>
          <a:p>
            <a:pPr lvl="0" indent="0" marL="0">
              <a:buNone/>
            </a:pPr>
            <a:r>
              <a:rPr b="1"/>
              <a:t>Additional Features:</a:t>
            </a:r>
            <a:r>
              <a:rPr/>
              <a:t> - Face unlock - Multi-window support - Stylus (Velvera Pencil) support - Keyboard accessory support</a:t>
            </a:r>
          </a:p>
          <a:p>
            <a:pPr lvl="0" indent="0" marL="0">
              <a:buNone/>
            </a:pPr>
            <a:r>
              <a:rPr b="1"/>
              <a:t>Dimensions &amp; Weight:</a:t>
            </a:r>
            <a:r>
              <a:rPr/>
              <a:t> - 260 x 164 x 6.9 mm - 510g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 Velvera Pad Pro 12.9”</a:t>
            </a:r>
          </a:p>
          <a:p>
            <a:pPr lvl="0" indent="0" marL="0">
              <a:buNone/>
            </a:pPr>
            <a:r>
              <a:rPr b="1"/>
              <a:t>Models:</a:t>
            </a:r>
            <a:r>
              <a:rPr/>
              <a:t> 256GB / 512GB / 1TB</a:t>
            </a:r>
          </a:p>
          <a:p>
            <a:pPr lvl="0" indent="0" marL="0">
              <a:buNone/>
            </a:pPr>
            <a:r>
              <a:rPr b="1"/>
              <a:t>Display:</a:t>
            </a:r>
            <a:r>
              <a:rPr/>
              <a:t> - 12.9-inch OLED, 2800 x 1752 resolution - 120Hz refresh rate - HDR10+, 1000 nits peak brightness</a:t>
            </a:r>
          </a:p>
          <a:p>
            <a:pPr lvl="0" indent="0" marL="0">
              <a:buNone/>
            </a:pPr>
            <a:r>
              <a:rPr b="1"/>
              <a:t>Processor:</a:t>
            </a:r>
            <a:r>
              <a:rPr/>
              <a:t> - Qualcomm Snapdragon 8+ Gen 1</a:t>
            </a:r>
          </a:p>
          <a:p>
            <a:pPr lvl="0" indent="0" marL="0">
              <a:buNone/>
            </a:pPr>
            <a:r>
              <a:rPr b="1"/>
              <a:t>Memory &amp; Storage:</a:t>
            </a:r>
            <a:r>
              <a:rPr/>
              <a:t> - 12GB LPDDR5 RAM (256GB or 512GB models) - 16GB LPDDR5 RAM (1TB model) - 256GB, 512GB, or 1TB UFS 3.1 Storage</a:t>
            </a:r>
          </a:p>
          <a:p>
            <a:pPr lvl="0" indent="0" marL="0">
              <a:buNone/>
            </a:pPr>
            <a:r>
              <a:rPr b="1"/>
              <a:t>Operating System:</a:t>
            </a:r>
            <a:r>
              <a:rPr/>
              <a:t> - Velvera UI Pro based on Android 13</a:t>
            </a:r>
          </a:p>
          <a:p>
            <a:pPr lvl="0" indent="0" marL="0">
              <a:buNone/>
            </a:pPr>
            <a:r>
              <a:rPr b="1"/>
              <a:t>Connectivity:</a:t>
            </a:r>
            <a:r>
              <a:rPr/>
              <a:t> - Wi-Fi 6E (802.11ax) - 5G cellular connectivity (nano SIM &amp; eSIM) - Bluetooth 5.3 - USB-C (USB 3.2 Gen2), DisplayPort out</a:t>
            </a:r>
          </a:p>
          <a:p>
            <a:pPr lvl="0" indent="0" marL="0">
              <a:buNone/>
            </a:pPr>
            <a:r>
              <a:rPr b="1"/>
              <a:t>Audio:</a:t>
            </a:r>
            <a:r>
              <a:rPr/>
              <a:t> - Quad stereo speakers, Dolby Atmos - Dual microphones - No headphone jack</a:t>
            </a:r>
          </a:p>
          <a:p>
            <a:pPr lvl="0" indent="0" marL="0">
              <a:buNone/>
            </a:pPr>
            <a:r>
              <a:rPr b="1"/>
              <a:t>Cameras:</a:t>
            </a:r>
            <a:r>
              <a:rPr/>
              <a:t> - Rear: 16MP wide + 8MP ultra-wide - Front: 12MP wide (Center Stage support)</a:t>
            </a:r>
          </a:p>
          <a:p>
            <a:pPr lvl="0" indent="0" marL="0">
              <a:buNone/>
            </a:pPr>
            <a:r>
              <a:rPr b="1"/>
              <a:t>Battery:</a:t>
            </a:r>
            <a:r>
              <a:rPr/>
              <a:t> - 11,000mAh - Up to 15 hours mixed usage - 45W ultra-fast charging</a:t>
            </a:r>
          </a:p>
          <a:p>
            <a:pPr lvl="0" indent="0" marL="0">
              <a:buNone/>
            </a:pPr>
            <a:r>
              <a:rPr b="1"/>
              <a:t>Security:</a:t>
            </a:r>
            <a:r>
              <a:rPr/>
              <a:t> - Face unlock (IR sensor) - Under-display fingerprint sensor</a:t>
            </a:r>
          </a:p>
          <a:p>
            <a:pPr lvl="0" indent="0" marL="0">
              <a:buNone/>
            </a:pPr>
            <a:r>
              <a:rPr b="1"/>
              <a:t>Additional Features:</a:t>
            </a:r>
            <a:r>
              <a:rPr/>
              <a:t> - Multi-tasking (split-screen, floating apps) - Support for Velvera Pencil (4096 pressure levels, wireless charging) - Magnetic keyboard &amp; Smart Connector - Wireless Dex Mode (desktop interface) - Built-in screen recorder - Wi-Fi Direct and Miracast support</a:t>
            </a:r>
          </a:p>
          <a:p>
            <a:pPr lvl="0" indent="0" marL="0">
              <a:buNone/>
            </a:pPr>
            <a:r>
              <a:rPr b="1"/>
              <a:t>Dimensions &amp; Weight:</a:t>
            </a:r>
            <a:r>
              <a:rPr/>
              <a:t> - 285 x 185 x 5.7 mm - 650g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Accessories (Sold Separately)</a:t>
            </a:r>
          </a:p>
          <a:p>
            <a:pPr lvl="0"/>
            <a:r>
              <a:rPr b="1"/>
              <a:t>Velvera Pencil:</a:t>
            </a:r>
            <a:r>
              <a:rPr/>
              <a:t> Wireless charging, 4096 pressure sensitivity, tilt detection</a:t>
            </a:r>
          </a:p>
          <a:p>
            <a:pPr lvl="0"/>
            <a:r>
              <a:rPr b="1"/>
              <a:t>Velvera Keyboard:</a:t>
            </a:r>
            <a:r>
              <a:rPr/>
              <a:t> Magnetic attachment, full-size layout, trackpad, adjustable stand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Summary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Storage/RAM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Display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Connectivity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Speakers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(INR)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(USD)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Pad 11” 128GB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128GB / 8GB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IPS LCD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Wi-Fi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Stereo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₹32,999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$399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Pad 11” 256GB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256GB / 8GB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IPS LCD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Wi-Fi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Stereo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₹37,999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$459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Pad Pro 12.9” 256GB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256GB / 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OLED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Wi-Fi + 5G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₹54,999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$659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Pad Pro 12.9” 512GB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512GB / 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OLED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Wi-Fi + 5G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₹64,999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$779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Pad Pro 12.9” 1TB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1TB / 16GB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OLED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Wi-Fi + 5G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₹79,999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$959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Disclaimers</a:t>
            </a:r>
          </a:p>
          <a:p>
            <a:pPr lvl="0"/>
            <a:r>
              <a:rPr/>
              <a:t>All battery life claims depend on usage patterns and network configuration.</a:t>
            </a:r>
          </a:p>
          <a:p>
            <a:pPr lvl="0"/>
            <a:r>
              <a:rPr/>
              <a:t>Prices are subject to change without notice.</a:t>
            </a:r>
          </a:p>
          <a:p>
            <a:pPr lvl="0"/>
            <a:r>
              <a:rPr/>
              <a:t>Some features may vary by software update or regional availability.</a:t>
            </a:r>
          </a:p>
          <a:p>
            <a:pPr lvl="0" indent="0" marL="0">
              <a:buNone/>
            </a:pPr>
            <a:r>
              <a:rPr b="1"/>
              <a:t>Velvera</a:t>
            </a:r>
            <a:r>
              <a:rPr/>
              <a:t> — </a:t>
            </a:r>
            <a:r>
              <a:rPr i="1"/>
              <a:t>Technology, Refined. Life, Elevated.</a:t>
            </a:r>
          </a:p>
          <a:p>
            <a:pPr lvl="0" indent="0" marL="0">
              <a:buNone/>
            </a:pPr>
            <a:r>
              <a:rPr i="1"/>
              <a:t>Crafted with precision. Powered by innovation. Designed for tomorrow.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2025-07-29T14:52:46Z</dcterms:created>
  <dcterms:modified xsi:type="dcterms:W3CDTF">2025-07-29T14:52:46Z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