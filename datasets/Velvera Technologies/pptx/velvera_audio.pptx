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Velvera Audio Series — Product Specification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Experience immersive audio crafted for both audiophiles and everyday users with the Velvera Audio Series. This document details the specifications and features of each product in the series.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Velvera Audio Series Overview</a:t>
            </a:r>
          </a:p>
          <a:p>
            <a:pPr lvl="0" indent="0" marL="0">
              <a:buNone/>
            </a:pPr>
            <a:r>
              <a:rPr/>
              <a:t>The Velvera Audio Series offers a suite of premium audio devices designed for immersive sound, cutting-edge noise cancellation, and all-day comfort. Featuring advanced wireless technologies, long battery life, and stunning sound profiles, these devices bring your favorite music, calls, and movies to life.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Product Models &amp; Detailed Specifications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00"/>
                <a:gridCol w="850900"/>
                <a:gridCol w="850900"/>
                <a:gridCol w="850900"/>
                <a:gridCol w="850900"/>
                <a:gridCol w="850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Battery Life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Buds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True Wireless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Active Noise Cancellation (ANC), Spatial Audio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 to 24 hrs (case included)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₹8,999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$109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Buds Deluxe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True Wireless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Advanced ANC, Wireless Charging, Touch Controls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 to 30 hrs (case included)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$179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Buds Premium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True Wireless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Adaptive ANC, Premium Audio Drivers, IPX5 Water Resistance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 to 36 hrs (case included)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₹19,999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$239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Headphones Deluxe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Over-ear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Studio-grade ANC, Hi-Res Audio, 40mm Drivers, Foldable Design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 to 40 hrs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₹24,999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Headphones Premium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Over-ear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Planar Magnetic Drivers, Audiophile Tuning, Premium Comfort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 to 50 hrs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₹39,999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$479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Velvera Buds</a:t>
            </a:r>
          </a:p>
          <a:p>
            <a:pPr lvl="0"/>
            <a:r>
              <a:rPr b="1"/>
              <a:t>Type:</a:t>
            </a:r>
            <a:r>
              <a:rPr/>
              <a:t> True Wireless Earbuds</a:t>
            </a:r>
          </a:p>
          <a:p>
            <a:pPr lvl="0"/>
            <a:r>
              <a:rPr b="1"/>
              <a:t>Key Features:</a:t>
            </a:r>
          </a:p>
          <a:p>
            <a:pPr lvl="1"/>
            <a:r>
              <a:rPr/>
              <a:t>Active Noise Cancellation (ANC)</a:t>
            </a:r>
          </a:p>
          <a:p>
            <a:pPr lvl="1"/>
            <a:r>
              <a:rPr/>
              <a:t>Spatial Audio for Surround-like Experience</a:t>
            </a:r>
          </a:p>
          <a:p>
            <a:pPr lvl="1"/>
            <a:r>
              <a:rPr/>
              <a:t>Ergonomic In-ear Design</a:t>
            </a:r>
          </a:p>
          <a:p>
            <a:pPr lvl="1"/>
            <a:r>
              <a:rPr/>
              <a:t>Sweat &amp; Splash Resistant (IPX4)</a:t>
            </a:r>
          </a:p>
          <a:p>
            <a:pPr lvl="1"/>
            <a:r>
              <a:rPr/>
              <a:t>Bluetooth 5.2 Connectivity</a:t>
            </a:r>
          </a:p>
          <a:p>
            <a:pPr lvl="1"/>
            <a:r>
              <a:rPr/>
              <a:t>Touch Controls (Play/Pause, Calls, Voice Assistant)</a:t>
            </a:r>
          </a:p>
          <a:p>
            <a:pPr lvl="0"/>
            <a:r>
              <a:rPr b="1"/>
              <a:t>Battery Life:</a:t>
            </a:r>
            <a:r>
              <a:rPr/>
              <a:t> Up to 6 hours per charge, 24 hours total with case</a:t>
            </a:r>
          </a:p>
          <a:p>
            <a:pPr lvl="0"/>
            <a:r>
              <a:rPr b="1"/>
              <a:t>Charging:</a:t>
            </a:r>
            <a:r>
              <a:rPr/>
              <a:t> USB-C Fast Charging (15 min = 1.5 hr playback)</a:t>
            </a:r>
          </a:p>
          <a:p>
            <a:pPr lvl="0"/>
            <a:r>
              <a:rPr b="1"/>
              <a:t>Microphones:</a:t>
            </a:r>
            <a:r>
              <a:rPr/>
              <a:t> Dual-mic for Clear Calls</a:t>
            </a:r>
          </a:p>
          <a:p>
            <a:pPr lvl="0"/>
            <a:r>
              <a:rPr b="1"/>
              <a:t>Colors Available:</a:t>
            </a:r>
            <a:r>
              <a:rPr/>
              <a:t> Black, White</a:t>
            </a:r>
          </a:p>
          <a:p>
            <a:pPr lvl="0"/>
            <a:r>
              <a:rPr b="1"/>
              <a:t>Ear Tips:</a:t>
            </a:r>
            <a:r>
              <a:rPr/>
              <a:t> S/M/L (Silicone)</a:t>
            </a:r>
          </a:p>
          <a:p>
            <a:pPr lvl="0"/>
            <a:r>
              <a:rPr b="1"/>
              <a:t>Price:</a:t>
            </a:r>
            <a:r>
              <a:rPr/>
              <a:t> ₹8,999 / $109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Velvera Buds Deluxe</a:t>
            </a:r>
          </a:p>
          <a:p>
            <a:pPr lvl="0"/>
            <a:r>
              <a:rPr b="1"/>
              <a:t>Type:</a:t>
            </a:r>
            <a:r>
              <a:rPr/>
              <a:t> True Wireless Earbuds</a:t>
            </a:r>
          </a:p>
          <a:p>
            <a:pPr lvl="0"/>
            <a:r>
              <a:rPr b="1"/>
              <a:t>Key Features:</a:t>
            </a:r>
          </a:p>
          <a:p>
            <a:pPr lvl="1"/>
            <a:r>
              <a:rPr/>
              <a:t>Advanced ANC with Transparency Mode</a:t>
            </a:r>
          </a:p>
          <a:p>
            <a:pPr lvl="1"/>
            <a:r>
              <a:rPr/>
              <a:t>Wireless Qi Charging &amp; USB-C Fast Charging</a:t>
            </a:r>
          </a:p>
          <a:p>
            <a:pPr lvl="1"/>
            <a:r>
              <a:rPr/>
              <a:t>Enhanced Touch Controls (Volume, Mode Switching)</a:t>
            </a:r>
          </a:p>
          <a:p>
            <a:pPr lvl="1"/>
            <a:r>
              <a:rPr/>
              <a:t>Comfortable Ergonomic Fit</a:t>
            </a:r>
          </a:p>
          <a:p>
            <a:pPr lvl="1"/>
            <a:r>
              <a:rPr/>
              <a:t>Bluetooth 5.3, Low-Latency Mode</a:t>
            </a:r>
          </a:p>
          <a:p>
            <a:pPr lvl="1"/>
            <a:r>
              <a:rPr/>
              <a:t>Voice Assistant Support (Google/Siri)</a:t>
            </a:r>
          </a:p>
          <a:p>
            <a:pPr lvl="0"/>
            <a:r>
              <a:rPr b="1"/>
              <a:t>Battery Life:</a:t>
            </a:r>
            <a:r>
              <a:rPr/>
              <a:t> Up to 7 hours per charge, 30 hours total with case</a:t>
            </a:r>
          </a:p>
          <a:p>
            <a:pPr lvl="0"/>
            <a:r>
              <a:rPr b="1"/>
              <a:t>Water Resistance:</a:t>
            </a:r>
            <a:r>
              <a:rPr/>
              <a:t> IPX5</a:t>
            </a:r>
          </a:p>
          <a:p>
            <a:pPr lvl="0"/>
            <a:r>
              <a:rPr b="1"/>
              <a:t>Microphones:</a:t>
            </a:r>
            <a:r>
              <a:rPr/>
              <a:t> Triple-mic Array with Noise Suppression</a:t>
            </a:r>
          </a:p>
          <a:p>
            <a:pPr lvl="0"/>
            <a:r>
              <a:rPr b="1"/>
              <a:t>Colors Available:</a:t>
            </a:r>
            <a:r>
              <a:rPr/>
              <a:t> Midnight Blue, Pearl White</a:t>
            </a:r>
          </a:p>
          <a:p>
            <a:pPr lvl="0"/>
            <a:r>
              <a:rPr b="1"/>
              <a:t>Ear Tips:</a:t>
            </a:r>
            <a:r>
              <a:rPr/>
              <a:t> S/M/L (Memory Foam)</a:t>
            </a:r>
          </a:p>
          <a:p>
            <a:pPr lvl="0"/>
            <a:r>
              <a:rPr b="1"/>
              <a:t>Price:</a:t>
            </a:r>
            <a:r>
              <a:rPr/>
              <a:t> ₹14,999 / $179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Velvera Buds Premium</a:t>
            </a:r>
          </a:p>
          <a:p>
            <a:pPr lvl="0"/>
            <a:r>
              <a:rPr b="1"/>
              <a:t>Type:</a:t>
            </a:r>
            <a:r>
              <a:rPr/>
              <a:t> True Wireless Earbuds</a:t>
            </a:r>
          </a:p>
          <a:p>
            <a:pPr lvl="0"/>
            <a:r>
              <a:rPr b="1"/>
              <a:t>Key Features:</a:t>
            </a:r>
          </a:p>
          <a:p>
            <a:pPr lvl="1"/>
            <a:r>
              <a:rPr/>
              <a:t>Adaptive ANC (Auto-adjusts to Environment)</a:t>
            </a:r>
          </a:p>
          <a:p>
            <a:pPr lvl="1"/>
            <a:r>
              <a:rPr/>
              <a:t>Premium Graphene Audio Drivers</a:t>
            </a:r>
          </a:p>
          <a:p>
            <a:pPr lvl="1"/>
            <a:r>
              <a:rPr/>
              <a:t>IPX5 Water Resistant (Sweat/Light Rain)</a:t>
            </a:r>
          </a:p>
          <a:p>
            <a:pPr lvl="1"/>
            <a:r>
              <a:rPr/>
              <a:t>Customizable EQ with Velvera App</a:t>
            </a:r>
          </a:p>
          <a:p>
            <a:pPr lvl="1"/>
            <a:r>
              <a:rPr/>
              <a:t>Automatic Ear Detection</a:t>
            </a:r>
          </a:p>
          <a:p>
            <a:pPr lvl="1"/>
            <a:r>
              <a:rPr/>
              <a:t>Multi-Point Bluetooth Connectivity</a:t>
            </a:r>
          </a:p>
          <a:p>
            <a:pPr lvl="0"/>
            <a:r>
              <a:rPr b="1"/>
              <a:t>Battery Life:</a:t>
            </a:r>
            <a:r>
              <a:rPr/>
              <a:t> Up to 9 hours per charge, 36 hours total with case</a:t>
            </a:r>
          </a:p>
          <a:p>
            <a:pPr lvl="0"/>
            <a:r>
              <a:rPr b="1"/>
              <a:t>Charging:</a:t>
            </a:r>
            <a:r>
              <a:rPr/>
              <a:t> Qi Wireless &amp; USB-C Fast Charging</a:t>
            </a:r>
          </a:p>
          <a:p>
            <a:pPr lvl="0"/>
            <a:r>
              <a:rPr b="1"/>
              <a:t>Microphones:</a:t>
            </a:r>
            <a:r>
              <a:rPr/>
              <a:t> Quad-mic with Wind Noise Reduction</a:t>
            </a:r>
          </a:p>
          <a:p>
            <a:pPr lvl="0"/>
            <a:r>
              <a:rPr b="1"/>
              <a:t>Colors Available:</a:t>
            </a:r>
            <a:r>
              <a:rPr/>
              <a:t> Obsidian Black, Aurora Silver</a:t>
            </a:r>
          </a:p>
          <a:p>
            <a:pPr lvl="0"/>
            <a:r>
              <a:rPr b="1"/>
              <a:t>Ear Tips:</a:t>
            </a:r>
            <a:r>
              <a:rPr/>
              <a:t> S/M/L (Hybrid Silicone/Foam)</a:t>
            </a:r>
          </a:p>
          <a:p>
            <a:pPr lvl="0"/>
            <a:r>
              <a:rPr b="1"/>
              <a:t>Price:</a:t>
            </a:r>
            <a:r>
              <a:rPr/>
              <a:t> ₹19,999 / $239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 Velvera Headphones Deluxe</a:t>
            </a:r>
          </a:p>
          <a:p>
            <a:pPr lvl="0"/>
            <a:r>
              <a:rPr b="1"/>
              <a:t>Type:</a:t>
            </a:r>
            <a:r>
              <a:rPr/>
              <a:t> Over-ear Wireless Headphones</a:t>
            </a:r>
          </a:p>
          <a:p>
            <a:pPr lvl="0"/>
            <a:r>
              <a:rPr b="1"/>
              <a:t>Key Features:</a:t>
            </a:r>
          </a:p>
          <a:p>
            <a:pPr lvl="1"/>
            <a:r>
              <a:rPr/>
              <a:t>Studio-grade ANC</a:t>
            </a:r>
          </a:p>
          <a:p>
            <a:pPr lvl="1"/>
            <a:r>
              <a:rPr/>
              <a:t>Hi-Res Audio Certified, 40mm Titanium Drivers</a:t>
            </a:r>
          </a:p>
          <a:p>
            <a:pPr lvl="1"/>
            <a:r>
              <a:rPr/>
              <a:t>Foldable &amp; Lightweight Design</a:t>
            </a:r>
          </a:p>
          <a:p>
            <a:pPr lvl="1"/>
            <a:r>
              <a:rPr/>
              <a:t>Plush Memory Foam Ear Cushions</a:t>
            </a:r>
          </a:p>
          <a:p>
            <a:pPr lvl="1"/>
            <a:r>
              <a:rPr/>
              <a:t>Ambient Sound Mode</a:t>
            </a:r>
          </a:p>
          <a:p>
            <a:pPr lvl="1"/>
            <a:r>
              <a:rPr/>
              <a:t>USB-C Fast Charging (10 min = 3 hrs playback)</a:t>
            </a:r>
          </a:p>
          <a:p>
            <a:pPr lvl="1"/>
            <a:r>
              <a:rPr/>
              <a:t>Bluetooth 5.3, Multipoint Connectivity</a:t>
            </a:r>
          </a:p>
          <a:p>
            <a:pPr lvl="0"/>
            <a:r>
              <a:rPr b="1"/>
              <a:t>Battery Life:</a:t>
            </a:r>
            <a:r>
              <a:rPr/>
              <a:t> Up to 40 hours continuous playback</a:t>
            </a:r>
          </a:p>
          <a:p>
            <a:pPr lvl="0"/>
            <a:r>
              <a:rPr b="1"/>
              <a:t>Wired Input:</a:t>
            </a:r>
            <a:r>
              <a:rPr/>
              <a:t> 3.5mm Audio Jack (Included Cable)</a:t>
            </a:r>
          </a:p>
          <a:p>
            <a:pPr lvl="0"/>
            <a:r>
              <a:rPr b="1"/>
              <a:t>Microphones:</a:t>
            </a:r>
            <a:r>
              <a:rPr/>
              <a:t> 2x Beamforming mics for Voice Clarity</a:t>
            </a:r>
          </a:p>
          <a:p>
            <a:pPr lvl="0"/>
            <a:r>
              <a:rPr b="1"/>
              <a:t>Colors Available:</a:t>
            </a:r>
            <a:r>
              <a:rPr/>
              <a:t> Classic Black, Space Grey</a:t>
            </a:r>
          </a:p>
          <a:p>
            <a:pPr lvl="0"/>
            <a:r>
              <a:rPr b="1"/>
              <a:t>Carrying Case:</a:t>
            </a:r>
            <a:r>
              <a:rPr/>
              <a:t> Hard-shell Included</a:t>
            </a:r>
          </a:p>
          <a:p>
            <a:pPr lvl="0"/>
            <a:r>
              <a:rPr b="1"/>
              <a:t>Price:</a:t>
            </a:r>
            <a:r>
              <a:rPr/>
              <a:t> ₹24,999 / $299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 Velvera Headphones Premium</a:t>
            </a:r>
          </a:p>
          <a:p>
            <a:pPr lvl="0"/>
            <a:r>
              <a:rPr b="1"/>
              <a:t>Type:</a:t>
            </a:r>
            <a:r>
              <a:rPr/>
              <a:t> Over-ear Wireless Headphones</a:t>
            </a:r>
          </a:p>
          <a:p>
            <a:pPr lvl="0"/>
            <a:r>
              <a:rPr b="1"/>
              <a:t>Key Features:</a:t>
            </a:r>
          </a:p>
          <a:p>
            <a:pPr lvl="1"/>
            <a:r>
              <a:rPr/>
              <a:t>Planar Magnetic Drivers for Audiophile Sound</a:t>
            </a:r>
          </a:p>
          <a:p>
            <a:pPr lvl="1"/>
            <a:r>
              <a:rPr/>
              <a:t>Lossless High-Resolution Audio via USB-C DAC</a:t>
            </a:r>
          </a:p>
          <a:p>
            <a:pPr lvl="1"/>
            <a:r>
              <a:rPr/>
              <a:t>Ultra-Comfort Vegan Leather Earpads</a:t>
            </a:r>
          </a:p>
          <a:p>
            <a:pPr lvl="1"/>
            <a:r>
              <a:rPr/>
              <a:t>Adaptive Headband with Pressure Relief</a:t>
            </a:r>
          </a:p>
          <a:p>
            <a:pPr lvl="1"/>
            <a:r>
              <a:rPr/>
              <a:t>Luxurious and Robust Construction (Aluminum, Carbon Fiber)</a:t>
            </a:r>
          </a:p>
          <a:p>
            <a:pPr lvl="1"/>
            <a:r>
              <a:rPr/>
              <a:t>Smart Touch Controls and Wear Sensors</a:t>
            </a:r>
          </a:p>
          <a:p>
            <a:pPr lvl="1"/>
            <a:r>
              <a:rPr/>
              <a:t>App-based EQ and Firmware Updates</a:t>
            </a:r>
          </a:p>
          <a:p>
            <a:pPr lvl="1"/>
            <a:r>
              <a:rPr/>
              <a:t>Bluetooth 5.4, LDAC Support</a:t>
            </a:r>
          </a:p>
          <a:p>
            <a:pPr lvl="0"/>
            <a:r>
              <a:rPr b="1"/>
              <a:t>Battery Life:</a:t>
            </a:r>
            <a:r>
              <a:rPr/>
              <a:t> Up to 50 hours playback</a:t>
            </a:r>
          </a:p>
          <a:p>
            <a:pPr lvl="0"/>
            <a:r>
              <a:rPr b="1"/>
              <a:t>Wired Input:</a:t>
            </a:r>
            <a:r>
              <a:rPr/>
              <a:t> USB-C + 3.5mm (Hi-Res, Balanced)</a:t>
            </a:r>
          </a:p>
          <a:p>
            <a:pPr lvl="0"/>
            <a:r>
              <a:rPr b="1"/>
              <a:t>Microphones:</a:t>
            </a:r>
            <a:r>
              <a:rPr/>
              <a:t> 3-mic Array with AI Noise Isolation</a:t>
            </a:r>
          </a:p>
          <a:p>
            <a:pPr lvl="0"/>
            <a:r>
              <a:rPr b="1"/>
              <a:t>Colors Available:</a:t>
            </a:r>
            <a:r>
              <a:rPr/>
              <a:t> Graphite Black, Platinum Silver</a:t>
            </a:r>
          </a:p>
          <a:p>
            <a:pPr lvl="0"/>
            <a:r>
              <a:rPr b="1"/>
              <a:t>Carrying Case:</a:t>
            </a:r>
            <a:r>
              <a:rPr/>
              <a:t> Premium Hard Case Included</a:t>
            </a:r>
          </a:p>
          <a:p>
            <a:pPr lvl="0"/>
            <a:r>
              <a:rPr b="1"/>
              <a:t>Price:</a:t>
            </a:r>
            <a:r>
              <a:rPr/>
              <a:t> ₹39,999 / $479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Common Specifications</a:t>
            </a:r>
          </a:p>
          <a:p>
            <a:pPr lvl="0"/>
            <a:r>
              <a:rPr b="1"/>
              <a:t>Warranty:</a:t>
            </a:r>
            <a:r>
              <a:rPr/>
              <a:t> 1 Year Limited Warranty (all models)</a:t>
            </a:r>
          </a:p>
          <a:p>
            <a:pPr lvl="0"/>
            <a:r>
              <a:rPr b="1"/>
              <a:t>Customer Support:</a:t>
            </a:r>
            <a:r>
              <a:rPr/>
              <a:t> 24/7 Online and Phone Support</a:t>
            </a:r>
          </a:p>
          <a:p>
            <a:pPr lvl="0"/>
            <a:r>
              <a:rPr b="1"/>
              <a:t>Companion App:</a:t>
            </a:r>
            <a:r>
              <a:rPr/>
              <a:t> Velvera Audio (iOS &amp; Android)</a:t>
            </a:r>
          </a:p>
          <a:p>
            <a:pPr lvl="0"/>
            <a:r>
              <a:rPr b="1"/>
              <a:t>Firmware Updates:</a:t>
            </a:r>
            <a:r>
              <a:rPr/>
              <a:t> Supported (via App)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Contact Information</a:t>
            </a:r>
          </a:p>
          <a:p>
            <a:pPr lvl="0" indent="0" marL="0">
              <a:buNone/>
            </a:pPr>
            <a:r>
              <a:rPr/>
              <a:t>For more details, bulk orders, or technical support, call: </a:t>
            </a:r>
            <a:r>
              <a:rPr b="1"/>
              <a:t>1800-123-VELVERA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Velvera</a:t>
            </a:r>
            <a:r>
              <a:rPr/>
              <a:t> — </a:t>
            </a:r>
            <a:r>
              <a:rPr i="1"/>
              <a:t>Technology, Refined. Life, Elevated.</a:t>
            </a:r>
          </a:p>
          <a:p>
            <a:pPr lvl="0" indent="0" marL="0">
              <a:buNone/>
            </a:pPr>
            <a:r>
              <a:rPr i="1"/>
              <a:t>Crafted with precision. Powered by innovation. Designed for tomorrow.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2025-07-29T14:52:38Z</dcterms:created>
  <dcterms:modified xsi:type="dcterms:W3CDTF">2025-07-29T14:52:38Z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