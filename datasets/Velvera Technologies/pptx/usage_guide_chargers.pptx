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8" Type="http://schemas.openxmlformats.org/officeDocument/2006/relationships/viewProps" Target="viewProps.xml" /><Relationship Id="rId7" Type="http://schemas.openxmlformats.org/officeDocument/2006/relationships/presProps" Target="presProps.xml" /><Relationship Id="rId1" Type="http://schemas.openxmlformats.org/officeDocument/2006/relationships/slideMaster" Target="slideMasters/slideMaster1.xml" /><Relationship Id="rId10" Type="http://schemas.openxmlformats.org/officeDocument/2006/relationships/tableStyles" Target="tableStyles.xml" /><Relationship Id="rId9"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Velvera Charging Solutions — Usage Guide</a:t>
            </a:r>
          </a:p>
        </p:txBody>
      </p:sp>
      <p:sp>
        <p:nvSpPr>
          <p:cNvPr id="3" name="Content Placeholder 2"/>
          <p:cNvSpPr>
            <a:spLocks noGrp="1"/>
          </p:cNvSpPr>
          <p:nvPr>
            <p:ph idx="1"/>
          </p:nvPr>
        </p:nvSpPr>
        <p:spPr/>
        <p:txBody>
          <a:bodyPr/>
          <a:lstStyle/>
          <a:p>
            <a:pPr lvl="0" indent="0" marL="0">
              <a:buNone/>
            </a:pPr>
            <a:r>
              <a:rPr/>
              <a:t>Power your devices reliably with Velvera’s advanced charging lineup. This guide provides essential setup instructions, safety tips, and troubleshooting support to help you get the best performance from each Velvera charger—at home, on your desk, or on the go.</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Velvera 65W GaN Charger</a:t>
            </a:r>
          </a:p>
          <a:p>
            <a:pPr lvl="0"/>
            <a:r>
              <a:rPr b="1"/>
              <a:t>Intended Use</a:t>
            </a:r>
            <a:r>
              <a:rPr/>
              <a:t>: Fast charging for all Velvera devices and compatible ultrabooks, phones, and tablets.</a:t>
            </a:r>
          </a:p>
          <a:p>
            <a:pPr lvl="0"/>
            <a:r>
              <a:rPr b="1"/>
              <a:t>Setup Overview</a:t>
            </a:r>
            <a:r>
              <a:rPr/>
              <a:t>: Plug into wall outlet (100–240V). Select cable type (USB-C for 65W, USB-A for legacy devices). Connect to device for optimal charging speed.</a:t>
            </a:r>
          </a:p>
          <a:p>
            <a:pPr lvl="0"/>
            <a:r>
              <a:rPr b="1"/>
              <a:t>Safety Instructions</a:t>
            </a:r>
            <a:r>
              <a:rPr/>
              <a:t>: Use only in dry environments; do not cover during use. For best safety, avoid overloading outlets or adapters.</a:t>
            </a:r>
          </a:p>
          <a:p>
            <a:pPr lvl="0"/>
            <a:r>
              <a:rPr b="1"/>
              <a:t>Common Issues &amp; Solutions</a:t>
            </a:r>
            <a:r>
              <a:rPr/>
              <a:t>:</a:t>
            </a:r>
          </a:p>
          <a:p>
            <a:pPr lvl="1"/>
            <a:r>
              <a:rPr i="1"/>
              <a:t>Device not charging</a:t>
            </a:r>
            <a:r>
              <a:rPr/>
              <a:t>: Try a different cable/port, ensure charger is securely plugged in.</a:t>
            </a:r>
          </a:p>
          <a:p>
            <a:pPr lvl="1"/>
            <a:r>
              <a:rPr i="1"/>
              <a:t>Overheating</a:t>
            </a:r>
            <a:r>
              <a:rPr/>
              <a:t>: Unplug and allow to cool down before reuse.</a:t>
            </a:r>
          </a:p>
          <a:p>
            <a:pPr lvl="0"/>
            <a:r>
              <a:rPr b="1"/>
              <a:t>Maintenance &amp; Care</a:t>
            </a:r>
            <a:r>
              <a:rPr/>
              <a:t>: Wipe with dry cloth, avoid moisture. Fold plug after use for portability.</a:t>
            </a:r>
          </a:p>
          <a:p>
            <a:pPr lvl="0"/>
            <a:r>
              <a:rPr b="1"/>
              <a:t>FAQ</a:t>
            </a:r>
            <a:r>
              <a:rPr/>
              <a:t>:</a:t>
            </a:r>
          </a:p>
          <a:p>
            <a:pPr lvl="1"/>
            <a:r>
              <a:rPr b="1"/>
              <a:t>Q</a:t>
            </a:r>
            <a:r>
              <a:rPr/>
              <a:t>: Can I charge non-Velvera devices? </a:t>
            </a:r>
            <a:r>
              <a:rPr b="1"/>
              <a:t>A</a:t>
            </a:r>
            <a:r>
              <a:rPr/>
              <a:t>: Yes, if they support PD 3.0 or QC 4.0.</a:t>
            </a:r>
          </a:p>
          <a:p>
            <a:pPr lvl="1"/>
            <a:r>
              <a:rPr b="1"/>
              <a:t>Q</a:t>
            </a:r>
            <a:r>
              <a:rPr/>
              <a:t>: Can I use it during travel? </a:t>
            </a:r>
            <a:r>
              <a:rPr b="1"/>
              <a:t>A</a:t>
            </a:r>
            <a:r>
              <a:rPr/>
              <a:t>: Yes, it supports worldwide voltage.</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Velvera 100W Desktop Hub</a:t>
            </a:r>
          </a:p>
          <a:p>
            <a:pPr lvl="0"/>
            <a:r>
              <a:rPr b="1"/>
              <a:t>Intended Use</a:t>
            </a:r>
            <a:r>
              <a:rPr/>
              <a:t>: Central charging for laptops, smartphones, tablets, and wearables at desks or workstations.</a:t>
            </a:r>
          </a:p>
          <a:p>
            <a:pPr lvl="0"/>
            <a:r>
              <a:rPr b="1"/>
              <a:t>Setup Overview</a:t>
            </a:r>
            <a:r>
              <a:rPr/>
              <a:t>: Plug AC cord to power. Place hub on flat surface. Plug your devices into USB-C or USB-A ports. Use the Qi pad for wireless charging.</a:t>
            </a:r>
          </a:p>
          <a:p>
            <a:pPr lvl="0"/>
            <a:r>
              <a:rPr b="1"/>
              <a:t>Safety Instructions</a:t>
            </a:r>
            <a:r>
              <a:rPr/>
              <a:t>: Position on non-metallic surfaces for stable Qi charging. LED indicators show each port’s status.</a:t>
            </a:r>
          </a:p>
          <a:p>
            <a:pPr lvl="0"/>
            <a:r>
              <a:rPr b="1"/>
              <a:t>Common Issues &amp; Solutions</a:t>
            </a:r>
            <a:r>
              <a:rPr/>
              <a:t>:</a:t>
            </a:r>
          </a:p>
          <a:p>
            <a:pPr lvl="1"/>
            <a:r>
              <a:rPr i="1"/>
              <a:t>Slow wireless charging</a:t>
            </a:r>
            <a:r>
              <a:rPr/>
              <a:t>: Remove phone cases or align phone with pad center.</a:t>
            </a:r>
          </a:p>
          <a:p>
            <a:pPr lvl="1"/>
            <a:r>
              <a:rPr i="1"/>
              <a:t>Overload</a:t>
            </a:r>
            <a:r>
              <a:rPr/>
              <a:t>: Disconnect a device and retry.</a:t>
            </a:r>
          </a:p>
          <a:p>
            <a:pPr lvl="0"/>
            <a:r>
              <a:rPr b="1"/>
              <a:t>Maintenance &amp; Care</a:t>
            </a:r>
            <a:r>
              <a:rPr/>
              <a:t>: Keep away from liquids. Clean with soft anti-static cloth.</a:t>
            </a:r>
          </a:p>
          <a:p>
            <a:pPr lvl="0"/>
            <a:r>
              <a:rPr b="1"/>
              <a:t>FAQ</a:t>
            </a:r>
            <a:r>
              <a:rPr/>
              <a:t>:</a:t>
            </a:r>
          </a:p>
          <a:p>
            <a:pPr lvl="1"/>
            <a:r>
              <a:rPr b="1"/>
              <a:t>Q</a:t>
            </a:r>
            <a:r>
              <a:rPr/>
              <a:t>: Is the wireless pad safe for my phone? </a:t>
            </a:r>
            <a:r>
              <a:rPr b="1"/>
              <a:t>A</a:t>
            </a:r>
            <a:r>
              <a:rPr/>
              <a:t>: Yes, it supports all Qi-enabled models.</a:t>
            </a:r>
          </a:p>
          <a:p>
            <a:pPr lvl="1"/>
            <a:r>
              <a:rPr b="1"/>
              <a:t>Q</a:t>
            </a:r>
            <a:r>
              <a:rPr/>
              <a:t>: Can all ports be used simultaneously? </a:t>
            </a:r>
            <a:r>
              <a:rPr b="1"/>
              <a:t>A</a:t>
            </a:r>
            <a:r>
              <a:rPr/>
              <a:t>: Yes, up to 100W aggregate output.</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Velvera Wireless Dock</a:t>
            </a:r>
          </a:p>
          <a:p>
            <a:pPr lvl="0"/>
            <a:r>
              <a:rPr b="1"/>
              <a:t>Intended Use</a:t>
            </a:r>
            <a:r>
              <a:rPr/>
              <a:t>: Simultaneous wireless charging for phone, smartwatch, and earbuds.</a:t>
            </a:r>
          </a:p>
          <a:p>
            <a:pPr lvl="0"/>
            <a:r>
              <a:rPr b="1"/>
              <a:t>Setup Overview</a:t>
            </a:r>
            <a:r>
              <a:rPr/>
              <a:t>: Connect the included 30W USB-C adapter. Position phone, watch, and earbuds on the designated magnetic pads for precise alignment.</a:t>
            </a:r>
          </a:p>
          <a:p>
            <a:pPr lvl="0"/>
            <a:r>
              <a:rPr b="1"/>
              <a:t>Safety Instructions</a:t>
            </a:r>
            <a:r>
              <a:rPr/>
              <a:t>: Use only with the original adapter for optimal safety. Do not dismantle dock or expose to excessive heat or water.</a:t>
            </a:r>
          </a:p>
          <a:p>
            <a:pPr lvl="0"/>
            <a:r>
              <a:rPr b="1"/>
              <a:t>Common Issues &amp; Solutions</a:t>
            </a:r>
            <a:r>
              <a:rPr/>
              <a:t>:</a:t>
            </a:r>
          </a:p>
          <a:p>
            <a:pPr lvl="1"/>
            <a:r>
              <a:rPr i="1"/>
              <a:t>Watch/earbuds not charging</a:t>
            </a:r>
            <a:r>
              <a:rPr/>
              <a:t>: Check alignment with magnetic area.</a:t>
            </a:r>
          </a:p>
          <a:p>
            <a:pPr lvl="1"/>
            <a:r>
              <a:rPr i="1"/>
              <a:t>Dock unresponsive</a:t>
            </a:r>
            <a:r>
              <a:rPr/>
              <a:t>: Reseat USB-C connection and retry.</a:t>
            </a:r>
          </a:p>
          <a:p>
            <a:pPr lvl="0"/>
            <a:r>
              <a:rPr b="1"/>
              <a:t>Maintenance &amp; Care</a:t>
            </a:r>
            <a:r>
              <a:rPr/>
              <a:t>: Dust off pads regularly. Avoid using solvents.</a:t>
            </a:r>
          </a:p>
          <a:p>
            <a:pPr lvl="0"/>
            <a:r>
              <a:rPr b="1"/>
              <a:t>FAQ</a:t>
            </a:r>
            <a:r>
              <a:rPr/>
              <a:t>:</a:t>
            </a:r>
          </a:p>
          <a:p>
            <a:pPr lvl="1"/>
            <a:r>
              <a:rPr b="1"/>
              <a:t>Q</a:t>
            </a:r>
            <a:r>
              <a:rPr/>
              <a:t>: Does it support fast charging for watches? </a:t>
            </a:r>
            <a:r>
              <a:rPr b="1"/>
              <a:t>A</a:t>
            </a:r>
            <a:r>
              <a:rPr/>
              <a:t>: Supports standard Qi speed; refer to watch specs.</a:t>
            </a:r>
          </a:p>
          <a:p>
            <a:pPr lvl="1"/>
            <a:r>
              <a:rPr b="1"/>
              <a:t>Q</a:t>
            </a:r>
            <a:r>
              <a:rPr/>
              <a:t>: Can I use the dock with a case on my devices? </a:t>
            </a:r>
            <a:r>
              <a:rPr b="1"/>
              <a:t>A</a:t>
            </a:r>
            <a:r>
              <a:rPr/>
              <a:t>: Yes, thin non-metal cases are compatible.</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Velvera SuperSafe Battery</a:t>
            </a:r>
          </a:p>
          <a:p>
            <a:pPr lvl="0"/>
            <a:r>
              <a:rPr b="1"/>
              <a:t>Intended Use</a:t>
            </a:r>
            <a:r>
              <a:rPr/>
              <a:t>: Portable charging for Velvera phones with MagSafe alignment and pass-through charging.</a:t>
            </a:r>
          </a:p>
          <a:p>
            <a:pPr lvl="0"/>
            <a:r>
              <a:rPr b="1"/>
              <a:t>Setup Overview</a:t>
            </a:r>
            <a:r>
              <a:rPr/>
              <a:t>: Snap battery firmly to phone rear; MagSafe aligns automatically. Press power button to begin wireless charging or connect USB-C for wired charging.</a:t>
            </a:r>
          </a:p>
          <a:p>
            <a:pPr lvl="0"/>
            <a:r>
              <a:rPr b="1"/>
              <a:t>Safety Instructions</a:t>
            </a:r>
            <a:r>
              <a:rPr/>
              <a:t>: Do not expose to extreme temperatures. Avoid contact with water. Use monitored charging stations when traveling.</a:t>
            </a:r>
          </a:p>
          <a:p>
            <a:pPr lvl="0"/>
            <a:r>
              <a:rPr b="1"/>
              <a:t>Common Issues &amp; Solutions</a:t>
            </a:r>
            <a:r>
              <a:rPr/>
              <a:t>:</a:t>
            </a:r>
          </a:p>
          <a:p>
            <a:pPr lvl="1"/>
            <a:r>
              <a:rPr i="1"/>
              <a:t>No wireless charging</a:t>
            </a:r>
            <a:r>
              <a:rPr/>
              <a:t>: Realign to MagSafe area and ensure battery is charged.</a:t>
            </a:r>
          </a:p>
          <a:p>
            <a:pPr lvl="1"/>
            <a:r>
              <a:rPr i="1"/>
              <a:t>Won’t turn on</a:t>
            </a:r>
            <a:r>
              <a:rPr/>
              <a:t>: Recharge via USB-C for at least 30 minutes.</a:t>
            </a:r>
          </a:p>
          <a:p>
            <a:pPr lvl="0"/>
            <a:r>
              <a:rPr b="1"/>
              <a:t>Maintenance &amp; Care</a:t>
            </a:r>
            <a:r>
              <a:rPr/>
              <a:t>: Store at 50% charge if unused long-term. Wipe with microfiber cloth.</a:t>
            </a:r>
          </a:p>
          <a:p>
            <a:pPr lvl="0"/>
            <a:r>
              <a:rPr b="1"/>
              <a:t>FAQ</a:t>
            </a:r>
            <a:r>
              <a:rPr/>
              <a:t>:</a:t>
            </a:r>
          </a:p>
          <a:p>
            <a:pPr lvl="1"/>
            <a:r>
              <a:rPr b="1"/>
              <a:t>Q</a:t>
            </a:r>
            <a:r>
              <a:rPr/>
              <a:t>: Can I see the remaining battery? </a:t>
            </a:r>
            <a:r>
              <a:rPr b="1"/>
              <a:t>A</a:t>
            </a:r>
            <a:r>
              <a:rPr/>
              <a:t>: Yes, check the LED indicators on the side.</a:t>
            </a:r>
          </a:p>
          <a:p>
            <a:pPr lvl="1"/>
            <a:r>
              <a:rPr b="1"/>
              <a:t>Q</a:t>
            </a:r>
            <a:r>
              <a:rPr/>
              <a:t>: Will it charge other phones? </a:t>
            </a:r>
            <a:r>
              <a:rPr b="1"/>
              <a:t>A</a:t>
            </a:r>
            <a:r>
              <a:rPr/>
              <a:t>: Yes, if they support Qi. MagSafe alignment is exclusive to Velvera One Series.</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dcterms:created xsi:type="dcterms:W3CDTF">2025-07-29T14:52:09Z</dcterms:created>
  <dcterms:modified xsi:type="dcterms:W3CDTF">2025-07-29T14:52:09Z</dcterms:modified>
</cp:coreProperties>
</file>

<file path=docProps/custom.xml><?xml version="1.0" encoding="utf-8"?>
<Properties xmlns="http://schemas.openxmlformats.org/officeDocument/2006/custom-properties" xmlns:vt="http://schemas.openxmlformats.org/officeDocument/2006/docPropsVTypes"/>
</file>