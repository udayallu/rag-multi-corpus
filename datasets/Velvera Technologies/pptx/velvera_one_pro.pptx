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One Pro — Product Specifications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Velvera One Pro</a:t>
            </a:r>
            <a:r>
              <a:rPr/>
              <a:t> pushes the flagship experience further with a larger HDR10+ display, a triple-lens + macro camera system, and higher RAM configurations. Built for creators, professionals, and performance seekers, it delivers unmatched productivity and visual brilliance.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&amp; Pricing Variants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Internal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 / 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 / 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₹72,999 / $879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 / $1,019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Series:</a:t>
            </a:r>
            <a:r>
              <a:rPr/>
              <a:t> Velvera One Pro</a:t>
            </a:r>
          </a:p>
          <a:p>
            <a:pPr lvl="0"/>
            <a:r>
              <a:rPr b="1"/>
              <a:t>Color Options:</a:t>
            </a:r>
            <a:r>
              <a:rPr/>
              <a:t> Titanium Gray, Deep Ocean Blue, Rose Gold, Midnight Black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Type:</a:t>
            </a:r>
            <a:r>
              <a:rPr/>
              <a:t> AMOLED, HDR10+ Certified</a:t>
            </a:r>
          </a:p>
          <a:p>
            <a:pPr lvl="0"/>
            <a:r>
              <a:rPr b="1"/>
              <a:t>Size:</a:t>
            </a:r>
            <a:r>
              <a:rPr/>
              <a:t> 6.7 inches</a:t>
            </a:r>
          </a:p>
          <a:p>
            <a:pPr lvl="0"/>
            <a:r>
              <a:rPr b="1"/>
              <a:t>Refresh Rate:</a:t>
            </a:r>
            <a:r>
              <a:rPr/>
              <a:t> 144Hz</a:t>
            </a:r>
          </a:p>
          <a:p>
            <a:pPr lvl="0"/>
            <a:r>
              <a:rPr b="1"/>
              <a:t>Resolution:</a:t>
            </a:r>
            <a:r>
              <a:rPr/>
              <a:t> 3200 × 1440 (QHD+)</a:t>
            </a:r>
          </a:p>
          <a:p>
            <a:pPr lvl="0"/>
            <a:r>
              <a:rPr b="1"/>
              <a:t>Protection:</a:t>
            </a:r>
            <a:r>
              <a:rPr/>
              <a:t> Corning Gorilla Glass Victus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Frame:</a:t>
            </a:r>
            <a:r>
              <a:rPr/>
              <a:t> Aerospace-grade aluminum</a:t>
            </a:r>
          </a:p>
          <a:p>
            <a:pPr lvl="0"/>
            <a:r>
              <a:rPr b="1"/>
              <a:t>Front/Back:</a:t>
            </a:r>
            <a:r>
              <a:rPr/>
              <a:t> Corning Gorilla Glass Victus 2</a:t>
            </a:r>
          </a:p>
          <a:p>
            <a:pPr lvl="0"/>
            <a:r>
              <a:rPr b="1"/>
              <a:t>Water Resistance:</a:t>
            </a:r>
            <a:r>
              <a:rPr/>
              <a:t> IP68 (up to 1.5m for 30 minutes)</a:t>
            </a:r>
          </a:p>
          <a:p>
            <a:pPr lvl="0"/>
            <a:r>
              <a:rPr b="1"/>
              <a:t>Additional Durability:</a:t>
            </a:r>
            <a:r>
              <a:rPr/>
              <a:t> IP69K (high-pressure water and dust resistance)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Processor:</a:t>
            </a:r>
            <a:r>
              <a:rPr/>
              <a:t> VelveraFusion X2 (Octa-core, 3.1GHz, 4nm)</a:t>
            </a:r>
          </a:p>
          <a:p>
            <a:pPr lvl="0"/>
            <a:r>
              <a:rPr b="1"/>
              <a:t>GPU:</a:t>
            </a:r>
            <a:r>
              <a:rPr/>
              <a:t> Adreno V980</a:t>
            </a:r>
          </a:p>
          <a:p>
            <a:pPr lvl="0"/>
            <a:r>
              <a:rPr b="1"/>
              <a:t>Expandable Storage:</a:t>
            </a:r>
            <a:r>
              <a:rPr/>
              <a:t> No (UFS 4.0 internal)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Rear Camera:</a:t>
            </a:r>
            <a:r>
              <a:rPr/>
              <a:t> Quad-lens AI System</a:t>
            </a:r>
          </a:p>
          <a:p>
            <a:pPr lvl="1"/>
            <a:r>
              <a:rPr/>
              <a:t>Main: 64MP f/1.6, OIS</a:t>
            </a:r>
            <a:br/>
          </a:p>
          <a:p>
            <a:pPr lvl="1"/>
            <a:r>
              <a:rPr/>
              <a:t>Ultra-Wide: 12MP f/2.2, 120° FOV</a:t>
            </a:r>
            <a:br/>
          </a:p>
          <a:p>
            <a:pPr lvl="1"/>
            <a:r>
              <a:rPr/>
              <a:t>Telephoto: 10MP, 3x Optical Zoom</a:t>
            </a:r>
            <a:br/>
          </a:p>
          <a:p>
            <a:pPr lvl="1"/>
            <a:r>
              <a:rPr/>
              <a:t>Macro: 5MP with AI focus</a:t>
            </a:r>
          </a:p>
          <a:p>
            <a:pPr lvl="0"/>
            <a:r>
              <a:rPr b="1"/>
              <a:t>Front Camera:</a:t>
            </a:r>
            <a:r>
              <a:rPr/>
              <a:t> 32MP f/2.0 with AI Beautification</a:t>
            </a:r>
          </a:p>
          <a:p>
            <a:pPr lvl="0"/>
            <a:r>
              <a:rPr b="1"/>
              <a:t>Camera Features:</a:t>
            </a:r>
            <a:r>
              <a:rPr/>
              <a:t> Night Mode, 4K Cinematic Video, AI Scene Detection, Pro Mode, Optical Zoom</a:t>
            </a:r>
          </a:p>
          <a:p>
            <a:pPr lvl="0"/>
            <a:r>
              <a:rPr b="1"/>
              <a:t>Video Recording:</a:t>
            </a:r>
          </a:p>
          <a:p>
            <a:pPr lvl="1"/>
            <a:r>
              <a:rPr/>
              <a:t>Rear: 8K @ 30fps, 4K @ 60fps, 1080p @ 240fps</a:t>
            </a:r>
            <a:br/>
          </a:p>
          <a:p>
            <a:pPr lvl="1"/>
            <a:r>
              <a:rPr/>
              <a:t>Front: 4K @ 30fps, 1080p @ 120fps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Battery &amp; Charging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Battery Capacity:</a:t>
            </a:r>
            <a:r>
              <a:rPr/>
              <a:t> 5100mAh (non-removable)</a:t>
            </a:r>
          </a:p>
          <a:p>
            <a:pPr lvl="0"/>
            <a:r>
              <a:rPr b="1"/>
              <a:t>Wired Charging:</a:t>
            </a:r>
            <a:r>
              <a:rPr/>
              <a:t> 65W Fast Charging (0–100% in ~35 minutes)</a:t>
            </a:r>
          </a:p>
          <a:p>
            <a:pPr lvl="0"/>
            <a:r>
              <a:rPr b="1"/>
              <a:t>Wireless Charging:</a:t>
            </a:r>
            <a:r>
              <a:rPr/>
              <a:t> 50W Qi-compatible</a:t>
            </a:r>
          </a:p>
          <a:p>
            <a:pPr lvl="0"/>
            <a:r>
              <a:rPr b="1"/>
              <a:t>Reverse Wireless Charging:</a:t>
            </a:r>
            <a:r>
              <a:rPr/>
              <a:t> 15W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5G Bands:</a:t>
            </a:r>
            <a:r>
              <a:rPr/>
              <a:t> n1/n3/n5/n7/n28/n41/n77/n78</a:t>
            </a:r>
          </a:p>
          <a:p>
            <a:pPr lvl="0"/>
            <a:r>
              <a:rPr b="1"/>
              <a:t>SIM Slots:</a:t>
            </a:r>
            <a:r>
              <a:rPr/>
              <a:t> Dual Nano-SIM (5G + 5G standby)</a:t>
            </a:r>
          </a:p>
          <a:p>
            <a:pPr lvl="0"/>
            <a:r>
              <a:rPr b="1"/>
              <a:t>Wi-Fi:</a:t>
            </a:r>
            <a:r>
              <a:rPr/>
              <a:t> Wi-Fi 6E (802.11ax, 2.4GHz/5GHz/6GHz)</a:t>
            </a:r>
          </a:p>
          <a:p>
            <a:pPr lvl="0"/>
            <a:r>
              <a:rPr b="1"/>
              <a:t>Bluetooth:</a:t>
            </a:r>
            <a:r>
              <a:rPr/>
              <a:t> 5.3 with aptX Adaptive &amp; LE Audio</a:t>
            </a:r>
          </a:p>
          <a:p>
            <a:pPr lvl="0"/>
            <a:r>
              <a:rPr b="1"/>
              <a:t>USB:</a:t>
            </a:r>
            <a:r>
              <a:rPr/>
              <a:t> USB-C 3.2 Gen 2 (10Gbps)</a:t>
            </a:r>
          </a:p>
          <a:p>
            <a:pPr lvl="0"/>
            <a:r>
              <a:rPr b="1"/>
              <a:t>NFC:</a:t>
            </a:r>
            <a:r>
              <a:rPr/>
              <a:t> Yes, with payment support</a:t>
            </a:r>
          </a:p>
          <a:p>
            <a:pPr lvl="0"/>
            <a:r>
              <a:rPr b="1"/>
              <a:t>GPS:</a:t>
            </a:r>
            <a:r>
              <a:rPr/>
              <a:t> Dual-frequency GNSS (L1+L5), A-GPS, GLONASS, Galileo, BeiDou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Software &amp;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Operating System:</a:t>
            </a:r>
            <a:r>
              <a:rPr/>
              <a:t> VelveraOS 2.0 (based on Android 14)</a:t>
            </a:r>
          </a:p>
          <a:p>
            <a:pPr lvl="0"/>
            <a:r>
              <a:rPr b="1"/>
              <a:t>OS Updates:</a:t>
            </a:r>
            <a:r>
              <a:rPr/>
              <a:t> 4 years (guaranteed)</a:t>
            </a:r>
          </a:p>
          <a:p>
            <a:pPr lvl="0"/>
            <a:r>
              <a:rPr b="1"/>
              <a:t>Security Updates:</a:t>
            </a:r>
            <a:r>
              <a:rPr/>
              <a:t> 5 years (guaranteed)</a:t>
            </a:r>
          </a:p>
          <a:p>
            <a:pPr lvl="0"/>
            <a:r>
              <a:rPr b="1"/>
              <a:t>AI Features:</a:t>
            </a:r>
          </a:p>
          <a:p>
            <a:pPr lvl="1"/>
            <a:r>
              <a:rPr/>
              <a:t>Offline AI Assistant</a:t>
            </a:r>
            <a:br/>
          </a:p>
          <a:p>
            <a:pPr lvl="1"/>
            <a:r>
              <a:rPr/>
              <a:t>Real-time Transcription</a:t>
            </a:r>
            <a:br/>
          </a:p>
          <a:p>
            <a:pPr lvl="1"/>
            <a:r>
              <a:rPr/>
              <a:t>Smart Document Scanning</a:t>
            </a:r>
            <a:br/>
          </a:p>
          <a:p>
            <a:pPr lvl="1"/>
            <a:r>
              <a:rPr/>
              <a:t>AI Photo Enhancement</a:t>
            </a:r>
            <a:br/>
          </a:p>
          <a:p>
            <a:pPr lvl="1"/>
            <a:r>
              <a:rPr/>
              <a:t>Multilingual Translation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Ultra-fast UFS 4.0 storage options up to 1TB</a:t>
            </a:r>
          </a:p>
          <a:p>
            <a:pPr lvl="0"/>
            <a:r>
              <a:rPr/>
              <a:t>Flagship HDR10+ AMOLED with 144Hz refresh rate</a:t>
            </a:r>
          </a:p>
          <a:p>
            <a:pPr lvl="0"/>
            <a:r>
              <a:rPr/>
              <a:t>Pro-grade quad-lens camera system with 8K video</a:t>
            </a:r>
          </a:p>
          <a:p>
            <a:pPr lvl="0"/>
            <a:r>
              <a:rPr/>
              <a:t>Corning Gorilla Glass Victus 2 &amp; aerospace-grade body</a:t>
            </a:r>
          </a:p>
          <a:p>
            <a:pPr lvl="0"/>
            <a:r>
              <a:rPr/>
              <a:t>IP68/IP69K durability against water and pressure</a:t>
            </a:r>
          </a:p>
          <a:p>
            <a:pPr lvl="0"/>
            <a:r>
              <a:rPr/>
              <a:t>Long-lasting 5100mAh battery with 65W wired + 50W wireless charging</a:t>
            </a:r>
          </a:p>
          <a:p>
            <a:pPr lvl="0"/>
            <a:r>
              <a:rPr/>
              <a:t>Local AI engine for smart offline tasks</a:t>
            </a:r>
          </a:p>
          <a:p>
            <a:pPr lvl="0"/>
            <a:r>
              <a:rPr/>
              <a:t>4 years OS + 5 years security updates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2025-07-29T14:52:42Z</dcterms:created>
  <dcterms:modified xsi:type="dcterms:W3CDTF">2025-07-29T14:52:42Z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