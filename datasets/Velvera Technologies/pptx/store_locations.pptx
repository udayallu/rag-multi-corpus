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Store Locations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State/UT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Opening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Experience Center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Bengaluru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Karnataka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MG Road, Trinity Circle, Bengaluru 560001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080-46620013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AM - 8 PM, Mon-Sun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Shreya Narayan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mgroad.blr@velvera.com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Store Mumbai Central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Mumbai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Maharashtra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401, Skyhigh Mall, Tardeo, Mumbai 400034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022-35012142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10:30 AM - 9 PM, 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Pranav Shetty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mum.central@velvera.com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Signature Hyderabad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Hyderabad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Telangana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Plot 15, Jubilee Hills, Road No. 36, Hyderabad 500033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040-78932216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 AM - 8 PM, Mon-Sun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Mehul Iyer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jubilee.hyd@velvera.com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City Centre Delhi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Delhi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F-12, Connaught Place, New Delhi 110001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011-49300618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AM - 8:30 PM, 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Isha Rastogi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cp.delhi@velvera.com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Mall of Kochi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Kochi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Kerala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 108, Lulu Mall, Edappally, Kochi 682024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0484-6729021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AM - 9 PM, All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Thomas Mathew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lulumall.kochi@velvera.com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Galaxy Ahmedabad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Ahmedabad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Gujarat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3rd Floor, Galaxy Highstreet, Prahlad Nagar, Ahmedabad 380015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079-65500411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 AM - 8 PM, Mon-Sun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Vidhi Soni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gal.ahmedabad@velvera.com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Salt Lake 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Kolkata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West Bengal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Plot 221, Sector V, Salt Lake City, Kolkata 700091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033-41290238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10:30 AM - 8:30 PM, 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Rajdeep Banerjee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slc.kolkata@velvera.com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GVK 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Hyderabad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Telangana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S-09, GVK One Mall, Road 1, Banjara Hills, Hyderabad 500034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040-67824681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10:30 AM - 9 PM, 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Smriti Desai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gvkone.hyd@velvera.com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Sector 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Gurugram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Haryana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19, Leisure Valley Road, Sector 29, Gurugram 122001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0124-4256701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 AM - 8 PM, Mon-Sun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Harshad Kapoor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sector29.ggn@velvera.com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VL-010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Trillium Chandigarh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Chandigarh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Chandigarh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 2A, Trillium Mall, Industrial Area Phase 1, Chandigarh 160002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0172-2990345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AM - 8 PM, Daily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Amanjeet Kaur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trillium.chd@velvera.com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Authorized Service Centers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/>
                <a:gridCol w="736600"/>
                <a:gridCol w="736600"/>
                <a:gridCol w="736600"/>
                <a:gridCol w="736600"/>
                <a:gridCol w="736600"/>
                <a:gridCol w="736600"/>
                <a:gridCol w="736600"/>
                <a:gridCol w="736600"/>
                <a:gridCol w="736600"/>
                <a:gridCol w="736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Center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Center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State/UT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Certified Since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 Technician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Facility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Walk-in Wait Time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VC-0472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Akshara Tech Solutions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Maharashtra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B-82, Suyash Park, Baner, Pune 411045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020-45100899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Manas Kulkarni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akshara.pune@velvera.com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VC-0551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Spectra Service 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Lucknow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Uttar Pradesh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4/489, Vishal Khand, Gomti Nagar, Lucknow 226010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0522-4031286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Priya Tandon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spectra.lko@velvera.com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VC-0168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South India Care Center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Chennai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Tamil Nadu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17/3, Kodambakkam High Rd, Nungambakkam, Chennai 600034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044-26952101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Arvind 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sicc.chennai@velvera.com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VC-0799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NewEdge Service Solutions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Jaipur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Rajasthan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C-59, Malviya Industrial Area, Jaipur 302017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0141-2766732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Shaan Mathur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newedge.jpr@velvera.com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VC-0242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Velocity Mobile Care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Gujarat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G-102, VR Mall, Dumas Road, Surat 395007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0261-4021711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Keval Dholakia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velocity.surat@velvera.com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VC-0331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Aries Service Point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Madhya Pradesh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89B, Greater Brijeshwari, Indore 452016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0731-2999225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Rashmi Shukla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aries.indore@velvera.com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VC-0672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Zenith Smart Services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Bhubaneshwar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Odisha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64/7, Jaydev Vihar, Bhubaneshwar 751013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0674-3029346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Subrat Mishra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zenith.bbsr@velvera.com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VC-0603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Maxtron Device Care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Chandigarh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Chandigarh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Plot 41, Industrial Area Phase 2, Chandigarh 160002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0172-2995123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Avneet Saini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maxtron.chd@velvera.com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VC-0827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Riverstone Service Solutions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Kochi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Kerala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54, Sarovaram BioPark, Kakkanad, Kochi 682037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0484-3560033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Athira Sebastian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riverstone.kochi@velvera.com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 min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VC-0104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Nexus Authorised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Noida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Uttar Pradesh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D-22, Sector 10, Noida 201301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0120-6679014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Parth Marwah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nexus.noida@velvera.com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9001:2015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 min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2025-07-29T14:53:22Z</dcterms:created>
  <dcterms:modified xsi:type="dcterms:W3CDTF">2025-07-29T14:53:22Z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