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Product Specification Catalog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Accessories &amp; Add-ons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specifications for all Velvera accessories and add-ons, sorted by product category.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Charging Solutions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65W GaN Charger</a:t>
            </a:r>
          </a:p>
          <a:p>
            <a:pPr lvl="0"/>
            <a:r>
              <a:rPr b="1"/>
              <a:t>Compatibility:</a:t>
            </a:r>
            <a:r>
              <a:rPr/>
              <a:t> All Velvera Devices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GaN (Gallium Nitride) technology for efficient charging</a:t>
            </a:r>
          </a:p>
          <a:p>
            <a:pPr lvl="1"/>
            <a:r>
              <a:rPr/>
              <a:t>Supports fast charging protocols (PD 3.0, QC 4.0+)</a:t>
            </a:r>
          </a:p>
          <a:p>
            <a:pPr lvl="1"/>
            <a:r>
              <a:rPr/>
              <a:t>Compact and lightweight design</a:t>
            </a:r>
          </a:p>
          <a:p>
            <a:pPr lvl="1"/>
            <a:r>
              <a:rPr/>
              <a:t>Overheat, overcurrent, and short-circuit protection</a:t>
            </a:r>
          </a:p>
          <a:p>
            <a:pPr lvl="1"/>
            <a:r>
              <a:rPr/>
              <a:t>Foldable plug for portability</a:t>
            </a:r>
          </a:p>
          <a:p>
            <a:pPr lvl="0"/>
            <a:r>
              <a:rPr b="1"/>
              <a:t>Dimensions:</a:t>
            </a:r>
            <a:r>
              <a:rPr/>
              <a:t> 55 x 55 x 28 mm</a:t>
            </a:r>
          </a:p>
          <a:p>
            <a:pPr lvl="0"/>
            <a:r>
              <a:rPr b="1"/>
              <a:t>Input:</a:t>
            </a:r>
            <a:r>
              <a:rPr/>
              <a:t> 100-240V~50/60Hz 1.5A Max</a:t>
            </a:r>
          </a:p>
          <a:p>
            <a:pPr lvl="0"/>
            <a:r>
              <a:rPr b="1"/>
              <a:t>Output:</a:t>
            </a:r>
            <a:r>
              <a:rPr/>
              <a:t> USB-C1: 65W, USB-A: 18W Max</a:t>
            </a:r>
          </a:p>
          <a:p>
            <a:pPr lvl="0"/>
            <a:r>
              <a:rPr b="1"/>
              <a:t>Housing:</a:t>
            </a:r>
            <a:r>
              <a:rPr/>
              <a:t> Heat-resistant polycarbonate</a:t>
            </a:r>
          </a:p>
          <a:p>
            <a:pPr lvl="0"/>
            <a:r>
              <a:rPr b="1"/>
              <a:t>Price:</a:t>
            </a:r>
            <a:r>
              <a:rPr/>
              <a:t> ₹3,499 / $42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100W Desktop Hub</a:t>
            </a:r>
          </a:p>
          <a:p>
            <a:pPr lvl="0"/>
            <a:r>
              <a:rPr b="1"/>
              <a:t>Compatibility:</a:t>
            </a:r>
            <a:r>
              <a:rPr/>
              <a:t> Laptops, Smartphones (Cross-platform)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4-port output (2x USB-C, 2x USB-A)</a:t>
            </a:r>
          </a:p>
          <a:p>
            <a:pPr lvl="1"/>
            <a:r>
              <a:rPr/>
              <a:t>Integrated Qi wireless charging pad (15W)</a:t>
            </a:r>
          </a:p>
          <a:p>
            <a:pPr lvl="1"/>
            <a:r>
              <a:rPr/>
              <a:t>LED charging indicators</a:t>
            </a:r>
          </a:p>
          <a:p>
            <a:pPr lvl="1"/>
            <a:r>
              <a:rPr/>
              <a:t>Over-voltage and surge protection</a:t>
            </a:r>
          </a:p>
          <a:p>
            <a:pPr lvl="0"/>
            <a:r>
              <a:rPr b="1"/>
              <a:t>Input:</a:t>
            </a:r>
            <a:r>
              <a:rPr/>
              <a:t> 100-240V~50/60Hz</a:t>
            </a:r>
          </a:p>
          <a:p>
            <a:pPr lvl="0"/>
            <a:r>
              <a:rPr b="1"/>
              <a:t>Output:</a:t>
            </a:r>
            <a:r>
              <a:rPr/>
              <a:t> Max 100W distribution across ports</a:t>
            </a:r>
          </a:p>
          <a:p>
            <a:pPr lvl="0"/>
            <a:r>
              <a:rPr b="1"/>
              <a:t>Wireless Output:</a:t>
            </a:r>
            <a:r>
              <a:rPr/>
              <a:t> 15W Max</a:t>
            </a:r>
          </a:p>
          <a:p>
            <a:pPr lvl="0"/>
            <a:r>
              <a:rPr b="1"/>
              <a:t>Cable Length:</a:t>
            </a:r>
            <a:r>
              <a:rPr/>
              <a:t> 1.5m detachable</a:t>
            </a:r>
          </a:p>
          <a:p>
            <a:pPr lvl="0"/>
            <a:r>
              <a:rPr b="1"/>
              <a:t>Dimensions:</a:t>
            </a:r>
            <a:r>
              <a:rPr/>
              <a:t> 130 x 70 x 25 mm</a:t>
            </a:r>
          </a:p>
          <a:p>
            <a:pPr lvl="0"/>
            <a:r>
              <a:rPr b="1"/>
              <a:t>Price:</a:t>
            </a:r>
            <a:r>
              <a:rPr/>
              <a:t> ₹7,999 / $96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Wireless Dock</a:t>
            </a:r>
          </a:p>
          <a:p>
            <a:pPr lvl="0"/>
            <a:r>
              <a:rPr b="1"/>
              <a:t>Compatibility:</a:t>
            </a:r>
            <a:r>
              <a:rPr/>
              <a:t> Phones, Smartwatches, Earbuds (Qi Standard)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3-in-1 station for phone, watch, and earbuds</a:t>
            </a:r>
          </a:p>
          <a:p>
            <a:pPr lvl="1"/>
            <a:r>
              <a:rPr/>
              <a:t>15W phone pad, 5W watch pad, 5W buds pad</a:t>
            </a:r>
          </a:p>
          <a:p>
            <a:pPr lvl="1"/>
            <a:r>
              <a:rPr/>
              <a:t>Magnetic alignment for watch and buds</a:t>
            </a:r>
          </a:p>
          <a:p>
            <a:pPr lvl="1"/>
            <a:r>
              <a:rPr/>
              <a:t>Non-slip silicone base</a:t>
            </a:r>
          </a:p>
          <a:p>
            <a:pPr lvl="0"/>
            <a:r>
              <a:rPr b="1"/>
              <a:t>Input:</a:t>
            </a:r>
            <a:r>
              <a:rPr/>
              <a:t> USB-C PD 30W (adapter included)</a:t>
            </a:r>
          </a:p>
          <a:p>
            <a:pPr lvl="0"/>
            <a:r>
              <a:rPr b="1"/>
              <a:t>Dimensions:</a:t>
            </a:r>
            <a:r>
              <a:rPr/>
              <a:t> 160 x 90 x 80 mm</a:t>
            </a:r>
          </a:p>
          <a:p>
            <a:pPr lvl="0"/>
            <a:r>
              <a:rPr b="1"/>
              <a:t>Material:</a:t>
            </a:r>
            <a:r>
              <a:rPr/>
              <a:t> Aluminum alloy + soft touch silicone</a:t>
            </a:r>
          </a:p>
          <a:p>
            <a:pPr lvl="0"/>
            <a:r>
              <a:rPr b="1"/>
              <a:t>Price:</a:t>
            </a:r>
            <a:r>
              <a:rPr/>
              <a:t> ₹8,999 / $109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SuperSafe Battery</a:t>
            </a:r>
          </a:p>
          <a:p>
            <a:pPr lvl="0"/>
            <a:r>
              <a:rPr b="1"/>
              <a:t>Compatibility:</a:t>
            </a:r>
            <a:r>
              <a:rPr/>
              <a:t> Velvera One Series (Phones)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5000mAh high-density lithium-polymer battery</a:t>
            </a:r>
          </a:p>
          <a:p>
            <a:pPr lvl="1"/>
            <a:r>
              <a:rPr/>
              <a:t>Magnetic mounting with MagSafe-alignment</a:t>
            </a:r>
          </a:p>
          <a:p>
            <a:pPr lvl="1"/>
            <a:r>
              <a:rPr/>
              <a:t>Pass-through charging</a:t>
            </a:r>
          </a:p>
          <a:p>
            <a:pPr lvl="1"/>
            <a:r>
              <a:rPr/>
              <a:t>LED power indicators</a:t>
            </a:r>
          </a:p>
          <a:p>
            <a:pPr lvl="1"/>
            <a:r>
              <a:rPr/>
              <a:t>Multi-protection (OVP, OCP, OTP, SCP)</a:t>
            </a:r>
          </a:p>
          <a:p>
            <a:pPr lvl="0"/>
            <a:r>
              <a:rPr b="1"/>
              <a:t>Input/Output:</a:t>
            </a:r>
            <a:r>
              <a:rPr/>
              <a:t> USB-C 18W (PD), Wireless 15W Max</a:t>
            </a:r>
          </a:p>
          <a:p>
            <a:pPr lvl="0"/>
            <a:r>
              <a:rPr b="1"/>
              <a:t>Dimensions:</a:t>
            </a:r>
            <a:r>
              <a:rPr/>
              <a:t> 110 x 68 x 12 mm</a:t>
            </a:r>
          </a:p>
          <a:p>
            <a:pPr lvl="0"/>
            <a:r>
              <a:rPr b="1"/>
              <a:t>Material:</a:t>
            </a:r>
            <a:r>
              <a:rPr/>
              <a:t> Anodized Aluminum + ABS</a:t>
            </a:r>
          </a:p>
          <a:p>
            <a:pPr lvl="0"/>
            <a:r>
              <a:rPr b="1"/>
              <a:t>Price:</a:t>
            </a:r>
            <a:r>
              <a:rPr/>
              <a:t> ₹4,999 / $59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Protection &amp; Cases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Leather Case</a:t>
            </a:r>
          </a:p>
          <a:p>
            <a:pPr lvl="0"/>
            <a:r>
              <a:rPr b="1"/>
              <a:t>Models Supported:</a:t>
            </a:r>
            <a:r>
              <a:rPr/>
              <a:t> All Velvera Phones</a:t>
            </a:r>
          </a:p>
          <a:p>
            <a:pPr lvl="0"/>
            <a:r>
              <a:rPr b="1"/>
              <a:t>Material:</a:t>
            </a:r>
            <a:r>
              <a:rPr/>
              <a:t> Genuine full-grain leather with microfiber lining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Precise cutouts for all ports and buttons</a:t>
            </a:r>
          </a:p>
          <a:p>
            <a:pPr lvl="1"/>
            <a:r>
              <a:rPr/>
              <a:t>Raised lips for camera and screen protection</a:t>
            </a:r>
          </a:p>
          <a:p>
            <a:pPr lvl="1"/>
            <a:r>
              <a:rPr/>
              <a:t>Anti-microbial treatment</a:t>
            </a:r>
          </a:p>
          <a:p>
            <a:pPr lvl="1"/>
            <a:r>
              <a:rPr/>
              <a:t>MagSafe compatible</a:t>
            </a:r>
          </a:p>
          <a:p>
            <a:pPr lvl="0"/>
            <a:r>
              <a:rPr b="1"/>
              <a:t>Colors:</a:t>
            </a:r>
            <a:r>
              <a:rPr/>
              <a:t> Black, Saddle Brown, Midnight Blue</a:t>
            </a:r>
          </a:p>
          <a:p>
            <a:pPr lvl="0"/>
            <a:r>
              <a:rPr b="1"/>
              <a:t>Weight:</a:t>
            </a:r>
            <a:r>
              <a:rPr/>
              <a:t> 28g</a:t>
            </a:r>
          </a:p>
          <a:p>
            <a:pPr lvl="0"/>
            <a:r>
              <a:rPr b="1"/>
              <a:t>Price:</a:t>
            </a:r>
            <a:r>
              <a:rPr/>
              <a:t> ₹2,999 / $36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Clear Case</a:t>
            </a:r>
          </a:p>
          <a:p>
            <a:pPr lvl="0"/>
            <a:r>
              <a:rPr b="1"/>
              <a:t>Models Supported:</a:t>
            </a:r>
            <a:r>
              <a:rPr/>
              <a:t> All Velvera Phones</a:t>
            </a:r>
          </a:p>
          <a:p>
            <a:pPr lvl="0"/>
            <a:r>
              <a:rPr b="1"/>
              <a:t>Material:</a:t>
            </a:r>
            <a:r>
              <a:rPr/>
              <a:t> Military-grade Polycarbonate (PC) and Thermoplastic Polyurethane (TPU)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2m drop protection (MIL-STD-810G certified)</a:t>
            </a:r>
          </a:p>
          <a:p>
            <a:pPr lvl="1"/>
            <a:r>
              <a:rPr/>
              <a:t>Anti-yellowing, UV resistant</a:t>
            </a:r>
          </a:p>
          <a:p>
            <a:pPr lvl="1"/>
            <a:r>
              <a:rPr/>
              <a:t>Slim profile design</a:t>
            </a:r>
          </a:p>
          <a:p>
            <a:pPr lvl="1"/>
            <a:r>
              <a:rPr/>
              <a:t>Precision tactile buttons</a:t>
            </a:r>
          </a:p>
          <a:p>
            <a:pPr lvl="0"/>
            <a:r>
              <a:rPr b="1"/>
              <a:t>Transparency:</a:t>
            </a:r>
            <a:r>
              <a:rPr/>
              <a:t> 99%</a:t>
            </a:r>
          </a:p>
          <a:p>
            <a:pPr lvl="0"/>
            <a:r>
              <a:rPr b="1"/>
              <a:t>Weight:</a:t>
            </a:r>
            <a:r>
              <a:rPr/>
              <a:t> 22g</a:t>
            </a:r>
          </a:p>
          <a:p>
            <a:pPr lvl="0"/>
            <a:r>
              <a:rPr b="1"/>
              <a:t>Price:</a:t>
            </a:r>
            <a:r>
              <a:rPr/>
              <a:t> ₹1,499 / $18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Rugged Case</a:t>
            </a:r>
          </a:p>
          <a:p>
            <a:pPr lvl="0"/>
            <a:r>
              <a:rPr b="1"/>
              <a:t>Models Supported:</a:t>
            </a:r>
            <a:r>
              <a:rPr/>
              <a:t> All Velvera Phones</a:t>
            </a:r>
          </a:p>
          <a:p>
            <a:pPr lvl="0"/>
            <a:r>
              <a:rPr b="1"/>
              <a:t>Material:</a:t>
            </a:r>
            <a:r>
              <a:rPr/>
              <a:t> Dual-layer Shock-resistant TPU &amp; Polycarbonate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3m drop-tested</a:t>
            </a:r>
          </a:p>
          <a:p>
            <a:pPr lvl="1"/>
            <a:r>
              <a:rPr/>
              <a:t>Textured grip, anti-slip design</a:t>
            </a:r>
          </a:p>
          <a:p>
            <a:pPr lvl="1"/>
            <a:r>
              <a:rPr/>
              <a:t>Reinforced corners</a:t>
            </a:r>
          </a:p>
          <a:p>
            <a:pPr lvl="1"/>
            <a:r>
              <a:rPr/>
              <a:t>Screen &amp; camera raised bezels</a:t>
            </a:r>
          </a:p>
          <a:p>
            <a:pPr lvl="1"/>
            <a:r>
              <a:rPr/>
              <a:t>Lanyard attachment point</a:t>
            </a:r>
          </a:p>
          <a:p>
            <a:pPr lvl="0"/>
            <a:r>
              <a:rPr b="1"/>
              <a:t>Color Options:</a:t>
            </a:r>
            <a:r>
              <a:rPr/>
              <a:t> Black, Olive Green</a:t>
            </a:r>
          </a:p>
          <a:p>
            <a:pPr lvl="0"/>
            <a:r>
              <a:rPr b="1"/>
              <a:t>Weight:</a:t>
            </a:r>
            <a:r>
              <a:rPr/>
              <a:t> 38g</a:t>
            </a:r>
          </a:p>
          <a:p>
            <a:pPr lvl="0"/>
            <a:r>
              <a:rPr b="1"/>
              <a:t>Price:</a:t>
            </a:r>
            <a:r>
              <a:rPr/>
              <a:t> ₹2,299 / $28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Screen Protector</a:t>
            </a:r>
          </a:p>
          <a:p>
            <a:pPr lvl="0"/>
            <a:r>
              <a:rPr b="1"/>
              <a:t>Models Supported:</a:t>
            </a:r>
            <a:r>
              <a:rPr/>
              <a:t> All Velvera Phones</a:t>
            </a:r>
          </a:p>
          <a:p>
            <a:pPr lvl="0"/>
            <a:r>
              <a:rPr b="1"/>
              <a:t>Material:</a:t>
            </a:r>
            <a:r>
              <a:rPr/>
              <a:t> Synthetic Sapphire Glass (9H hardness)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Edge-to-edge coverage, oleophobic coating</a:t>
            </a:r>
          </a:p>
          <a:p>
            <a:pPr lvl="1"/>
            <a:r>
              <a:rPr/>
              <a:t>99% light transmission (no color shift)</a:t>
            </a:r>
          </a:p>
          <a:p>
            <a:pPr lvl="1"/>
            <a:r>
              <a:rPr/>
              <a:t>Bubble-free adhesive</a:t>
            </a:r>
          </a:p>
          <a:p>
            <a:pPr lvl="1"/>
            <a:r>
              <a:rPr/>
              <a:t>Shatterproof, scratch-resistant</a:t>
            </a:r>
          </a:p>
          <a:p>
            <a:pPr lvl="0"/>
            <a:r>
              <a:rPr b="1"/>
              <a:t>Thickness:</a:t>
            </a:r>
            <a:r>
              <a:rPr/>
              <a:t> 0.33mm</a:t>
            </a:r>
          </a:p>
          <a:p>
            <a:pPr lvl="0"/>
            <a:r>
              <a:rPr b="1"/>
              <a:t>Package Includes:</a:t>
            </a:r>
            <a:r>
              <a:rPr/>
              <a:t> 2 protectors, cleaning kit</a:t>
            </a:r>
          </a:p>
          <a:p>
            <a:pPr lvl="0"/>
            <a:r>
              <a:rPr b="1"/>
              <a:t>Price:</a:t>
            </a:r>
            <a:r>
              <a:rPr/>
              <a:t> ₹1,999 / $24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Productivity Tools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Pencil</a:t>
            </a:r>
          </a:p>
          <a:p>
            <a:pPr lvl="0"/>
            <a:r>
              <a:rPr b="1"/>
              <a:t>Compatibility:</a:t>
            </a:r>
            <a:r>
              <a:rPr/>
              <a:t> Velvera Pad Series (all tablets)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4096 levels of pressure sensitivity</a:t>
            </a:r>
          </a:p>
          <a:p>
            <a:pPr lvl="1"/>
            <a:r>
              <a:rPr/>
              <a:t>Tilt and palm rejection support</a:t>
            </a:r>
          </a:p>
          <a:p>
            <a:pPr lvl="1"/>
            <a:r>
              <a:rPr/>
              <a:t>Wireless charging via Velvera Pad magnetic dock</a:t>
            </a:r>
          </a:p>
          <a:p>
            <a:pPr lvl="1"/>
            <a:r>
              <a:rPr/>
              <a:t>One-tap tool switching</a:t>
            </a:r>
          </a:p>
          <a:p>
            <a:pPr lvl="0"/>
            <a:r>
              <a:rPr b="1"/>
              <a:t>Battery Life:</a:t>
            </a:r>
            <a:r>
              <a:rPr/>
              <a:t> Up to 12 hours (1-hour full charge)</a:t>
            </a:r>
          </a:p>
          <a:p>
            <a:pPr lvl="0"/>
            <a:r>
              <a:rPr b="1"/>
              <a:t>Tip:</a:t>
            </a:r>
            <a:r>
              <a:rPr/>
              <a:t> Replaceable, spare tip included</a:t>
            </a:r>
          </a:p>
          <a:p>
            <a:pPr lvl="0"/>
            <a:r>
              <a:rPr b="1"/>
              <a:t>Weight:</a:t>
            </a:r>
            <a:r>
              <a:rPr/>
              <a:t> 13g</a:t>
            </a:r>
          </a:p>
          <a:p>
            <a:pPr lvl="0"/>
            <a:r>
              <a:rPr b="1"/>
              <a:t>Material:</a:t>
            </a:r>
            <a:r>
              <a:rPr/>
              <a:t> Aluminum Alloy</a:t>
            </a:r>
          </a:p>
          <a:p>
            <a:pPr lvl="0"/>
            <a:r>
              <a:rPr b="1"/>
              <a:t>Price:</a:t>
            </a:r>
            <a:r>
              <a:rPr/>
              <a:t> ₹8,999 / $109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Keyboard</a:t>
            </a:r>
          </a:p>
          <a:p>
            <a:pPr lvl="0"/>
            <a:r>
              <a:rPr b="1"/>
              <a:t>Compatibility:</a:t>
            </a:r>
            <a:r>
              <a:rPr/>
              <a:t> Velvera Pad Series (all tablets)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Full QWERTY layout, 1.4mm key travel</a:t>
            </a:r>
          </a:p>
          <a:p>
            <a:pPr lvl="1"/>
            <a:r>
              <a:rPr/>
              <a:t>Magnetic pogo-pin connector</a:t>
            </a:r>
          </a:p>
          <a:p>
            <a:pPr lvl="1"/>
            <a:r>
              <a:rPr/>
              <a:t>Multi-level backlighting (3-step adjustable)</a:t>
            </a:r>
          </a:p>
          <a:p>
            <a:pPr lvl="1"/>
            <a:r>
              <a:rPr/>
              <a:t>Integrated touchpad with multi-gesture support</a:t>
            </a:r>
          </a:p>
          <a:p>
            <a:pPr lvl="1"/>
            <a:r>
              <a:rPr/>
              <a:t>Durable spill-resistant surface</a:t>
            </a:r>
          </a:p>
          <a:p>
            <a:pPr lvl="0"/>
            <a:r>
              <a:rPr b="1"/>
              <a:t>Dimensions:</a:t>
            </a:r>
            <a:r>
              <a:rPr/>
              <a:t> 255 x 185 x 6 mm</a:t>
            </a:r>
          </a:p>
          <a:p>
            <a:pPr lvl="0"/>
            <a:r>
              <a:rPr b="1"/>
              <a:t>Weight:</a:t>
            </a:r>
            <a:r>
              <a:rPr/>
              <a:t> 350g</a:t>
            </a:r>
          </a:p>
          <a:p>
            <a:pPr lvl="0"/>
            <a:r>
              <a:rPr b="1"/>
              <a:t>Price:</a:t>
            </a:r>
            <a:r>
              <a:rPr/>
              <a:t> ₹12,999 / $157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Stand Pro</a:t>
            </a:r>
          </a:p>
          <a:p>
            <a:pPr lvl="0"/>
            <a:r>
              <a:rPr b="1"/>
              <a:t>Compatibility:</a:t>
            </a:r>
            <a:r>
              <a:rPr/>
              <a:t> Velvera Phones &amp; Tablets (up to 13”)</a:t>
            </a:r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Adjustable viewing angles (15°–85°)</a:t>
            </a:r>
          </a:p>
          <a:p>
            <a:pPr lvl="1"/>
            <a:r>
              <a:rPr/>
              <a:t>Built-in Qi wireless charger (up to 15W)</a:t>
            </a:r>
          </a:p>
          <a:p>
            <a:pPr lvl="1"/>
            <a:r>
              <a:rPr/>
              <a:t>Cable organizer</a:t>
            </a:r>
          </a:p>
          <a:p>
            <a:pPr lvl="1"/>
            <a:r>
              <a:rPr/>
              <a:t>Aluminum base with silicone grip pads</a:t>
            </a:r>
          </a:p>
          <a:p>
            <a:pPr lvl="0"/>
            <a:r>
              <a:rPr b="1"/>
              <a:t>Folded Dimensions:</a:t>
            </a:r>
            <a:r>
              <a:rPr/>
              <a:t> 150 x 110 x 22 mm</a:t>
            </a:r>
          </a:p>
          <a:p>
            <a:pPr lvl="0"/>
            <a:r>
              <a:rPr b="1"/>
              <a:t>Weight:</a:t>
            </a:r>
            <a:r>
              <a:rPr/>
              <a:t> 380g</a:t>
            </a:r>
          </a:p>
          <a:p>
            <a:pPr lvl="0"/>
            <a:r>
              <a:rPr b="1"/>
              <a:t>Price:</a:t>
            </a:r>
            <a:r>
              <a:rPr/>
              <a:t> ₹5,999 / $72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2025-07-29T14:52:13Z</dcterms:created>
  <dcterms:modified xsi:type="dcterms:W3CDTF">2025-07-29T14:52:13Z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