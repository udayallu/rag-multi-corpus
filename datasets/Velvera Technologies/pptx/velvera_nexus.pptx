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 Nexus 1 Series —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Velvera Nexus 1 Series</a:t>
            </a:r>
            <a:r>
              <a:rPr/>
              <a:t> is built for creators, developers, and productivity-first users. Featuring AI-first architecture powered by Velvera NeuralCore, this series delivers real-time offline intelligence, immersive visuals, and Velvera Studio — a complete AI productivity suite — preinstalled on every device.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Model Variants</a:t>
            </a:r>
          </a:p>
          <a:p>
            <a:pPr lvl="0"/>
            <a:r>
              <a:rPr/>
              <a:t>Velvera Nexus 1 (256GB / 512GB)</a:t>
            </a:r>
          </a:p>
          <a:p>
            <a:pPr lvl="0"/>
            <a:r>
              <a:rPr/>
              <a:t>Velvera Nexus 1 Pro (512GB / 1TB)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Velvera Nexus 1 (Standard Series)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Shared Specifications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Specification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Launch Year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6.6” OLED, Full HD+ (2400 × 1080), HDR10, 120Hz, Gorilla Glass Victus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Chipset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PrimeChip v2.7 (Octa-core, 3.1GHz)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Neural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NeuralCore 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GPU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 AI-optimized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OS 3.0 (Android 14-based)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Rear Cameras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50MP (wide) + 16MP (ultra-wide) + 8MP (telephoto 3x OIS)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Front Camera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32MP f/2.0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Video Recording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4K @ 60fps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Battery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5000mAh, 65W wired / 30W wireless / 10W reverse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Connectivity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5G SA/NSA, Wi-Fi 6E, BT 5.3, NFC, USB-C 3.2, Nano + eSIM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Audio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Stereo Speakers, Dolby Atmos, Hi-Res audio formats supported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In-display optical fingerprint, AI Face Unlock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Build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Aluminum frame, matte Gorilla Glass 6 back, IP68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Sensors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Accelerometer, Gyro, Proximity, Compass, Barometer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Colors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Obsidian Black, Aurora Blue, Ivory White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Features (Standard)</a:t>
            </a:r>
          </a:p>
          <a:p>
            <a:pPr lvl="0"/>
            <a:r>
              <a:rPr/>
              <a:t>On-device transcription (real-time + offline)</a:t>
            </a:r>
          </a:p>
          <a:p>
            <a:pPr lvl="0"/>
            <a:r>
              <a:rPr/>
              <a:t>Auto-summary of meetings, calls, and notes</a:t>
            </a:r>
          </a:p>
          <a:p>
            <a:pPr lvl="0"/>
            <a:r>
              <a:rPr/>
              <a:t>Smart Edit in gallery and notes</a:t>
            </a:r>
          </a:p>
          <a:p>
            <a:pPr lvl="0"/>
            <a:r>
              <a:rPr/>
              <a:t>Always-On AI suggestions</a:t>
            </a:r>
          </a:p>
          <a:p>
            <a:pPr lvl="0"/>
            <a:r>
              <a:rPr/>
              <a:t>AI portrait and photo enhancement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Nexus 1 Variants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 / 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Nexus 1 256GB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UFS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₹59,999 / $719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Nexus 1 512GB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 UFS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₹67,999 / $819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Velvera Nexus 1 Pro Series</a:t>
            </a:r>
          </a:p>
          <a:p>
            <a:pPr lvl="0" indent="0" marL="0">
              <a:buNone/>
            </a:pPr>
            <a:r>
              <a:rPr/>
              <a:t>Built for professionals, engineers, and creatives, the </a:t>
            </a:r>
            <a:r>
              <a:rPr b="1"/>
              <a:t>Nexus 1 Pro Series</a:t>
            </a:r>
            <a:r>
              <a:rPr/>
              <a:t> delivers top-tier specs, advanced AI, and pro-grade performance for productivity, photography, and development tasks.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Shared Specifications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Specification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Launch Year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6.8” LTPO OLED, Quad HD+ (3200 × 1440), HDR10+, 1–120Hz, Gorilla Glass Victus 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Chipset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PrimeChip Ultra (Octa-core, 3.4GHz)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Neural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NeuralCore X+ (Dual-Core AI accelerator)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GPU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 AI-accelerated graphics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OS 3.0 Pro (Android 14-based)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Rear Cameras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108MP (wide) + 24MP (ultra-wide) + 12MP (5x periscope OIS)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Front Camera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40MP f/1.8 AI Beauty Pro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Video Recording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8K @ 30fps, 4K @ 120fps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Battery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5200mAh, 80W wired / 50W wireless / 15W reverse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Connectivity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5G (mmWave + sub-6), Wi-Fi 7, BT 5.4, USB-C 4.0 (Thunderbolt), NFC, Nano + eSIM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Audio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Quad stereo speakers, Dolby Atmos Extreme, AptX Adaptive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Ultrasonic fingerprint sensor, NeuralCore Face Unlock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Build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Aerospace-grade Titanium frame, IP69, Textured Gorilla Glass Victus 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Sensors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Accelerometer, Gyro, Proximity, Compass, Barometer, Thermometer, UWB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Colors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Shadow Black, Arctic Silver, Solar Gold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Features (Pro)</a:t>
            </a:r>
          </a:p>
          <a:p>
            <a:pPr lvl="0"/>
            <a:r>
              <a:rPr/>
              <a:t>Live Note: multilingual transcription + real-time captioning</a:t>
            </a:r>
          </a:p>
          <a:p>
            <a:pPr lvl="0"/>
            <a:r>
              <a:rPr/>
              <a:t>Smart Edit Pro: AI enhancements for docs, code, and media</a:t>
            </a:r>
          </a:p>
          <a:p>
            <a:pPr lvl="0"/>
            <a:r>
              <a:rPr/>
              <a:t>Code inference &amp; suggestion engine (dev-ready)</a:t>
            </a:r>
          </a:p>
          <a:p>
            <a:pPr lvl="0"/>
            <a:r>
              <a:rPr/>
              <a:t>Contextual translation across all apps (multi-language)</a:t>
            </a:r>
          </a:p>
          <a:p>
            <a:pPr lvl="0"/>
            <a:r>
              <a:rPr/>
              <a:t>On-device search, summarization, noise filtering, and voice control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Nexus 1 Pro Variants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 / 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Nexus 1 Pro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 UFS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₹74,999 / $899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Nexus 1 Pro 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 UFS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₹89,999 / $1,049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in the Box</a:t>
            </a:r>
          </a:p>
          <a:p>
            <a:pPr lvl="0"/>
            <a:r>
              <a:rPr/>
              <a:t>Velvera Nexus 1 / Nexus 1 Pro device</a:t>
            </a:r>
          </a:p>
          <a:p>
            <a:pPr lvl="0"/>
            <a:r>
              <a:rPr/>
              <a:t>65W / 80W Fast Charger (model-dependent)</a:t>
            </a:r>
          </a:p>
          <a:p>
            <a:pPr lvl="0"/>
            <a:r>
              <a:rPr/>
              <a:t>USB-C to USB-C cable</a:t>
            </a:r>
          </a:p>
          <a:p>
            <a:pPr lvl="0"/>
            <a:r>
              <a:rPr/>
              <a:t>Protective Case (clear)</a:t>
            </a:r>
          </a:p>
          <a:p>
            <a:pPr lvl="0"/>
            <a:r>
              <a:rPr/>
              <a:t>SIM Ejector Tool</a:t>
            </a:r>
          </a:p>
          <a:p>
            <a:pPr lvl="0"/>
            <a:r>
              <a:rPr/>
              <a:t>Quick Start Guide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For users focused on compact power, see the </a:t>
            </a:r>
            <a:r>
              <a:rPr sz="2000" b="1"/>
              <a:t>Velvera Edge Series</a:t>
            </a:r>
            <a:r>
              <a:rPr sz="2000"/>
              <a:t>. For flagship all-rounders, refer to the </a:t>
            </a:r>
            <a:r>
              <a:rPr sz="2000" b="1"/>
              <a:t>Velvera One Series</a:t>
            </a:r>
            <a:r>
              <a:rPr sz="2000"/>
              <a:t> and </a:t>
            </a:r>
            <a:r>
              <a:rPr sz="2000" b="1"/>
              <a:t>Ultra Series</a:t>
            </a:r>
            <a:r>
              <a:rPr sz="2000"/>
              <a:t>.</a:t>
            </a:r>
          </a:p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2025-07-29T14:51:45Z</dcterms:created>
  <dcterms:modified xsi:type="dcterms:W3CDTF">2025-07-29T14:51:45Z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