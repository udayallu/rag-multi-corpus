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terms#promotions" TargetMode="Externa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velvera.com/terms" TargetMode="External" /><Relationship Id="rId3" Type="http://schemas.openxmlformats.org/officeDocument/2006/relationships/hyperlink" Target="https://velvera.com/privacy" TargetMode="External" /><Relationship Id="rId4" Type="http://schemas.openxmlformats.org/officeDocument/2006/relationships/hyperlink" Target="https://velvera.com/returns" TargetMode="External" /><Relationship Id="rId5" Type="http://schemas.openxmlformats.org/officeDocument/2006/relationships/hyperlink" Target="https://velvera.com/support" TargetMode="Externa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Important Notes &amp; Terms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section outlines essential information regarding pricing, availability, legal terms, and Velvera’s approach to privacy and data protection. Please read carefully before making a purchase or using Velvera products and services.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Terms</a:t>
            </a:r>
          </a:p>
          <a:p>
            <a:pPr lvl="0"/>
            <a:r>
              <a:rPr b="1"/>
              <a:t>Inclusive Pricing</a:t>
            </a:r>
            <a:r>
              <a:rPr/>
              <a:t>: All listed prices include </a:t>
            </a:r>
            <a:r>
              <a:rPr b="1"/>
              <a:t>GST and other applicable taxes</a:t>
            </a:r>
            <a:r>
              <a:rPr/>
              <a:t>.</a:t>
            </a:r>
          </a:p>
          <a:p>
            <a:pPr lvl="0"/>
            <a:r>
              <a:rPr b="1"/>
              <a:t>Currency Disclaimer</a:t>
            </a:r>
            <a:r>
              <a:rPr/>
              <a:t>: Any USD or foreign currency prices are </a:t>
            </a:r>
            <a:r>
              <a:rPr b="1"/>
              <a:t>approximate conversions</a:t>
            </a:r>
            <a:r>
              <a:rPr/>
              <a:t>, calculated using real-time exchange rates at time of publication. Final billing may differ slightly based on payment provider rates.</a:t>
            </a:r>
          </a:p>
          <a:p>
            <a:pPr lvl="0"/>
            <a:r>
              <a:rPr b="1"/>
              <a:t>Product Availability</a:t>
            </a:r>
            <a:r>
              <a:rPr/>
              <a:t>:</a:t>
            </a:r>
          </a:p>
          <a:p>
            <a:pPr lvl="1"/>
            <a:r>
              <a:rPr/>
              <a:t>Stock levels may vary by </a:t>
            </a:r>
            <a:r>
              <a:rPr b="1"/>
              <a:t>region, model, and color variant</a:t>
            </a:r>
            <a:r>
              <a:rPr/>
              <a:t>.</a:t>
            </a:r>
          </a:p>
          <a:p>
            <a:pPr lvl="1"/>
            <a:r>
              <a:rPr/>
              <a:t>Online availability may not reflect in-store inventory.</a:t>
            </a:r>
          </a:p>
          <a:p>
            <a:pPr lvl="0"/>
            <a:r>
              <a:rPr b="1"/>
              <a:t>Specification Policy</a:t>
            </a:r>
            <a:r>
              <a:rPr/>
              <a:t>:</a:t>
            </a:r>
          </a:p>
          <a:p>
            <a:pPr lvl="1"/>
            <a:r>
              <a:rPr/>
              <a:t>Product features and technical specifications are </a:t>
            </a:r>
            <a:r>
              <a:rPr b="1"/>
              <a:t>subject to change</a:t>
            </a:r>
            <a:r>
              <a:rPr/>
              <a:t> without prior notice to improve performance, safety, or compliance.</a:t>
            </a:r>
          </a:p>
          <a:p>
            <a:pPr lvl="1"/>
            <a:r>
              <a:rPr/>
              <a:t>Images shown on the website and marketing materials are </a:t>
            </a:r>
            <a:r>
              <a:rPr b="1"/>
              <a:t>for illustrative purposes</a:t>
            </a:r>
            <a:r>
              <a:rPr/>
              <a:t> only.</a:t>
            </a:r>
          </a:p>
          <a:p>
            <a:pPr lvl="0"/>
            <a:r>
              <a:rPr b="1"/>
              <a:t>Promotional Offers</a:t>
            </a:r>
            <a:r>
              <a:rPr/>
              <a:t>:</a:t>
            </a:r>
          </a:p>
          <a:p>
            <a:pPr lvl="1"/>
            <a:r>
              <a:rPr/>
              <a:t>Limited-time offers may include pricing, cashback, or bundles.</a:t>
            </a:r>
          </a:p>
          <a:p>
            <a:pPr lvl="1"/>
            <a:r>
              <a:rPr b="1"/>
              <a:t>Cannot be combined</a:t>
            </a:r>
            <a:r>
              <a:rPr/>
              <a:t> with other discounts unless explicitly stated.</a:t>
            </a:r>
          </a:p>
          <a:p>
            <a:pPr lvl="1"/>
            <a:r>
              <a:rPr/>
              <a:t>All promotions are governed by </a:t>
            </a:r>
            <a:r>
              <a:rPr>
                <a:hlinkClick r:id="rId2"/>
              </a:rPr>
              <a:t>Velvera’s Promotional Terms</a:t>
            </a:r>
            <a:r>
              <a:rPr/>
              <a:t>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Privacy &amp; Data Security</a:t>
            </a:r>
          </a:p>
          <a:p>
            <a:pPr lvl="0" indent="0" marL="0">
              <a:buNone/>
            </a:pPr>
            <a:r>
              <a:rPr/>
              <a:t>Velvera is committed to safeguarding your digital rights, privacy, and data through a </a:t>
            </a:r>
            <a:r>
              <a:rPr b="1"/>
              <a:t>privacy-first design philosophy</a:t>
            </a:r>
            <a:r>
              <a:rPr/>
              <a:t> embedded in all our products and services.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Security Highlights</a:t>
            </a:r>
          </a:p>
          <a:p>
            <a:pPr lvl="0"/>
            <a:r>
              <a:rPr b="1"/>
              <a:t>Hardware-Level Encryption</a:t>
            </a:r>
            <a:r>
              <a:rPr/>
              <a:t>:</a:t>
            </a:r>
            <a:br/>
            <a:r>
              <a:rPr/>
              <a:t>All Velvera devices include </a:t>
            </a:r>
            <a:r>
              <a:rPr b="1"/>
              <a:t>secure enclaves and tamper-proof encryption modules</a:t>
            </a:r>
            <a:r>
              <a:rPr/>
              <a:t>.</a:t>
            </a:r>
          </a:p>
          <a:p>
            <a:pPr lvl="0"/>
            <a:r>
              <a:rPr b="1"/>
              <a:t>Local Data Processing</a:t>
            </a:r>
            <a:r>
              <a:rPr/>
              <a:t>:</a:t>
            </a:r>
            <a:br/>
            <a:r>
              <a:rPr/>
              <a:t>AI features like voice processing, photo indexing, and suggestions are executed </a:t>
            </a:r>
            <a:r>
              <a:rPr b="1"/>
              <a:t>on-device by default</a:t>
            </a:r>
            <a:r>
              <a:rPr/>
              <a:t>, reducing unnecessary data transmission to cloud servers.</a:t>
            </a:r>
          </a:p>
          <a:p>
            <a:pPr lvl="0"/>
            <a:r>
              <a:rPr b="1"/>
              <a:t>Privacy Controls</a:t>
            </a:r>
            <a:r>
              <a:rPr/>
              <a:t>:</a:t>
            </a:r>
          </a:p>
          <a:p>
            <a:pPr lvl="1"/>
            <a:r>
              <a:rPr/>
              <a:t>VelveraOS provides a </a:t>
            </a:r>
            <a:r>
              <a:rPr b="1"/>
              <a:t>granular privacy dashboard</a:t>
            </a:r>
            <a:r>
              <a:rPr/>
              <a:t> to control app permissions, background activity, and data access logs.</a:t>
            </a:r>
          </a:p>
          <a:p>
            <a:pPr lvl="1"/>
            <a:r>
              <a:rPr/>
              <a:t>Mic/Camera indicators and hardware kill-switch options (Nexus series) enhance user control.</a:t>
            </a:r>
          </a:p>
          <a:p>
            <a:pPr lvl="0"/>
            <a:r>
              <a:rPr b="1"/>
              <a:t>Data Compliance</a:t>
            </a:r>
            <a:r>
              <a:rPr/>
              <a:t>:</a:t>
            </a:r>
          </a:p>
          <a:p>
            <a:pPr lvl="1"/>
            <a:r>
              <a:rPr/>
              <a:t>Fully </a:t>
            </a:r>
            <a:r>
              <a:rPr b="1"/>
              <a:t>GDPR</a:t>
            </a:r>
            <a:r>
              <a:rPr/>
              <a:t>, </a:t>
            </a:r>
            <a:r>
              <a:rPr b="1"/>
              <a:t>India PDP Act</a:t>
            </a:r>
            <a:r>
              <a:rPr/>
              <a:t>, and </a:t>
            </a:r>
            <a:r>
              <a:rPr b="1"/>
              <a:t>California Consumer Privacy Act (CCPA)</a:t>
            </a:r>
            <a:r>
              <a:rPr/>
              <a:t> compliant.</a:t>
            </a:r>
          </a:p>
          <a:p>
            <a:pPr lvl="1"/>
            <a:r>
              <a:rPr/>
              <a:t>Annual third-party audits and </a:t>
            </a:r>
            <a:r>
              <a:rPr b="1"/>
              <a:t>white-hat bug bounty programs</a:t>
            </a:r>
            <a:r>
              <a:rPr/>
              <a:t> ensure continuous hardening.</a:t>
            </a:r>
          </a:p>
          <a:p>
            <a:pPr lvl="0"/>
            <a:r>
              <a:rPr b="1"/>
              <a:t>No Ad Tracking Policy</a:t>
            </a:r>
            <a:r>
              <a:rPr/>
              <a:t>:</a:t>
            </a:r>
          </a:p>
          <a:p>
            <a:pPr lvl="1"/>
            <a:r>
              <a:rPr/>
              <a:t>Velvera </a:t>
            </a:r>
            <a:r>
              <a:rPr b="1"/>
              <a:t>does not monetize user data</a:t>
            </a:r>
            <a:r>
              <a:rPr/>
              <a:t> or permit third-party behavioral ads across its ecosystem.</a:t>
            </a:r>
          </a:p>
          <a:p>
            <a:pPr lvl="1"/>
            <a:r>
              <a:rPr/>
              <a:t>Anonymous telemetry (if enabled) is used </a:t>
            </a:r>
            <a:r>
              <a:rPr b="1"/>
              <a:t>solely for performance improvement</a:t>
            </a:r>
            <a:r>
              <a:rPr/>
              <a:t>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Support &amp; Legal</a:t>
            </a:r>
          </a:p>
          <a:p>
            <a:pPr lvl="0" indent="0" marL="0">
              <a:buNone/>
            </a:pPr>
            <a:r>
              <a:rPr/>
              <a:t>For complete legal policies and service terms: - </a:t>
            </a:r>
            <a:r>
              <a:rPr>
                <a:hlinkClick r:id="rId2"/>
              </a:rPr>
              <a:t>Terms of Use</a:t>
            </a:r>
            <a:r>
              <a:rPr/>
              <a:t> - </a:t>
            </a:r>
            <a:r>
              <a:rPr>
                <a:hlinkClick r:id="rId3"/>
              </a:rPr>
              <a:t>Privacy Policy</a:t>
            </a:r>
            <a:r>
              <a:rPr/>
              <a:t> - </a:t>
            </a:r>
            <a:r>
              <a:rPr>
                <a:hlinkClick r:id="rId4"/>
              </a:rPr>
              <a:t>Return &amp; Refund Policy</a:t>
            </a:r>
          </a:p>
          <a:p>
            <a:pPr lvl="0" indent="0" marL="0">
              <a:buNone/>
            </a:pPr>
            <a:r>
              <a:rPr/>
              <a:t>If you have questions, contact our legal team at </a:t>
            </a:r>
            <a:r>
              <a:rPr b="1"/>
              <a:t>legal@velvera.com</a:t>
            </a:r>
            <a:r>
              <a:rPr/>
              <a:t> or reach out via the </a:t>
            </a:r>
            <a:r>
              <a:rPr>
                <a:hlinkClick r:id="rId5"/>
              </a:rPr>
              <a:t>Velvera Help Center</a:t>
            </a:r>
            <a:r>
              <a:rPr/>
              <a:t>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Velvera</a:t>
            </a:r>
            <a:r>
              <a:rPr/>
              <a:t> — </a:t>
            </a:r>
            <a:r>
              <a:rPr i="1"/>
              <a:t>Technology, Refined. Life, Elevated.</a:t>
            </a:r>
          </a:p>
          <a:p>
            <a:pPr lvl="0" indent="0" marL="0">
              <a:buNone/>
            </a:pPr>
            <a:r>
              <a:rPr i="1"/>
              <a:t>Crafted with precision. Powered by innovation. Designed for tomorrow.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2025-07-29T14:51:40Z</dcterms:created>
  <dcterms:modified xsi:type="dcterms:W3CDTF">2025-07-29T14:51:40Z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